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5" r:id="rId10"/>
    <p:sldId id="302" r:id="rId11"/>
    <p:sldId id="337" r:id="rId12"/>
    <p:sldId id="338" r:id="rId13"/>
    <p:sldId id="304" r:id="rId14"/>
    <p:sldId id="271" r:id="rId15"/>
    <p:sldId id="307" r:id="rId16"/>
    <p:sldId id="306" r:id="rId17"/>
    <p:sldId id="308" r:id="rId18"/>
    <p:sldId id="309" r:id="rId19"/>
    <p:sldId id="332" r:id="rId20"/>
    <p:sldId id="336" r:id="rId21"/>
    <p:sldId id="335" r:id="rId22"/>
    <p:sldId id="334" r:id="rId23"/>
    <p:sldId id="333" r:id="rId24"/>
    <p:sldId id="272" r:id="rId25"/>
    <p:sldId id="273" r:id="rId26"/>
    <p:sldId id="311" r:id="rId27"/>
    <p:sldId id="275" r:id="rId28"/>
    <p:sldId id="313" r:id="rId29"/>
    <p:sldId id="312" r:id="rId30"/>
    <p:sldId id="278" r:id="rId31"/>
    <p:sldId id="316" r:id="rId32"/>
    <p:sldId id="317" r:id="rId33"/>
    <p:sldId id="279" r:id="rId34"/>
    <p:sldId id="315" r:id="rId35"/>
    <p:sldId id="314" r:id="rId36"/>
    <p:sldId id="283" r:id="rId37"/>
    <p:sldId id="318" r:id="rId38"/>
    <p:sldId id="284" r:id="rId39"/>
    <p:sldId id="286" r:id="rId40"/>
    <p:sldId id="287" r:id="rId41"/>
    <p:sldId id="324" r:id="rId42"/>
    <p:sldId id="325" r:id="rId43"/>
    <p:sldId id="319" r:id="rId44"/>
    <p:sldId id="323" r:id="rId45"/>
    <p:sldId id="322" r:id="rId46"/>
    <p:sldId id="321" r:id="rId47"/>
    <p:sldId id="320" r:id="rId48"/>
    <p:sldId id="295" r:id="rId49"/>
    <p:sldId id="296" r:id="rId50"/>
    <p:sldId id="297" r:id="rId51"/>
    <p:sldId id="298" r:id="rId52"/>
    <p:sldId id="299" r:id="rId53"/>
    <p:sldId id="300" r:id="rId54"/>
    <p:sldId id="326" r:id="rId55"/>
    <p:sldId id="327" r:id="rId56"/>
    <p:sldId id="328" r:id="rId57"/>
    <p:sldId id="329" r:id="rId58"/>
    <p:sldId id="330" r:id="rId59"/>
    <p:sldId id="331" r:id="rId60"/>
    <p:sldId id="301" r:id="rId61"/>
  </p:sldIdLst>
  <p:sldSz cx="12192000" cy="6858000"/>
  <p:notesSz cx="6858000" cy="9144000"/>
  <p:embeddedFontLst>
    <p:embeddedFont>
      <p:font typeface="Avenir Next LT Pro" panose="020B0504020202020204" pitchFamily="34" charset="0"/>
      <p:regular r:id="rId64"/>
      <p:bold r:id="rId65"/>
      <p:italic r:id="rId66"/>
      <p:boldItalic r:id="rId6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60"/>
  </p:normalViewPr>
  <p:slideViewPr>
    <p:cSldViewPr snapToGrid="0">
      <p:cViewPr varScale="1">
        <p:scale>
          <a:sx n="79" d="100"/>
          <a:sy n="79" d="100"/>
        </p:scale>
        <p:origin x="7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handoutMaster" Target="handoutMasters/handoutMaster1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3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1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da Costa Criscuolo" userId="ca8b11d29e1e8585" providerId="LiveId" clId="{E7E5DE29-60A4-4D58-A8C4-A0E1502ACE36}"/>
    <pc:docChg chg="undo redo custSel addSld delSld modSld sldOrd modMainMaster">
      <pc:chgData name="Guilherme da Costa Criscuolo" userId="ca8b11d29e1e8585" providerId="LiveId" clId="{E7E5DE29-60A4-4D58-A8C4-A0E1502ACE36}" dt="2026-07-30T12:21:54.709" v="4420" actId="6264"/>
      <pc:docMkLst>
        <pc:docMk/>
      </pc:docMkLst>
      <pc:sldChg chg="new modTransition">
        <pc:chgData name="Guilherme da Costa Criscuolo" userId="ca8b11d29e1e8585" providerId="LiveId" clId="{E7E5DE29-60A4-4D58-A8C4-A0E1502ACE36}" dt="2026-07-29T14:31:57.500" v="15"/>
        <pc:sldMkLst>
          <pc:docMk/>
          <pc:sldMk cId="967960848" sldId="256"/>
        </pc:sldMkLst>
      </pc:sldChg>
      <pc:sldChg chg="addSp delSp modSp new mod chgLayout">
        <pc:chgData name="Guilherme da Costa Criscuolo" userId="ca8b11d29e1e8585" providerId="LiveId" clId="{E7E5DE29-60A4-4D58-A8C4-A0E1502ACE36}" dt="2026-07-29T17:56:56.443" v="2682" actId="6264"/>
        <pc:sldMkLst>
          <pc:docMk/>
          <pc:sldMk cId="1215672927" sldId="257"/>
        </pc:sldMkLst>
        <pc:spChg chg="mod ord">
          <ac:chgData name="Guilherme da Costa Criscuolo" userId="ca8b11d29e1e8585" providerId="LiveId" clId="{E7E5DE29-60A4-4D58-A8C4-A0E1502ACE36}" dt="2026-07-29T17:56:56.443" v="2682" actId="6264"/>
          <ac:spMkLst>
            <pc:docMk/>
            <pc:sldMk cId="1215672927" sldId="257"/>
            <ac:spMk id="2" creationId="{D7A7E182-F513-0F3F-0127-97A3042C163A}"/>
          </ac:spMkLst>
        </pc:spChg>
        <pc:spChg chg="mod ord">
          <ac:chgData name="Guilherme da Costa Criscuolo" userId="ca8b11d29e1e8585" providerId="LiveId" clId="{E7E5DE29-60A4-4D58-A8C4-A0E1502ACE36}" dt="2026-07-29T17:56:56.443" v="2682" actId="6264"/>
          <ac:spMkLst>
            <pc:docMk/>
            <pc:sldMk cId="1215672927" sldId="257"/>
            <ac:spMk id="3" creationId="{21AAF123-8BBE-150B-F517-1FB0A4514A25}"/>
          </ac:spMkLst>
        </pc:spChg>
        <pc:spChg chg="add del mod">
          <ac:chgData name="Guilherme da Costa Criscuolo" userId="ca8b11d29e1e8585" providerId="LiveId" clId="{E7E5DE29-60A4-4D58-A8C4-A0E1502ACE36}" dt="2026-07-29T16:30:25.726" v="2103" actId="6264"/>
          <ac:spMkLst>
            <pc:docMk/>
            <pc:sldMk cId="1215672927" sldId="257"/>
            <ac:spMk id="4" creationId="{F62AF13C-95AC-00B3-1A23-DA67036ACB0A}"/>
          </ac:spMkLst>
        </pc:spChg>
        <pc:spChg chg="add del mod">
          <ac:chgData name="Guilherme da Costa Criscuolo" userId="ca8b11d29e1e8585" providerId="LiveId" clId="{E7E5DE29-60A4-4D58-A8C4-A0E1502ACE36}" dt="2026-07-29T16:30:25.726" v="2103" actId="6264"/>
          <ac:spMkLst>
            <pc:docMk/>
            <pc:sldMk cId="1215672927" sldId="257"/>
            <ac:spMk id="5" creationId="{18BABA07-4A4A-2216-0208-FDE851593B19}"/>
          </ac:spMkLst>
        </pc:spChg>
        <pc:spChg chg="add del mod">
          <ac:chgData name="Guilherme da Costa Criscuolo" userId="ca8b11d29e1e8585" providerId="LiveId" clId="{E7E5DE29-60A4-4D58-A8C4-A0E1502ACE36}" dt="2026-07-29T16:30:25.869" v="2104" actId="6264"/>
          <ac:spMkLst>
            <pc:docMk/>
            <pc:sldMk cId="1215672927" sldId="257"/>
            <ac:spMk id="6" creationId="{01BE9A5A-A6DC-D351-F431-877F6BA6B31F}"/>
          </ac:spMkLst>
        </pc:spChg>
        <pc:spChg chg="add del mod">
          <ac:chgData name="Guilherme da Costa Criscuolo" userId="ca8b11d29e1e8585" providerId="LiveId" clId="{E7E5DE29-60A4-4D58-A8C4-A0E1502ACE36}" dt="2026-07-29T16:30:25.869" v="2104" actId="6264"/>
          <ac:spMkLst>
            <pc:docMk/>
            <pc:sldMk cId="1215672927" sldId="257"/>
            <ac:spMk id="7" creationId="{F7977A53-EA52-89BF-6388-D9952C389C51}"/>
          </ac:spMkLst>
        </pc:spChg>
        <pc:spChg chg="add del mod">
          <ac:chgData name="Guilherme da Costa Criscuolo" userId="ca8b11d29e1e8585" providerId="LiveId" clId="{E7E5DE29-60A4-4D58-A8C4-A0E1502ACE36}" dt="2026-07-29T17:56:40.039" v="2678" actId="6264"/>
          <ac:spMkLst>
            <pc:docMk/>
            <pc:sldMk cId="1215672927" sldId="257"/>
            <ac:spMk id="8" creationId="{FE54EF97-C01E-9183-5081-97D6F9E8618C}"/>
          </ac:spMkLst>
        </pc:spChg>
        <pc:spChg chg="add del mod">
          <ac:chgData name="Guilherme da Costa Criscuolo" userId="ca8b11d29e1e8585" providerId="LiveId" clId="{E7E5DE29-60A4-4D58-A8C4-A0E1502ACE36}" dt="2026-07-29T17:56:40.039" v="2678" actId="6264"/>
          <ac:spMkLst>
            <pc:docMk/>
            <pc:sldMk cId="1215672927" sldId="257"/>
            <ac:spMk id="9" creationId="{1BF17EEF-5AD7-3F64-8420-92F82EA959CF}"/>
          </ac:spMkLst>
        </pc:spChg>
        <pc:spChg chg="add del mod">
          <ac:chgData name="Guilherme da Costa Criscuolo" userId="ca8b11d29e1e8585" providerId="LiveId" clId="{E7E5DE29-60A4-4D58-A8C4-A0E1502ACE36}" dt="2026-07-29T17:56:50.023" v="2680" actId="6264"/>
          <ac:spMkLst>
            <pc:docMk/>
            <pc:sldMk cId="1215672927" sldId="257"/>
            <ac:spMk id="10" creationId="{BA76C861-16EB-0D32-3D1F-DA57CFEAA7DA}"/>
          </ac:spMkLst>
        </pc:spChg>
        <pc:spChg chg="add del mod">
          <ac:chgData name="Guilherme da Costa Criscuolo" userId="ca8b11d29e1e8585" providerId="LiveId" clId="{E7E5DE29-60A4-4D58-A8C4-A0E1502ACE36}" dt="2026-07-29T17:56:50.023" v="2680" actId="6264"/>
          <ac:spMkLst>
            <pc:docMk/>
            <pc:sldMk cId="1215672927" sldId="257"/>
            <ac:spMk id="11" creationId="{3D06ED56-6BBA-09EE-A6B3-2846D311BBB7}"/>
          </ac:spMkLst>
        </pc:spChg>
        <pc:spChg chg="add del mod">
          <ac:chgData name="Guilherme da Costa Criscuolo" userId="ca8b11d29e1e8585" providerId="LiveId" clId="{E7E5DE29-60A4-4D58-A8C4-A0E1502ACE36}" dt="2026-07-29T17:56:56.443" v="2682" actId="6264"/>
          <ac:spMkLst>
            <pc:docMk/>
            <pc:sldMk cId="1215672927" sldId="257"/>
            <ac:spMk id="12" creationId="{564F323A-4CED-E002-3174-E085CFEAE21B}"/>
          </ac:spMkLst>
        </pc:spChg>
        <pc:spChg chg="add del mod">
          <ac:chgData name="Guilherme da Costa Criscuolo" userId="ca8b11d29e1e8585" providerId="LiveId" clId="{E7E5DE29-60A4-4D58-A8C4-A0E1502ACE36}" dt="2026-07-29T17:56:56.443" v="2682" actId="6264"/>
          <ac:spMkLst>
            <pc:docMk/>
            <pc:sldMk cId="1215672927" sldId="257"/>
            <ac:spMk id="13" creationId="{B1C81BC5-248D-E620-103F-5427A7290409}"/>
          </ac:spMkLst>
        </pc:spChg>
      </pc:sldChg>
      <pc:sldChg chg="addSp delSp modSp new mod ord">
        <pc:chgData name="Guilherme da Costa Criscuolo" userId="ca8b11d29e1e8585" providerId="LiveId" clId="{E7E5DE29-60A4-4D58-A8C4-A0E1502ACE36}" dt="2026-07-29T16:33:16.442" v="2160" actId="20577"/>
        <pc:sldMkLst>
          <pc:docMk/>
          <pc:sldMk cId="4032681432" sldId="258"/>
        </pc:sldMkLst>
        <pc:spChg chg="mod">
          <ac:chgData name="Guilherme da Costa Criscuolo" userId="ca8b11d29e1e8585" providerId="LiveId" clId="{E7E5DE29-60A4-4D58-A8C4-A0E1502ACE36}" dt="2026-07-29T16:33:16.442" v="2160" actId="20577"/>
          <ac:spMkLst>
            <pc:docMk/>
            <pc:sldMk cId="4032681432" sldId="258"/>
            <ac:spMk id="2" creationId="{5CF0F9A9-3589-B08D-4978-1AB229B34141}"/>
          </ac:spMkLst>
        </pc:spChg>
        <pc:spChg chg="add del">
          <ac:chgData name="Guilherme da Costa Criscuolo" userId="ca8b11d29e1e8585" providerId="LiveId" clId="{E7E5DE29-60A4-4D58-A8C4-A0E1502ACE36}" dt="2026-07-29T16:32:49.744" v="2150" actId="931"/>
          <ac:spMkLst>
            <pc:docMk/>
            <pc:sldMk cId="4032681432" sldId="258"/>
            <ac:spMk id="3" creationId="{CDAEF2C1-2A99-99CF-60F9-3E84584DD495}"/>
          </ac:spMkLst>
        </pc:spChg>
        <pc:picChg chg="add del mod ord">
          <ac:chgData name="Guilherme da Costa Criscuolo" userId="ca8b11d29e1e8585" providerId="LiveId" clId="{E7E5DE29-60A4-4D58-A8C4-A0E1502ACE36}" dt="2026-07-29T16:32:42.182" v="2149" actId="931"/>
          <ac:picMkLst>
            <pc:docMk/>
            <pc:sldMk cId="4032681432" sldId="258"/>
            <ac:picMk id="6" creationId="{18702759-0CFB-64FD-6C71-6E1F92D65CA8}"/>
          </ac:picMkLst>
        </pc:picChg>
        <pc:picChg chg="add mod ord modCrop">
          <ac:chgData name="Guilherme da Costa Criscuolo" userId="ca8b11d29e1e8585" providerId="LiveId" clId="{E7E5DE29-60A4-4D58-A8C4-A0E1502ACE36}" dt="2026-07-29T16:32:54.138" v="2151" actId="18131"/>
          <ac:picMkLst>
            <pc:docMk/>
            <pc:sldMk cId="4032681432" sldId="258"/>
            <ac:picMk id="8" creationId="{987F4C5B-FD22-2E62-2306-8668EFEAB8DB}"/>
          </ac:picMkLst>
        </pc:picChg>
      </pc:sldChg>
      <pc:sldChg chg="addSp delSp modSp new del mod">
        <pc:chgData name="Guilherme da Costa Criscuolo" userId="ca8b11d29e1e8585" providerId="LiveId" clId="{E7E5DE29-60A4-4D58-A8C4-A0E1502ACE36}" dt="2026-07-29T14:46:42.891" v="463" actId="47"/>
        <pc:sldMkLst>
          <pc:docMk/>
          <pc:sldMk cId="708943700" sldId="259"/>
        </pc:sldMkLst>
        <pc:spChg chg="del mod">
          <ac:chgData name="Guilherme da Costa Criscuolo" userId="ca8b11d29e1e8585" providerId="LiveId" clId="{E7E5DE29-60A4-4D58-A8C4-A0E1502ACE36}" dt="2026-07-29T14:46:13.938" v="446" actId="478"/>
          <ac:spMkLst>
            <pc:docMk/>
            <pc:sldMk cId="708943700" sldId="259"/>
            <ac:spMk id="2" creationId="{1C4F2921-09C5-4F64-1BD6-38B7E72D5F8F}"/>
          </ac:spMkLst>
        </pc:spChg>
        <pc:spChg chg="add mod">
          <ac:chgData name="Guilherme da Costa Criscuolo" userId="ca8b11d29e1e8585" providerId="LiveId" clId="{E7E5DE29-60A4-4D58-A8C4-A0E1502ACE36}" dt="2026-07-29T14:46:35.224" v="462" actId="14100"/>
          <ac:spMkLst>
            <pc:docMk/>
            <pc:sldMk cId="708943700" sldId="259"/>
            <ac:spMk id="4" creationId="{14B3EBAB-B385-8783-8DEE-AB37BACBFCDA}"/>
          </ac:spMkLst>
        </pc:spChg>
      </pc:sldChg>
      <pc:sldChg chg="new del">
        <pc:chgData name="Guilherme da Costa Criscuolo" userId="ca8b11d29e1e8585" providerId="LiveId" clId="{E7E5DE29-60A4-4D58-A8C4-A0E1502ACE36}" dt="2026-07-29T14:46:45.935" v="465" actId="680"/>
        <pc:sldMkLst>
          <pc:docMk/>
          <pc:sldMk cId="2308889096" sldId="259"/>
        </pc:sldMkLst>
      </pc:sldChg>
      <pc:sldChg chg="modSp new mod">
        <pc:chgData name="Guilherme da Costa Criscuolo" userId="ca8b11d29e1e8585" providerId="LiveId" clId="{E7E5DE29-60A4-4D58-A8C4-A0E1502ACE36}" dt="2026-07-29T16:33:35.993" v="2162"/>
        <pc:sldMkLst>
          <pc:docMk/>
          <pc:sldMk cId="2328425412" sldId="259"/>
        </pc:sldMkLst>
        <pc:spChg chg="mod">
          <ac:chgData name="Guilherme da Costa Criscuolo" userId="ca8b11d29e1e8585" providerId="LiveId" clId="{E7E5DE29-60A4-4D58-A8C4-A0E1502ACE36}" dt="2026-07-29T16:33:35.993" v="2162"/>
          <ac:spMkLst>
            <pc:docMk/>
            <pc:sldMk cId="2328425412" sldId="259"/>
            <ac:spMk id="2" creationId="{43D21B19-C43D-DA3F-E9BE-A36FEAC32ECC}"/>
          </ac:spMkLst>
        </pc:spChg>
      </pc:sldChg>
      <pc:sldChg chg="addSp delSp modSp new mod ord chgLayout">
        <pc:chgData name="Guilherme da Costa Criscuolo" userId="ca8b11d29e1e8585" providerId="LiveId" clId="{E7E5DE29-60A4-4D58-A8C4-A0E1502ACE36}" dt="2026-07-29T16:32:05.436" v="2140" actId="403"/>
        <pc:sldMkLst>
          <pc:docMk/>
          <pc:sldMk cId="2308650994" sldId="260"/>
        </pc:sldMkLst>
        <pc:spChg chg="mod ord">
          <ac:chgData name="Guilherme da Costa Criscuolo" userId="ca8b11d29e1e8585" providerId="LiveId" clId="{E7E5DE29-60A4-4D58-A8C4-A0E1502ACE36}" dt="2026-07-29T16:32:05.436" v="2140" actId="403"/>
          <ac:spMkLst>
            <pc:docMk/>
            <pc:sldMk cId="2308650994" sldId="260"/>
            <ac:spMk id="2" creationId="{A8F81998-D67B-CA5A-182D-62B7030219F4}"/>
          </ac:spMkLst>
        </pc:spChg>
        <pc:spChg chg="mod ord">
          <ac:chgData name="Guilherme da Costa Criscuolo" userId="ca8b11d29e1e8585" providerId="LiveId" clId="{E7E5DE29-60A4-4D58-A8C4-A0E1502ACE36}" dt="2026-07-29T16:31:43.862" v="2135" actId="6264"/>
          <ac:spMkLst>
            <pc:docMk/>
            <pc:sldMk cId="2308650994" sldId="260"/>
            <ac:spMk id="3" creationId="{F895E18B-D411-7A07-F2D1-E156D97ED460}"/>
          </ac:spMkLst>
        </pc:spChg>
        <pc:spChg chg="mod ord">
          <ac:chgData name="Guilherme da Costa Criscuolo" userId="ca8b11d29e1e8585" providerId="LiveId" clId="{E7E5DE29-60A4-4D58-A8C4-A0E1502ACE36}" dt="2026-07-29T16:31:43.862" v="2135" actId="6264"/>
          <ac:spMkLst>
            <pc:docMk/>
            <pc:sldMk cId="2308650994" sldId="260"/>
            <ac:spMk id="4" creationId="{13336B4F-BA26-9138-E8D8-872094B97AFB}"/>
          </ac:spMkLst>
        </pc:spChg>
        <pc:spChg chg="add del mod">
          <ac:chgData name="Guilherme da Costa Criscuolo" userId="ca8b11d29e1e8585" providerId="LiveId" clId="{E7E5DE29-60A4-4D58-A8C4-A0E1502ACE36}" dt="2026-07-29T16:31:43.862" v="2135" actId="6264"/>
          <ac:spMkLst>
            <pc:docMk/>
            <pc:sldMk cId="2308650994" sldId="260"/>
            <ac:spMk id="5" creationId="{FD5C9BE7-D742-EC93-2725-A48E386FC50C}"/>
          </ac:spMkLst>
        </pc:spChg>
        <pc:spChg chg="add del mod">
          <ac:chgData name="Guilherme da Costa Criscuolo" userId="ca8b11d29e1e8585" providerId="LiveId" clId="{E7E5DE29-60A4-4D58-A8C4-A0E1502ACE36}" dt="2026-07-29T16:31:43.862" v="2135" actId="6264"/>
          <ac:spMkLst>
            <pc:docMk/>
            <pc:sldMk cId="2308650994" sldId="260"/>
            <ac:spMk id="6" creationId="{CC4423A5-1288-4AB0-F71F-2D7E4DDD6038}"/>
          </ac:spMkLst>
        </pc:spChg>
        <pc:spChg chg="add del mod">
          <ac:chgData name="Guilherme da Costa Criscuolo" userId="ca8b11d29e1e8585" providerId="LiveId" clId="{E7E5DE29-60A4-4D58-A8C4-A0E1502ACE36}" dt="2026-07-29T16:31:43.862" v="2135" actId="6264"/>
          <ac:spMkLst>
            <pc:docMk/>
            <pc:sldMk cId="2308650994" sldId="260"/>
            <ac:spMk id="7" creationId="{A6DD4316-6C0F-F538-6028-69F47EC24072}"/>
          </ac:spMkLst>
        </pc:spChg>
      </pc:sldChg>
      <pc:sldChg chg="modSp new mod">
        <pc:chgData name="Guilherme da Costa Criscuolo" userId="ca8b11d29e1e8585" providerId="LiveId" clId="{E7E5DE29-60A4-4D58-A8C4-A0E1502ACE36}" dt="2026-07-29T16:35:12.802" v="2183" actId="20577"/>
        <pc:sldMkLst>
          <pc:docMk/>
          <pc:sldMk cId="4250338168" sldId="261"/>
        </pc:sldMkLst>
        <pc:spChg chg="mod">
          <ac:chgData name="Guilherme da Costa Criscuolo" userId="ca8b11d29e1e8585" providerId="LiveId" clId="{E7E5DE29-60A4-4D58-A8C4-A0E1502ACE36}" dt="2026-07-29T16:33:40.639" v="2163"/>
          <ac:spMkLst>
            <pc:docMk/>
            <pc:sldMk cId="4250338168" sldId="261"/>
            <ac:spMk id="2" creationId="{190C9407-216D-DEC8-EBC3-BCE3A2795110}"/>
          </ac:spMkLst>
        </pc:spChg>
        <pc:spChg chg="mod">
          <ac:chgData name="Guilherme da Costa Criscuolo" userId="ca8b11d29e1e8585" providerId="LiveId" clId="{E7E5DE29-60A4-4D58-A8C4-A0E1502ACE36}" dt="2026-07-29T16:35:12.802" v="2183" actId="20577"/>
          <ac:spMkLst>
            <pc:docMk/>
            <pc:sldMk cId="4250338168" sldId="261"/>
            <ac:spMk id="4" creationId="{C0174F72-4E1E-2C2E-723C-9827A40C1ADA}"/>
          </ac:spMkLst>
        </pc:spChg>
      </pc:sldChg>
      <pc:sldChg chg="addSp delSp modSp new mod chgLayout">
        <pc:chgData name="Guilherme da Costa Criscuolo" userId="ca8b11d29e1e8585" providerId="LiveId" clId="{E7E5DE29-60A4-4D58-A8C4-A0E1502ACE36}" dt="2026-07-29T19:38:59.846" v="3994" actId="18131"/>
        <pc:sldMkLst>
          <pc:docMk/>
          <pc:sldMk cId="1900120709" sldId="262"/>
        </pc:sldMkLst>
        <pc:spChg chg="mod ord">
          <ac:chgData name="Guilherme da Costa Criscuolo" userId="ca8b11d29e1e8585" providerId="LiveId" clId="{E7E5DE29-60A4-4D58-A8C4-A0E1502ACE36}" dt="2026-07-29T19:38:55.116" v="3991" actId="6264"/>
          <ac:spMkLst>
            <pc:docMk/>
            <pc:sldMk cId="1900120709" sldId="262"/>
            <ac:spMk id="2" creationId="{45ACFF78-2EAF-BF3C-45B4-72B06B8DAE4A}"/>
          </ac:spMkLst>
        </pc:spChg>
        <pc:spChg chg="mod ord">
          <ac:chgData name="Guilherme da Costa Criscuolo" userId="ca8b11d29e1e8585" providerId="LiveId" clId="{E7E5DE29-60A4-4D58-A8C4-A0E1502ACE36}" dt="2026-07-29T19:38:55.116" v="3991" actId="6264"/>
          <ac:spMkLst>
            <pc:docMk/>
            <pc:sldMk cId="1900120709" sldId="262"/>
            <ac:spMk id="3" creationId="{F5FA58C3-7C73-1315-AED2-BECF05EDE742}"/>
          </ac:spMkLst>
        </pc:spChg>
        <pc:spChg chg="mod ord">
          <ac:chgData name="Guilherme da Costa Criscuolo" userId="ca8b11d29e1e8585" providerId="LiveId" clId="{E7E5DE29-60A4-4D58-A8C4-A0E1502ACE36}" dt="2026-07-29T19:38:55.116" v="3991" actId="6264"/>
          <ac:spMkLst>
            <pc:docMk/>
            <pc:sldMk cId="1900120709" sldId="262"/>
            <ac:spMk id="4" creationId="{767DF64D-487E-7080-BD8F-E630703EE96B}"/>
          </ac:spMkLst>
        </pc:spChg>
        <pc:spChg chg="del">
          <ac:chgData name="Guilherme da Costa Criscuolo" userId="ca8b11d29e1e8585" providerId="LiveId" clId="{E7E5DE29-60A4-4D58-A8C4-A0E1502ACE36}" dt="2026-07-29T16:35:27.553" v="2191" actId="931"/>
          <ac:spMkLst>
            <pc:docMk/>
            <pc:sldMk cId="1900120709" sldId="262"/>
            <ac:spMk id="5" creationId="{3DEBC141-F204-5E7F-6EFD-0BF2402A193A}"/>
          </ac:spMkLst>
        </pc:spChg>
        <pc:spChg chg="add del mod">
          <ac:chgData name="Guilherme da Costa Criscuolo" userId="ca8b11d29e1e8585" providerId="LiveId" clId="{E7E5DE29-60A4-4D58-A8C4-A0E1502ACE36}" dt="2026-07-29T19:38:32.865" v="3982" actId="6264"/>
          <ac:spMkLst>
            <pc:docMk/>
            <pc:sldMk cId="1900120709" sldId="262"/>
            <ac:spMk id="5" creationId="{EC0E967B-3E69-A83F-CCDA-1BA0C3817920}"/>
          </ac:spMkLst>
        </pc:spChg>
        <pc:spChg chg="add del mod">
          <ac:chgData name="Guilherme da Costa Criscuolo" userId="ca8b11d29e1e8585" providerId="LiveId" clId="{E7E5DE29-60A4-4D58-A8C4-A0E1502ACE36}" dt="2026-07-29T19:38:32.865" v="3982" actId="6264"/>
          <ac:spMkLst>
            <pc:docMk/>
            <pc:sldMk cId="1900120709" sldId="262"/>
            <ac:spMk id="6" creationId="{B6C4459C-7C90-CF9E-6891-1AE3F0B8894C}"/>
          </ac:spMkLst>
        </pc:spChg>
        <pc:spChg chg="add del mod">
          <ac:chgData name="Guilherme da Costa Criscuolo" userId="ca8b11d29e1e8585" providerId="LiveId" clId="{E7E5DE29-60A4-4D58-A8C4-A0E1502ACE36}" dt="2026-07-29T16:35:44.178" v="2196" actId="6264"/>
          <ac:spMkLst>
            <pc:docMk/>
            <pc:sldMk cId="1900120709" sldId="262"/>
            <ac:spMk id="8" creationId="{6C531D1E-C95E-8EB8-B9C0-33F973E98CE8}"/>
          </ac:spMkLst>
        </pc:spChg>
        <pc:spChg chg="add del mod">
          <ac:chgData name="Guilherme da Costa Criscuolo" userId="ca8b11d29e1e8585" providerId="LiveId" clId="{E7E5DE29-60A4-4D58-A8C4-A0E1502ACE36}" dt="2026-07-29T19:38:32.865" v="3982" actId="6264"/>
          <ac:spMkLst>
            <pc:docMk/>
            <pc:sldMk cId="1900120709" sldId="262"/>
            <ac:spMk id="8" creationId="{9A7DA83B-3CF8-8C75-AC5B-04631E66000B}"/>
          </ac:spMkLst>
        </pc:spChg>
        <pc:spChg chg="add del mod">
          <ac:chgData name="Guilherme da Costa Criscuolo" userId="ca8b11d29e1e8585" providerId="LiveId" clId="{E7E5DE29-60A4-4D58-A8C4-A0E1502ACE36}" dt="2026-07-29T16:35:44.178" v="2196" actId="6264"/>
          <ac:spMkLst>
            <pc:docMk/>
            <pc:sldMk cId="1900120709" sldId="262"/>
            <ac:spMk id="9" creationId="{80634AEC-F94F-0CC1-A922-57BE2D19DF40}"/>
          </ac:spMkLst>
        </pc:spChg>
        <pc:spChg chg="add del mod">
          <ac:chgData name="Guilherme da Costa Criscuolo" userId="ca8b11d29e1e8585" providerId="LiveId" clId="{E7E5DE29-60A4-4D58-A8C4-A0E1502ACE36}" dt="2026-07-29T19:38:32.865" v="3982" actId="6264"/>
          <ac:spMkLst>
            <pc:docMk/>
            <pc:sldMk cId="1900120709" sldId="262"/>
            <ac:spMk id="9" creationId="{A4E7ED02-117E-9477-E25A-6848CBE25C4F}"/>
          </ac:spMkLst>
        </pc:spChg>
        <pc:spChg chg="add del mod">
          <ac:chgData name="Guilherme da Costa Criscuolo" userId="ca8b11d29e1e8585" providerId="LiveId" clId="{E7E5DE29-60A4-4D58-A8C4-A0E1502ACE36}" dt="2026-07-29T19:38:41.532" v="3985" actId="6264"/>
          <ac:spMkLst>
            <pc:docMk/>
            <pc:sldMk cId="1900120709" sldId="262"/>
            <ac:spMk id="10" creationId="{8669BA4B-AB29-FF4A-98BC-4A8ABF72FBC6}"/>
          </ac:spMkLst>
        </pc:spChg>
        <pc:spChg chg="add del mod">
          <ac:chgData name="Guilherme da Costa Criscuolo" userId="ca8b11d29e1e8585" providerId="LiveId" clId="{E7E5DE29-60A4-4D58-A8C4-A0E1502ACE36}" dt="2026-07-29T16:35:44.178" v="2196" actId="6264"/>
          <ac:spMkLst>
            <pc:docMk/>
            <pc:sldMk cId="1900120709" sldId="262"/>
            <ac:spMk id="10" creationId="{E881533E-30AB-B792-B4CC-2C937D4AB0EB}"/>
          </ac:spMkLst>
        </pc:spChg>
        <pc:spChg chg="add del mod">
          <ac:chgData name="Guilherme da Costa Criscuolo" userId="ca8b11d29e1e8585" providerId="LiveId" clId="{E7E5DE29-60A4-4D58-A8C4-A0E1502ACE36}" dt="2026-07-29T19:38:41.532" v="3985" actId="6264"/>
          <ac:spMkLst>
            <pc:docMk/>
            <pc:sldMk cId="1900120709" sldId="262"/>
            <ac:spMk id="11" creationId="{DC132387-13F3-1F4C-1E7F-B3031AB41D88}"/>
          </ac:spMkLst>
        </pc:spChg>
        <pc:spChg chg="add del mod">
          <ac:chgData name="Guilherme da Costa Criscuolo" userId="ca8b11d29e1e8585" providerId="LiveId" clId="{E7E5DE29-60A4-4D58-A8C4-A0E1502ACE36}" dt="2026-07-29T16:35:44.178" v="2196" actId="6264"/>
          <ac:spMkLst>
            <pc:docMk/>
            <pc:sldMk cId="1900120709" sldId="262"/>
            <ac:spMk id="11" creationId="{F2F8F61D-3839-5D57-C381-AD573884C974}"/>
          </ac:spMkLst>
        </pc:spChg>
        <pc:spChg chg="add del mod">
          <ac:chgData name="Guilherme da Costa Criscuolo" userId="ca8b11d29e1e8585" providerId="LiveId" clId="{E7E5DE29-60A4-4D58-A8C4-A0E1502ACE36}" dt="2026-07-29T19:38:41.532" v="3985" actId="6264"/>
          <ac:spMkLst>
            <pc:docMk/>
            <pc:sldMk cId="1900120709" sldId="262"/>
            <ac:spMk id="12" creationId="{23A2E4B0-807F-CA8C-229B-B6008FE59681}"/>
          </ac:spMkLst>
        </pc:spChg>
        <pc:spChg chg="add del mod">
          <ac:chgData name="Guilherme da Costa Criscuolo" userId="ca8b11d29e1e8585" providerId="LiveId" clId="{E7E5DE29-60A4-4D58-A8C4-A0E1502ACE36}" dt="2026-07-29T19:38:41.532" v="3985" actId="6264"/>
          <ac:spMkLst>
            <pc:docMk/>
            <pc:sldMk cId="1900120709" sldId="262"/>
            <ac:spMk id="13" creationId="{F33B12E8-CCA9-BCE4-36BF-E9555CA074CC}"/>
          </ac:spMkLst>
        </pc:spChg>
        <pc:spChg chg="add del mod">
          <ac:chgData name="Guilherme da Costa Criscuolo" userId="ca8b11d29e1e8585" providerId="LiveId" clId="{E7E5DE29-60A4-4D58-A8C4-A0E1502ACE36}" dt="2026-07-29T19:38:42.130" v="3986" actId="6264"/>
          <ac:spMkLst>
            <pc:docMk/>
            <pc:sldMk cId="1900120709" sldId="262"/>
            <ac:spMk id="14" creationId="{944B98C0-454E-C80C-74FD-9D51E852182B}"/>
          </ac:spMkLst>
        </pc:spChg>
        <pc:spChg chg="add del mod">
          <ac:chgData name="Guilherme da Costa Criscuolo" userId="ca8b11d29e1e8585" providerId="LiveId" clId="{E7E5DE29-60A4-4D58-A8C4-A0E1502ACE36}" dt="2026-07-29T19:38:42.130" v="3986" actId="6264"/>
          <ac:spMkLst>
            <pc:docMk/>
            <pc:sldMk cId="1900120709" sldId="262"/>
            <ac:spMk id="15" creationId="{F6CAD6B5-4E10-A51F-991B-1822D5215A9F}"/>
          </ac:spMkLst>
        </pc:spChg>
        <pc:spChg chg="add del mod">
          <ac:chgData name="Guilherme da Costa Criscuolo" userId="ca8b11d29e1e8585" providerId="LiveId" clId="{E7E5DE29-60A4-4D58-A8C4-A0E1502ACE36}" dt="2026-07-29T19:38:42.130" v="3986" actId="6264"/>
          <ac:spMkLst>
            <pc:docMk/>
            <pc:sldMk cId="1900120709" sldId="262"/>
            <ac:spMk id="16" creationId="{FFA45F2D-E7A0-0AD4-A2B4-B965550A1C67}"/>
          </ac:spMkLst>
        </pc:spChg>
        <pc:spChg chg="add del mod">
          <ac:chgData name="Guilherme da Costa Criscuolo" userId="ca8b11d29e1e8585" providerId="LiveId" clId="{E7E5DE29-60A4-4D58-A8C4-A0E1502ACE36}" dt="2026-07-29T19:38:42.130" v="3986" actId="6264"/>
          <ac:spMkLst>
            <pc:docMk/>
            <pc:sldMk cId="1900120709" sldId="262"/>
            <ac:spMk id="17" creationId="{C26D5EEF-662A-C3B2-8797-9EBD3C0CD14F}"/>
          </ac:spMkLst>
        </pc:spChg>
        <pc:spChg chg="add del mod">
          <ac:chgData name="Guilherme da Costa Criscuolo" userId="ca8b11d29e1e8585" providerId="LiveId" clId="{E7E5DE29-60A4-4D58-A8C4-A0E1502ACE36}" dt="2026-07-29T19:38:42.440" v="3987" actId="6264"/>
          <ac:spMkLst>
            <pc:docMk/>
            <pc:sldMk cId="1900120709" sldId="262"/>
            <ac:spMk id="18" creationId="{356F4918-4F0D-6784-5542-88F9A7C3DDF0}"/>
          </ac:spMkLst>
        </pc:spChg>
        <pc:spChg chg="add del mod">
          <ac:chgData name="Guilherme da Costa Criscuolo" userId="ca8b11d29e1e8585" providerId="LiveId" clId="{E7E5DE29-60A4-4D58-A8C4-A0E1502ACE36}" dt="2026-07-29T19:38:42.440" v="3987" actId="6264"/>
          <ac:spMkLst>
            <pc:docMk/>
            <pc:sldMk cId="1900120709" sldId="262"/>
            <ac:spMk id="19" creationId="{B1B884E3-6DE9-CAB3-13D1-88B2D024AFBA}"/>
          </ac:spMkLst>
        </pc:spChg>
        <pc:spChg chg="add del mod">
          <ac:chgData name="Guilherme da Costa Criscuolo" userId="ca8b11d29e1e8585" providerId="LiveId" clId="{E7E5DE29-60A4-4D58-A8C4-A0E1502ACE36}" dt="2026-07-29T19:38:42.440" v="3987" actId="6264"/>
          <ac:spMkLst>
            <pc:docMk/>
            <pc:sldMk cId="1900120709" sldId="262"/>
            <ac:spMk id="20" creationId="{0826ED8A-7BAE-1EE6-01AF-75EC599DB5B2}"/>
          </ac:spMkLst>
        </pc:spChg>
        <pc:spChg chg="add del mod">
          <ac:chgData name="Guilherme da Costa Criscuolo" userId="ca8b11d29e1e8585" providerId="LiveId" clId="{E7E5DE29-60A4-4D58-A8C4-A0E1502ACE36}" dt="2026-07-29T19:38:42.440" v="3987" actId="6264"/>
          <ac:spMkLst>
            <pc:docMk/>
            <pc:sldMk cId="1900120709" sldId="262"/>
            <ac:spMk id="21" creationId="{9B47DF81-53BB-DD42-F9B3-8597D594B9B3}"/>
          </ac:spMkLst>
        </pc:spChg>
        <pc:spChg chg="add del mod">
          <ac:chgData name="Guilherme da Costa Criscuolo" userId="ca8b11d29e1e8585" providerId="LiveId" clId="{E7E5DE29-60A4-4D58-A8C4-A0E1502ACE36}" dt="2026-07-29T19:38:42.775" v="3988" actId="6264"/>
          <ac:spMkLst>
            <pc:docMk/>
            <pc:sldMk cId="1900120709" sldId="262"/>
            <ac:spMk id="22" creationId="{E1317137-0CC1-4272-5B5E-15E23FB7CB18}"/>
          </ac:spMkLst>
        </pc:spChg>
        <pc:spChg chg="add del mod">
          <ac:chgData name="Guilherme da Costa Criscuolo" userId="ca8b11d29e1e8585" providerId="LiveId" clId="{E7E5DE29-60A4-4D58-A8C4-A0E1502ACE36}" dt="2026-07-29T19:38:42.775" v="3988" actId="6264"/>
          <ac:spMkLst>
            <pc:docMk/>
            <pc:sldMk cId="1900120709" sldId="262"/>
            <ac:spMk id="23" creationId="{DCCFBFBB-5BB9-06E7-F2CC-B20E0CC1F4BC}"/>
          </ac:spMkLst>
        </pc:spChg>
        <pc:spChg chg="add del mod">
          <ac:chgData name="Guilherme da Costa Criscuolo" userId="ca8b11d29e1e8585" providerId="LiveId" clId="{E7E5DE29-60A4-4D58-A8C4-A0E1502ACE36}" dt="2026-07-29T19:38:42.775" v="3988" actId="6264"/>
          <ac:spMkLst>
            <pc:docMk/>
            <pc:sldMk cId="1900120709" sldId="262"/>
            <ac:spMk id="24" creationId="{5EE69119-522C-ADC0-F59F-859D6EDFD509}"/>
          </ac:spMkLst>
        </pc:spChg>
        <pc:spChg chg="add del mod">
          <ac:chgData name="Guilherme da Costa Criscuolo" userId="ca8b11d29e1e8585" providerId="LiveId" clId="{E7E5DE29-60A4-4D58-A8C4-A0E1502ACE36}" dt="2026-07-29T19:38:42.775" v="3988" actId="6264"/>
          <ac:spMkLst>
            <pc:docMk/>
            <pc:sldMk cId="1900120709" sldId="262"/>
            <ac:spMk id="25" creationId="{C77D5DBB-19D9-3939-4DF3-48A3A081AD28}"/>
          </ac:spMkLst>
        </pc:spChg>
        <pc:spChg chg="add del mod">
          <ac:chgData name="Guilherme da Costa Criscuolo" userId="ca8b11d29e1e8585" providerId="LiveId" clId="{E7E5DE29-60A4-4D58-A8C4-A0E1502ACE36}" dt="2026-07-29T19:38:55.116" v="3991" actId="6264"/>
          <ac:spMkLst>
            <pc:docMk/>
            <pc:sldMk cId="1900120709" sldId="262"/>
            <ac:spMk id="26" creationId="{7CDDFD26-B309-9020-1275-821B0BD40601}"/>
          </ac:spMkLst>
        </pc:spChg>
        <pc:spChg chg="add del mod">
          <ac:chgData name="Guilherme da Costa Criscuolo" userId="ca8b11d29e1e8585" providerId="LiveId" clId="{E7E5DE29-60A4-4D58-A8C4-A0E1502ACE36}" dt="2026-07-29T19:38:55.116" v="3991" actId="6264"/>
          <ac:spMkLst>
            <pc:docMk/>
            <pc:sldMk cId="1900120709" sldId="262"/>
            <ac:spMk id="27" creationId="{A346F3B4-E1A8-97D7-6263-2AA5F839899E}"/>
          </ac:spMkLst>
        </pc:spChg>
        <pc:spChg chg="add del mod">
          <ac:chgData name="Guilherme da Costa Criscuolo" userId="ca8b11d29e1e8585" providerId="LiveId" clId="{E7E5DE29-60A4-4D58-A8C4-A0E1502ACE36}" dt="2026-07-29T19:38:55.116" v="3991" actId="6264"/>
          <ac:spMkLst>
            <pc:docMk/>
            <pc:sldMk cId="1900120709" sldId="262"/>
            <ac:spMk id="28" creationId="{D813EDA7-3637-8FA2-3D37-94E4D092699C}"/>
          </ac:spMkLst>
        </pc:spChg>
        <pc:spChg chg="add del mod">
          <ac:chgData name="Guilherme da Costa Criscuolo" userId="ca8b11d29e1e8585" providerId="LiveId" clId="{E7E5DE29-60A4-4D58-A8C4-A0E1502ACE36}" dt="2026-07-29T19:38:55.116" v="3991" actId="6264"/>
          <ac:spMkLst>
            <pc:docMk/>
            <pc:sldMk cId="1900120709" sldId="262"/>
            <ac:spMk id="29" creationId="{53E78B93-E03C-4BA1-39EA-C32443933FFD}"/>
          </ac:spMkLst>
        </pc:spChg>
        <pc:picChg chg="add mod ord modCrop">
          <ac:chgData name="Guilherme da Costa Criscuolo" userId="ca8b11d29e1e8585" providerId="LiveId" clId="{E7E5DE29-60A4-4D58-A8C4-A0E1502ACE36}" dt="2026-07-29T19:38:59.846" v="3994" actId="18131"/>
          <ac:picMkLst>
            <pc:docMk/>
            <pc:sldMk cId="1900120709" sldId="262"/>
            <ac:picMk id="7" creationId="{BB467EB5-74CF-0B0D-4FED-622F3AF97D2A}"/>
          </ac:picMkLst>
        </pc:picChg>
      </pc:sldChg>
      <pc:sldChg chg="addSp delSp modSp new mod chgLayout">
        <pc:chgData name="Guilherme da Costa Criscuolo" userId="ca8b11d29e1e8585" providerId="LiveId" clId="{E7E5DE29-60A4-4D58-A8C4-A0E1502ACE36}" dt="2026-07-29T16:40:08.353" v="2256" actId="20577"/>
        <pc:sldMkLst>
          <pc:docMk/>
          <pc:sldMk cId="1362843819" sldId="263"/>
        </pc:sldMkLst>
        <pc:spChg chg="mod ord">
          <ac:chgData name="Guilherme da Costa Criscuolo" userId="ca8b11d29e1e8585" providerId="LiveId" clId="{E7E5DE29-60A4-4D58-A8C4-A0E1502ACE36}" dt="2026-07-29T16:39:51.075" v="2226" actId="6264"/>
          <ac:spMkLst>
            <pc:docMk/>
            <pc:sldMk cId="1362843819" sldId="263"/>
            <ac:spMk id="2" creationId="{06B3784C-EFB2-0DD7-FCBD-162A1395D529}"/>
          </ac:spMkLst>
        </pc:spChg>
        <pc:spChg chg="mod ord">
          <ac:chgData name="Guilherme da Costa Criscuolo" userId="ca8b11d29e1e8585" providerId="LiveId" clId="{E7E5DE29-60A4-4D58-A8C4-A0E1502ACE36}" dt="2026-07-29T16:39:51.075" v="2226" actId="6264"/>
          <ac:spMkLst>
            <pc:docMk/>
            <pc:sldMk cId="1362843819" sldId="263"/>
            <ac:spMk id="3" creationId="{3FB59C97-054B-C766-F021-B35D06414CCE}"/>
          </ac:spMkLst>
        </pc:spChg>
        <pc:spChg chg="del">
          <ac:chgData name="Guilherme da Costa Criscuolo" userId="ca8b11d29e1e8585" providerId="LiveId" clId="{E7E5DE29-60A4-4D58-A8C4-A0E1502ACE36}" dt="2026-07-29T16:39:51.075" v="2226" actId="6264"/>
          <ac:spMkLst>
            <pc:docMk/>
            <pc:sldMk cId="1362843819" sldId="263"/>
            <ac:spMk id="4" creationId="{33EE4547-9535-9541-00AE-6AB86B527D0B}"/>
          </ac:spMkLst>
        </pc:spChg>
        <pc:spChg chg="del">
          <ac:chgData name="Guilherme da Costa Criscuolo" userId="ca8b11d29e1e8585" providerId="LiveId" clId="{E7E5DE29-60A4-4D58-A8C4-A0E1502ACE36}" dt="2026-07-29T16:39:51.075" v="2226" actId="6264"/>
          <ac:spMkLst>
            <pc:docMk/>
            <pc:sldMk cId="1362843819" sldId="263"/>
            <ac:spMk id="5" creationId="{A248614B-AF30-EE71-31DD-34345D4AEE68}"/>
          </ac:spMkLst>
        </pc:spChg>
        <pc:spChg chg="add del mod">
          <ac:chgData name="Guilherme da Costa Criscuolo" userId="ca8b11d29e1e8585" providerId="LiveId" clId="{E7E5DE29-60A4-4D58-A8C4-A0E1502ACE36}" dt="2026-07-29T16:39:51.075" v="2226" actId="6264"/>
          <ac:spMkLst>
            <pc:docMk/>
            <pc:sldMk cId="1362843819" sldId="263"/>
            <ac:spMk id="6" creationId="{CCCDFEE6-55F5-B1DB-3DDF-EA12DBF063F3}"/>
          </ac:spMkLst>
        </pc:spChg>
        <pc:spChg chg="add del mod">
          <ac:chgData name="Guilherme da Costa Criscuolo" userId="ca8b11d29e1e8585" providerId="LiveId" clId="{E7E5DE29-60A4-4D58-A8C4-A0E1502ACE36}" dt="2026-07-29T16:39:51.075" v="2226" actId="6264"/>
          <ac:spMkLst>
            <pc:docMk/>
            <pc:sldMk cId="1362843819" sldId="263"/>
            <ac:spMk id="7" creationId="{C9DC9CD5-2244-D344-52A8-8251AE6FC5CE}"/>
          </ac:spMkLst>
        </pc:spChg>
        <pc:spChg chg="add mod ord">
          <ac:chgData name="Guilherme da Costa Criscuolo" userId="ca8b11d29e1e8585" providerId="LiveId" clId="{E7E5DE29-60A4-4D58-A8C4-A0E1502ACE36}" dt="2026-07-29T16:40:08.353" v="2256" actId="20577"/>
          <ac:spMkLst>
            <pc:docMk/>
            <pc:sldMk cId="1362843819" sldId="263"/>
            <ac:spMk id="8" creationId="{04A849BD-6EB8-8CEF-BF95-B5A00AF9EAAF}"/>
          </ac:spMkLst>
        </pc:spChg>
        <pc:spChg chg="add del mod ord">
          <ac:chgData name="Guilherme da Costa Criscuolo" userId="ca8b11d29e1e8585" providerId="LiveId" clId="{E7E5DE29-60A4-4D58-A8C4-A0E1502ACE36}" dt="2026-07-29T16:39:55.950" v="2227" actId="931"/>
          <ac:spMkLst>
            <pc:docMk/>
            <pc:sldMk cId="1362843819" sldId="263"/>
            <ac:spMk id="9" creationId="{E8730299-5F22-E02E-4A21-BA5A121F3396}"/>
          </ac:spMkLst>
        </pc:spChg>
        <pc:picChg chg="add mod ord">
          <ac:chgData name="Guilherme da Costa Criscuolo" userId="ca8b11d29e1e8585" providerId="LiveId" clId="{E7E5DE29-60A4-4D58-A8C4-A0E1502ACE36}" dt="2026-07-29T16:39:55.950" v="2227" actId="931"/>
          <ac:picMkLst>
            <pc:docMk/>
            <pc:sldMk cId="1362843819" sldId="263"/>
            <ac:picMk id="11" creationId="{CEDD6458-3BB6-25A9-90DA-D1D150E77075}"/>
          </ac:picMkLst>
        </pc:picChg>
      </pc:sldChg>
      <pc:sldChg chg="addSp delSp modSp new del mod chgLayout">
        <pc:chgData name="Guilherme da Costa Criscuolo" userId="ca8b11d29e1e8585" providerId="LiveId" clId="{E7E5DE29-60A4-4D58-A8C4-A0E1502ACE36}" dt="2026-07-29T17:33:32.462" v="2296" actId="47"/>
        <pc:sldMkLst>
          <pc:docMk/>
          <pc:sldMk cId="1980976622" sldId="264"/>
        </pc:sldMkLst>
        <pc:spChg chg="del">
          <ac:chgData name="Guilherme da Costa Criscuolo" userId="ca8b11d29e1e8585" providerId="LiveId" clId="{E7E5DE29-60A4-4D58-A8C4-A0E1502ACE36}" dt="2026-07-29T16:40:42.872" v="2266" actId="6264"/>
          <ac:spMkLst>
            <pc:docMk/>
            <pc:sldMk cId="1980976622" sldId="264"/>
            <ac:spMk id="2" creationId="{CA6C1935-1581-9468-F0DB-207D5982D9BE}"/>
          </ac:spMkLst>
        </pc:spChg>
        <pc:spChg chg="mod ord">
          <ac:chgData name="Guilherme da Costa Criscuolo" userId="ca8b11d29e1e8585" providerId="LiveId" clId="{E7E5DE29-60A4-4D58-A8C4-A0E1502ACE36}" dt="2026-07-29T16:40:58.520" v="2271" actId="6264"/>
          <ac:spMkLst>
            <pc:docMk/>
            <pc:sldMk cId="1980976622" sldId="264"/>
            <ac:spMk id="3" creationId="{6C6C81B1-70C3-A303-4C05-39BD1AF4555B}"/>
          </ac:spMkLst>
        </pc:spChg>
        <pc:spChg chg="add del">
          <ac:chgData name="Guilherme da Costa Criscuolo" userId="ca8b11d29e1e8585" providerId="LiveId" clId="{E7E5DE29-60A4-4D58-A8C4-A0E1502ACE36}" dt="2026-07-29T16:40:27.222" v="2261" actId="931"/>
          <ac:spMkLst>
            <pc:docMk/>
            <pc:sldMk cId="1980976622" sldId="264"/>
            <ac:spMk id="4" creationId="{77C099BD-4D21-45F0-D478-B2050E43D82D}"/>
          </ac:spMkLst>
        </pc:spChg>
        <pc:spChg chg="del">
          <ac:chgData name="Guilherme da Costa Criscuolo" userId="ca8b11d29e1e8585" providerId="LiveId" clId="{E7E5DE29-60A4-4D58-A8C4-A0E1502ACE36}" dt="2026-07-29T16:40:42.872" v="2266" actId="6264"/>
          <ac:spMkLst>
            <pc:docMk/>
            <pc:sldMk cId="1980976622" sldId="264"/>
            <ac:spMk id="6" creationId="{5BE3C1A5-80C0-C1D3-4589-154CBA6C523D}"/>
          </ac:spMkLst>
        </pc:spChg>
        <pc:spChg chg="del">
          <ac:chgData name="Guilherme da Costa Criscuolo" userId="ca8b11d29e1e8585" providerId="LiveId" clId="{E7E5DE29-60A4-4D58-A8C4-A0E1502ACE36}" dt="2026-07-29T16:40:42.872" v="2266" actId="6264"/>
          <ac:spMkLst>
            <pc:docMk/>
            <pc:sldMk cId="1980976622" sldId="264"/>
            <ac:spMk id="7" creationId="{8139B76F-2937-1F40-47E3-C0646A725C69}"/>
          </ac:spMkLst>
        </pc:spChg>
        <pc:spChg chg="add del mod">
          <ac:chgData name="Guilherme da Costa Criscuolo" userId="ca8b11d29e1e8585" providerId="LiveId" clId="{E7E5DE29-60A4-4D58-A8C4-A0E1502ACE36}" dt="2026-07-29T16:40:42.872" v="2266" actId="6264"/>
          <ac:spMkLst>
            <pc:docMk/>
            <pc:sldMk cId="1980976622" sldId="264"/>
            <ac:spMk id="11" creationId="{6FC93370-5873-F92B-7BA8-7A2B7B5766DB}"/>
          </ac:spMkLst>
        </pc:spChg>
        <pc:spChg chg="add del mod ord">
          <ac:chgData name="Guilherme da Costa Criscuolo" userId="ca8b11d29e1e8585" providerId="LiveId" clId="{E7E5DE29-60A4-4D58-A8C4-A0E1502ACE36}" dt="2026-07-29T16:40:49.591" v="2268" actId="6264"/>
          <ac:spMkLst>
            <pc:docMk/>
            <pc:sldMk cId="1980976622" sldId="264"/>
            <ac:spMk id="12" creationId="{F9FC5FB6-F57C-B137-2CA2-B4CFCF0E3DE2}"/>
          </ac:spMkLst>
        </pc:spChg>
        <pc:spChg chg="add mod ord">
          <ac:chgData name="Guilherme da Costa Criscuolo" userId="ca8b11d29e1e8585" providerId="LiveId" clId="{E7E5DE29-60A4-4D58-A8C4-A0E1502ACE36}" dt="2026-07-29T16:40:42.872" v="2266" actId="6264"/>
          <ac:spMkLst>
            <pc:docMk/>
            <pc:sldMk cId="1980976622" sldId="264"/>
            <ac:spMk id="13" creationId="{296A1393-2D6F-7B83-6C06-6653C61CDC53}"/>
          </ac:spMkLst>
        </pc:spChg>
        <pc:spChg chg="add del mod ord">
          <ac:chgData name="Guilherme da Costa Criscuolo" userId="ca8b11d29e1e8585" providerId="LiveId" clId="{E7E5DE29-60A4-4D58-A8C4-A0E1502ACE36}" dt="2026-07-29T16:40:46.853" v="2267" actId="931"/>
          <ac:spMkLst>
            <pc:docMk/>
            <pc:sldMk cId="1980976622" sldId="264"/>
            <ac:spMk id="14" creationId="{5450F92D-7559-F83A-ABDB-C0A83EE9D62B}"/>
          </ac:spMkLst>
        </pc:spChg>
        <pc:spChg chg="add del mod ord">
          <ac:chgData name="Guilherme da Costa Criscuolo" userId="ca8b11d29e1e8585" providerId="LiveId" clId="{E7E5DE29-60A4-4D58-A8C4-A0E1502ACE36}" dt="2026-07-29T16:40:49.591" v="2268" actId="6264"/>
          <ac:spMkLst>
            <pc:docMk/>
            <pc:sldMk cId="1980976622" sldId="264"/>
            <ac:spMk id="16" creationId="{FA3620BF-74F5-4AF0-C92E-373095CBC6A9}"/>
          </ac:spMkLst>
        </pc:spChg>
        <pc:spChg chg="add del mod ord">
          <ac:chgData name="Guilherme da Costa Criscuolo" userId="ca8b11d29e1e8585" providerId="LiveId" clId="{E7E5DE29-60A4-4D58-A8C4-A0E1502ACE36}" dt="2026-07-29T16:40:49.591" v="2268" actId="6264"/>
          <ac:spMkLst>
            <pc:docMk/>
            <pc:sldMk cId="1980976622" sldId="264"/>
            <ac:spMk id="17" creationId="{7BBB8B77-D743-A9FD-95AA-5ECEF076ACB9}"/>
          </ac:spMkLst>
        </pc:spChg>
        <pc:spChg chg="add del mod">
          <ac:chgData name="Guilherme da Costa Criscuolo" userId="ca8b11d29e1e8585" providerId="LiveId" clId="{E7E5DE29-60A4-4D58-A8C4-A0E1502ACE36}" dt="2026-07-29T16:40:49.591" v="2268" actId="6264"/>
          <ac:spMkLst>
            <pc:docMk/>
            <pc:sldMk cId="1980976622" sldId="264"/>
            <ac:spMk id="20" creationId="{A87BA1AD-1139-14DB-2B06-B9F5BF85398E}"/>
          </ac:spMkLst>
        </pc:spChg>
        <pc:spChg chg="add del mod">
          <ac:chgData name="Guilherme da Costa Criscuolo" userId="ca8b11d29e1e8585" providerId="LiveId" clId="{E7E5DE29-60A4-4D58-A8C4-A0E1502ACE36}" dt="2026-07-29T16:40:49.591" v="2268" actId="6264"/>
          <ac:spMkLst>
            <pc:docMk/>
            <pc:sldMk cId="1980976622" sldId="264"/>
            <ac:spMk id="21" creationId="{6B340F88-0DD2-EC61-698B-F396408E826B}"/>
          </ac:spMkLst>
        </pc:spChg>
        <pc:spChg chg="add del mod ord">
          <ac:chgData name="Guilherme da Costa Criscuolo" userId="ca8b11d29e1e8585" providerId="LiveId" clId="{E7E5DE29-60A4-4D58-A8C4-A0E1502ACE36}" dt="2026-07-29T16:40:58.520" v="2271" actId="6264"/>
          <ac:spMkLst>
            <pc:docMk/>
            <pc:sldMk cId="1980976622" sldId="264"/>
            <ac:spMk id="22" creationId="{EEA36610-FDC6-E2DD-6F77-111B23246E94}"/>
          </ac:spMkLst>
        </pc:spChg>
        <pc:spChg chg="add del mod ord">
          <ac:chgData name="Guilherme da Costa Criscuolo" userId="ca8b11d29e1e8585" providerId="LiveId" clId="{E7E5DE29-60A4-4D58-A8C4-A0E1502ACE36}" dt="2026-07-29T16:40:58.520" v="2271" actId="6264"/>
          <ac:spMkLst>
            <pc:docMk/>
            <pc:sldMk cId="1980976622" sldId="264"/>
            <ac:spMk id="23" creationId="{86430C5F-73CA-61E4-27E6-866BFC54C479}"/>
          </ac:spMkLst>
        </pc:spChg>
        <pc:spChg chg="add del mod ord">
          <ac:chgData name="Guilherme da Costa Criscuolo" userId="ca8b11d29e1e8585" providerId="LiveId" clId="{E7E5DE29-60A4-4D58-A8C4-A0E1502ACE36}" dt="2026-07-29T16:40:58.520" v="2271" actId="6264"/>
          <ac:spMkLst>
            <pc:docMk/>
            <pc:sldMk cId="1980976622" sldId="264"/>
            <ac:spMk id="25" creationId="{99CBF07F-AFBA-C9B4-936B-2BC72816AC1B}"/>
          </ac:spMkLst>
        </pc:spChg>
        <pc:spChg chg="add del mod ord">
          <ac:chgData name="Guilherme da Costa Criscuolo" userId="ca8b11d29e1e8585" providerId="LiveId" clId="{E7E5DE29-60A4-4D58-A8C4-A0E1502ACE36}" dt="2026-07-29T16:40:58.520" v="2271" actId="6264"/>
          <ac:spMkLst>
            <pc:docMk/>
            <pc:sldMk cId="1980976622" sldId="264"/>
            <ac:spMk id="26" creationId="{533D93EE-47ED-2EF2-A150-3C03009750CC}"/>
          </ac:spMkLst>
        </pc:spChg>
        <pc:spChg chg="add del mod">
          <ac:chgData name="Guilherme da Costa Criscuolo" userId="ca8b11d29e1e8585" providerId="LiveId" clId="{E7E5DE29-60A4-4D58-A8C4-A0E1502ACE36}" dt="2026-07-29T16:40:58.520" v="2271" actId="6264"/>
          <ac:spMkLst>
            <pc:docMk/>
            <pc:sldMk cId="1980976622" sldId="264"/>
            <ac:spMk id="28" creationId="{57FAB9C9-11C7-9C01-4C77-C6120536E448}"/>
          </ac:spMkLst>
        </pc:spChg>
        <pc:spChg chg="add mod ord">
          <ac:chgData name="Guilherme da Costa Criscuolo" userId="ca8b11d29e1e8585" providerId="LiveId" clId="{E7E5DE29-60A4-4D58-A8C4-A0E1502ACE36}" dt="2026-07-29T16:40:58.520" v="2271" actId="6264"/>
          <ac:spMkLst>
            <pc:docMk/>
            <pc:sldMk cId="1980976622" sldId="264"/>
            <ac:spMk id="29" creationId="{FC2CE119-1EFB-F5C5-D878-99611B14AD31}"/>
          </ac:spMkLst>
        </pc:spChg>
        <pc:spChg chg="add mod ord">
          <ac:chgData name="Guilherme da Costa Criscuolo" userId="ca8b11d29e1e8585" providerId="LiveId" clId="{E7E5DE29-60A4-4D58-A8C4-A0E1502ACE36}" dt="2026-07-29T17:33:29.789" v="2295"/>
          <ac:spMkLst>
            <pc:docMk/>
            <pc:sldMk cId="1980976622" sldId="264"/>
            <ac:spMk id="30" creationId="{1DAE4E95-1B6B-9B8C-61A0-DDD830210327}"/>
          </ac:spMkLst>
        </pc:spChg>
        <pc:spChg chg="add mod ord">
          <ac:chgData name="Guilherme da Costa Criscuolo" userId="ca8b11d29e1e8585" providerId="LiveId" clId="{E7E5DE29-60A4-4D58-A8C4-A0E1502ACE36}" dt="2026-07-29T17:33:25.908" v="2293" actId="20577"/>
          <ac:spMkLst>
            <pc:docMk/>
            <pc:sldMk cId="1980976622" sldId="264"/>
            <ac:spMk id="31" creationId="{0112A379-2342-6B09-F91C-5FD23025CC38}"/>
          </ac:spMkLst>
        </pc:spChg>
        <pc:spChg chg="add mod ord">
          <ac:chgData name="Guilherme da Costa Criscuolo" userId="ca8b11d29e1e8585" providerId="LiveId" clId="{E7E5DE29-60A4-4D58-A8C4-A0E1502ACE36}" dt="2026-07-29T16:40:58.520" v="2271" actId="6264"/>
          <ac:spMkLst>
            <pc:docMk/>
            <pc:sldMk cId="1980976622" sldId="264"/>
            <ac:spMk id="32" creationId="{DE1B55CD-92A5-8D3E-028E-1EB3FC5BA220}"/>
          </ac:spMkLst>
        </pc:spChg>
        <pc:picChg chg="add del mod ord">
          <ac:chgData name="Guilherme da Costa Criscuolo" userId="ca8b11d29e1e8585" providerId="LiveId" clId="{E7E5DE29-60A4-4D58-A8C4-A0E1502ACE36}" dt="2026-07-29T16:40:27.222" v="2261" actId="931"/>
          <ac:picMkLst>
            <pc:docMk/>
            <pc:sldMk cId="1980976622" sldId="264"/>
            <ac:picMk id="10" creationId="{628585F9-F9F5-85CE-8C62-135F5C68941A}"/>
          </ac:picMkLst>
        </pc:picChg>
        <pc:picChg chg="add mod ord">
          <ac:chgData name="Guilherme da Costa Criscuolo" userId="ca8b11d29e1e8585" providerId="LiveId" clId="{E7E5DE29-60A4-4D58-A8C4-A0E1502ACE36}" dt="2026-07-29T16:40:46.853" v="2267" actId="931"/>
          <ac:picMkLst>
            <pc:docMk/>
            <pc:sldMk cId="1980976622" sldId="264"/>
            <ac:picMk id="19" creationId="{A85C9A38-E672-7E9A-49F0-5D862DB525C8}"/>
          </ac:picMkLst>
        </pc:picChg>
      </pc:sldChg>
      <pc:sldChg chg="addSp delSp modSp new mod modClrScheme chgLayout">
        <pc:chgData name="Guilherme da Costa Criscuolo" userId="ca8b11d29e1e8585" providerId="LiveId" clId="{E7E5DE29-60A4-4D58-A8C4-A0E1502ACE36}" dt="2026-07-29T17:36:24.724" v="2354" actId="6264"/>
        <pc:sldMkLst>
          <pc:docMk/>
          <pc:sldMk cId="2016878886" sldId="265"/>
        </pc:sldMkLst>
        <pc:spChg chg="mod ord">
          <ac:chgData name="Guilherme da Costa Criscuolo" userId="ca8b11d29e1e8585" providerId="LiveId" clId="{E7E5DE29-60A4-4D58-A8C4-A0E1502ACE36}" dt="2026-07-29T17:36:24.724" v="2354" actId="6264"/>
          <ac:spMkLst>
            <pc:docMk/>
            <pc:sldMk cId="2016878886" sldId="265"/>
            <ac:spMk id="2" creationId="{E2B2AB1B-4F96-D2A2-6036-952A25FFD017}"/>
          </ac:spMkLst>
        </pc:spChg>
        <pc:spChg chg="mod ord">
          <ac:chgData name="Guilherme da Costa Criscuolo" userId="ca8b11d29e1e8585" providerId="LiveId" clId="{E7E5DE29-60A4-4D58-A8C4-A0E1502ACE36}" dt="2026-07-29T17:35:54.247" v="2346" actId="700"/>
          <ac:spMkLst>
            <pc:docMk/>
            <pc:sldMk cId="2016878886" sldId="265"/>
            <ac:spMk id="3" creationId="{D43C6989-5D72-B890-B112-C3AE0733BE64}"/>
          </ac:spMkLst>
        </pc:spChg>
        <pc:spChg chg="add del">
          <ac:chgData name="Guilherme da Costa Criscuolo" userId="ca8b11d29e1e8585" providerId="LiveId" clId="{E7E5DE29-60A4-4D58-A8C4-A0E1502ACE36}" dt="2026-07-29T17:34:22.684" v="2313" actId="931"/>
          <ac:spMkLst>
            <pc:docMk/>
            <pc:sldMk cId="2016878886" sldId="265"/>
            <ac:spMk id="4" creationId="{7B511A2E-0164-E6F2-596D-51A4C33E9613}"/>
          </ac:spMkLst>
        </pc:spChg>
        <pc:spChg chg="mod ord">
          <ac:chgData name="Guilherme da Costa Criscuolo" userId="ca8b11d29e1e8585" providerId="LiveId" clId="{E7E5DE29-60A4-4D58-A8C4-A0E1502ACE36}" dt="2026-07-29T17:36:24.724" v="2354" actId="6264"/>
          <ac:spMkLst>
            <pc:docMk/>
            <pc:sldMk cId="2016878886" sldId="265"/>
            <ac:spMk id="5" creationId="{611918B9-56E3-608F-32EA-5784A330B8B3}"/>
          </ac:spMkLst>
        </pc:spChg>
        <pc:spChg chg="mod ord">
          <ac:chgData name="Guilherme da Costa Criscuolo" userId="ca8b11d29e1e8585" providerId="LiveId" clId="{E7E5DE29-60A4-4D58-A8C4-A0E1502ACE36}" dt="2026-07-29T17:36:24.724" v="2354" actId="6264"/>
          <ac:spMkLst>
            <pc:docMk/>
            <pc:sldMk cId="2016878886" sldId="265"/>
            <ac:spMk id="6" creationId="{A46F0925-AFF5-9B4C-8B9D-B1FF5C14AE00}"/>
          </ac:spMkLst>
        </pc:spChg>
        <pc:spChg chg="del">
          <ac:chgData name="Guilherme da Costa Criscuolo" userId="ca8b11d29e1e8585" providerId="LiveId" clId="{E7E5DE29-60A4-4D58-A8C4-A0E1502ACE36}" dt="2026-07-29T17:34:44.463" v="2314" actId="931"/>
          <ac:spMkLst>
            <pc:docMk/>
            <pc:sldMk cId="2016878886" sldId="265"/>
            <ac:spMk id="8" creationId="{F653F5D4-B30E-6EF8-83F8-39E833CF1ABB}"/>
          </ac:spMkLst>
        </pc:spChg>
        <pc:spChg chg="del mod ord">
          <ac:chgData name="Guilherme da Costa Criscuolo" userId="ca8b11d29e1e8585" providerId="LiveId" clId="{E7E5DE29-60A4-4D58-A8C4-A0E1502ACE36}" dt="2026-07-29T17:35:51.765" v="2345" actId="478"/>
          <ac:spMkLst>
            <pc:docMk/>
            <pc:sldMk cId="2016878886" sldId="265"/>
            <ac:spMk id="9" creationId="{3D8225DF-6E3A-6A43-E33C-BBD39B687173}"/>
          </ac:spMkLst>
        </pc:spChg>
        <pc:spChg chg="add del mod">
          <ac:chgData name="Guilherme da Costa Criscuolo" userId="ca8b11d29e1e8585" providerId="LiveId" clId="{E7E5DE29-60A4-4D58-A8C4-A0E1502ACE36}" dt="2026-07-29T17:34:56.290" v="2325" actId="6264"/>
          <ac:spMkLst>
            <pc:docMk/>
            <pc:sldMk cId="2016878886" sldId="265"/>
            <ac:spMk id="17" creationId="{EA406D33-2B7F-AACB-B51D-DBAB87E45D67}"/>
          </ac:spMkLst>
        </pc:spChg>
        <pc:spChg chg="add del mod">
          <ac:chgData name="Guilherme da Costa Criscuolo" userId="ca8b11d29e1e8585" providerId="LiveId" clId="{E7E5DE29-60A4-4D58-A8C4-A0E1502ACE36}" dt="2026-07-29T17:34:56.290" v="2325" actId="6264"/>
          <ac:spMkLst>
            <pc:docMk/>
            <pc:sldMk cId="2016878886" sldId="265"/>
            <ac:spMk id="18" creationId="{F7F720B9-547F-957D-4932-7665539BD36F}"/>
          </ac:spMkLst>
        </pc:spChg>
        <pc:spChg chg="add del mod">
          <ac:chgData name="Guilherme da Costa Criscuolo" userId="ca8b11d29e1e8585" providerId="LiveId" clId="{E7E5DE29-60A4-4D58-A8C4-A0E1502ACE36}" dt="2026-07-29T17:34:56.290" v="2325" actId="6264"/>
          <ac:spMkLst>
            <pc:docMk/>
            <pc:sldMk cId="2016878886" sldId="265"/>
            <ac:spMk id="22" creationId="{466BF60D-F9CD-0CB2-90BD-5ECE1A9B2E13}"/>
          </ac:spMkLst>
        </pc:spChg>
        <pc:spChg chg="add del mod">
          <ac:chgData name="Guilherme da Costa Criscuolo" userId="ca8b11d29e1e8585" providerId="LiveId" clId="{E7E5DE29-60A4-4D58-A8C4-A0E1502ACE36}" dt="2026-07-29T17:34:56.290" v="2325" actId="6264"/>
          <ac:spMkLst>
            <pc:docMk/>
            <pc:sldMk cId="2016878886" sldId="265"/>
            <ac:spMk id="23" creationId="{06BD4CBD-664E-1A1C-27FE-BEA94CCFFDAF}"/>
          </ac:spMkLst>
        </pc:spChg>
        <pc:spChg chg="add del mod ord">
          <ac:chgData name="Guilherme da Costa Criscuolo" userId="ca8b11d29e1e8585" providerId="LiveId" clId="{E7E5DE29-60A4-4D58-A8C4-A0E1502ACE36}" dt="2026-07-29T17:35:20.189" v="2336" actId="931"/>
          <ac:spMkLst>
            <pc:docMk/>
            <pc:sldMk cId="2016878886" sldId="265"/>
            <ac:spMk id="24" creationId="{71E202F1-5A43-A3EF-2A82-9500F3BEB367}"/>
          </ac:spMkLst>
        </pc:spChg>
        <pc:spChg chg="add del mod ord">
          <ac:chgData name="Guilherme da Costa Criscuolo" userId="ca8b11d29e1e8585" providerId="LiveId" clId="{E7E5DE29-60A4-4D58-A8C4-A0E1502ACE36}" dt="2026-07-29T17:35:28.243" v="2337" actId="931"/>
          <ac:spMkLst>
            <pc:docMk/>
            <pc:sldMk cId="2016878886" sldId="265"/>
            <ac:spMk id="25" creationId="{8020CD73-3439-5CB6-A181-B06B3A2E91C5}"/>
          </ac:spMkLst>
        </pc:spChg>
        <pc:spChg chg="add del mod">
          <ac:chgData name="Guilherme da Costa Criscuolo" userId="ca8b11d29e1e8585" providerId="LiveId" clId="{E7E5DE29-60A4-4D58-A8C4-A0E1502ACE36}" dt="2026-07-29T17:35:54.247" v="2346" actId="700"/>
          <ac:spMkLst>
            <pc:docMk/>
            <pc:sldMk cId="2016878886" sldId="265"/>
            <ac:spMk id="31" creationId="{546B5511-AA22-D9CD-D7CC-9473C3CE6337}"/>
          </ac:spMkLst>
        </pc:spChg>
        <pc:spChg chg="add del mod">
          <ac:chgData name="Guilherme da Costa Criscuolo" userId="ca8b11d29e1e8585" providerId="LiveId" clId="{E7E5DE29-60A4-4D58-A8C4-A0E1502ACE36}" dt="2026-07-29T17:35:54.247" v="2346" actId="700"/>
          <ac:spMkLst>
            <pc:docMk/>
            <pc:sldMk cId="2016878886" sldId="265"/>
            <ac:spMk id="33" creationId="{9C3755D3-CCDB-0527-01DF-7E8AE94F3C85}"/>
          </ac:spMkLst>
        </pc:spChg>
        <pc:spChg chg="add del mod">
          <ac:chgData name="Guilherme da Costa Criscuolo" userId="ca8b11d29e1e8585" providerId="LiveId" clId="{E7E5DE29-60A4-4D58-A8C4-A0E1502ACE36}" dt="2026-07-29T17:36:24.724" v="2354" actId="6264"/>
          <ac:spMkLst>
            <pc:docMk/>
            <pc:sldMk cId="2016878886" sldId="265"/>
            <ac:spMk id="34" creationId="{058A9860-1C95-F1E9-B9DE-6BEF05096697}"/>
          </ac:spMkLst>
        </pc:spChg>
        <pc:spChg chg="add del mod">
          <ac:chgData name="Guilherme da Costa Criscuolo" userId="ca8b11d29e1e8585" providerId="LiveId" clId="{E7E5DE29-60A4-4D58-A8C4-A0E1502ACE36}" dt="2026-07-29T17:36:24.724" v="2354" actId="6264"/>
          <ac:spMkLst>
            <pc:docMk/>
            <pc:sldMk cId="2016878886" sldId="265"/>
            <ac:spMk id="35" creationId="{10115620-5087-D323-1884-7783D95BFC08}"/>
          </ac:spMkLst>
        </pc:spChg>
        <pc:spChg chg="add del mod">
          <ac:chgData name="Guilherme da Costa Criscuolo" userId="ca8b11d29e1e8585" providerId="LiveId" clId="{E7E5DE29-60A4-4D58-A8C4-A0E1502ACE36}" dt="2026-07-29T17:36:24.724" v="2354" actId="6264"/>
          <ac:spMkLst>
            <pc:docMk/>
            <pc:sldMk cId="2016878886" sldId="265"/>
            <ac:spMk id="36" creationId="{DE82FD0B-E372-3788-8BA3-18FC6B12BA14}"/>
          </ac:spMkLst>
        </pc:spChg>
        <pc:spChg chg="add del mod">
          <ac:chgData name="Guilherme da Costa Criscuolo" userId="ca8b11d29e1e8585" providerId="LiveId" clId="{E7E5DE29-60A4-4D58-A8C4-A0E1502ACE36}" dt="2026-07-29T17:36:24.724" v="2354" actId="6264"/>
          <ac:spMkLst>
            <pc:docMk/>
            <pc:sldMk cId="2016878886" sldId="265"/>
            <ac:spMk id="37" creationId="{64763E8A-0107-B59E-B6F0-D63E67F1945D}"/>
          </ac:spMkLst>
        </pc:spChg>
        <pc:spChg chg="add del mod">
          <ac:chgData name="Guilherme da Costa Criscuolo" userId="ca8b11d29e1e8585" providerId="LiveId" clId="{E7E5DE29-60A4-4D58-A8C4-A0E1502ACE36}" dt="2026-07-29T17:36:24.724" v="2354" actId="6264"/>
          <ac:spMkLst>
            <pc:docMk/>
            <pc:sldMk cId="2016878886" sldId="265"/>
            <ac:spMk id="38" creationId="{A4861F28-2D84-BFFB-D215-32AED7C46A96}"/>
          </ac:spMkLst>
        </pc:spChg>
        <pc:spChg chg="add del mod">
          <ac:chgData name="Guilherme da Costa Criscuolo" userId="ca8b11d29e1e8585" providerId="LiveId" clId="{E7E5DE29-60A4-4D58-A8C4-A0E1502ACE36}" dt="2026-07-29T17:36:24.724" v="2354" actId="6264"/>
          <ac:spMkLst>
            <pc:docMk/>
            <pc:sldMk cId="2016878886" sldId="265"/>
            <ac:spMk id="39" creationId="{67813EB4-3F98-755C-45DC-DF76C2273E03}"/>
          </ac:spMkLst>
        </pc:spChg>
        <pc:spChg chg="add del mod">
          <ac:chgData name="Guilherme da Costa Criscuolo" userId="ca8b11d29e1e8585" providerId="LiveId" clId="{E7E5DE29-60A4-4D58-A8C4-A0E1502ACE36}" dt="2026-07-29T17:36:24.724" v="2354" actId="6264"/>
          <ac:spMkLst>
            <pc:docMk/>
            <pc:sldMk cId="2016878886" sldId="265"/>
            <ac:spMk id="40" creationId="{AE8D234D-09F2-7F09-19FD-6AAAC229571C}"/>
          </ac:spMkLst>
        </pc:spChg>
        <pc:picChg chg="add del mod ord">
          <ac:chgData name="Guilherme da Costa Criscuolo" userId="ca8b11d29e1e8585" providerId="LiveId" clId="{E7E5DE29-60A4-4D58-A8C4-A0E1502ACE36}" dt="2026-07-29T17:34:10.642" v="2309" actId="931"/>
          <ac:picMkLst>
            <pc:docMk/>
            <pc:sldMk cId="2016878886" sldId="265"/>
            <ac:picMk id="12" creationId="{B3D81527-39A7-555C-34F0-E201FB0071AA}"/>
          </ac:picMkLst>
        </pc:picChg>
        <pc:picChg chg="add mod ord">
          <ac:chgData name="Guilherme da Costa Criscuolo" userId="ca8b11d29e1e8585" providerId="LiveId" clId="{E7E5DE29-60A4-4D58-A8C4-A0E1502ACE36}" dt="2026-07-29T17:35:54.247" v="2346" actId="700"/>
          <ac:picMkLst>
            <pc:docMk/>
            <pc:sldMk cId="2016878886" sldId="265"/>
            <ac:picMk id="14" creationId="{F9AD4741-C3C8-9259-605D-C63DDF27CCF0}"/>
          </ac:picMkLst>
        </pc:picChg>
        <pc:picChg chg="add mod ord">
          <ac:chgData name="Guilherme da Costa Criscuolo" userId="ca8b11d29e1e8585" providerId="LiveId" clId="{E7E5DE29-60A4-4D58-A8C4-A0E1502ACE36}" dt="2026-07-29T17:35:54.247" v="2346" actId="700"/>
          <ac:picMkLst>
            <pc:docMk/>
            <pc:sldMk cId="2016878886" sldId="265"/>
            <ac:picMk id="16" creationId="{8D452CE9-8E14-CC74-CDD8-6D0B2B551E6B}"/>
          </ac:picMkLst>
        </pc:picChg>
        <pc:picChg chg="add mod ord">
          <ac:chgData name="Guilherme da Costa Criscuolo" userId="ca8b11d29e1e8585" providerId="LiveId" clId="{E7E5DE29-60A4-4D58-A8C4-A0E1502ACE36}" dt="2026-07-29T17:35:54.247" v="2346" actId="700"/>
          <ac:picMkLst>
            <pc:docMk/>
            <pc:sldMk cId="2016878886" sldId="265"/>
            <ac:picMk id="27" creationId="{90DE936D-DC29-E1DA-86C5-3D9175EEE88E}"/>
          </ac:picMkLst>
        </pc:picChg>
        <pc:picChg chg="add del mod ord">
          <ac:chgData name="Guilherme da Costa Criscuolo" userId="ca8b11d29e1e8585" providerId="LiveId" clId="{E7E5DE29-60A4-4D58-A8C4-A0E1502ACE36}" dt="2026-07-29T17:35:51.765" v="2345" actId="478"/>
          <ac:picMkLst>
            <pc:docMk/>
            <pc:sldMk cId="2016878886" sldId="265"/>
            <ac:picMk id="29" creationId="{24312A21-DD6E-0A75-DD7E-27EE7DFF7DF1}"/>
          </ac:picMkLst>
        </pc:picChg>
      </pc:sldChg>
      <pc:sldChg chg="new del">
        <pc:chgData name="Guilherme da Costa Criscuolo" userId="ca8b11d29e1e8585" providerId="LiveId" clId="{E7E5DE29-60A4-4D58-A8C4-A0E1502ACE36}" dt="2026-07-29T17:36:36.415" v="2357" actId="47"/>
        <pc:sldMkLst>
          <pc:docMk/>
          <pc:sldMk cId="1542933714" sldId="266"/>
        </pc:sldMkLst>
      </pc:sldChg>
      <pc:sldChg chg="new del">
        <pc:chgData name="Guilherme da Costa Criscuolo" userId="ca8b11d29e1e8585" providerId="LiveId" clId="{E7E5DE29-60A4-4D58-A8C4-A0E1502ACE36}" dt="2026-07-29T17:38:42.969" v="2445" actId="47"/>
        <pc:sldMkLst>
          <pc:docMk/>
          <pc:sldMk cId="944624319" sldId="267"/>
        </pc:sldMkLst>
      </pc:sldChg>
      <pc:sldChg chg="new del">
        <pc:chgData name="Guilherme da Costa Criscuolo" userId="ca8b11d29e1e8585" providerId="LiveId" clId="{E7E5DE29-60A4-4D58-A8C4-A0E1502ACE36}" dt="2026-07-29T17:38:42.969" v="2445" actId="47"/>
        <pc:sldMkLst>
          <pc:docMk/>
          <pc:sldMk cId="2603832426" sldId="268"/>
        </pc:sldMkLst>
      </pc:sldChg>
      <pc:sldChg chg="new del">
        <pc:chgData name="Guilherme da Costa Criscuolo" userId="ca8b11d29e1e8585" providerId="LiveId" clId="{E7E5DE29-60A4-4D58-A8C4-A0E1502ACE36}" dt="2026-07-29T17:38:42.969" v="2445" actId="47"/>
        <pc:sldMkLst>
          <pc:docMk/>
          <pc:sldMk cId="1860519431" sldId="269"/>
        </pc:sldMkLst>
      </pc:sldChg>
      <pc:sldChg chg="new del">
        <pc:chgData name="Guilherme da Costa Criscuolo" userId="ca8b11d29e1e8585" providerId="LiveId" clId="{E7E5DE29-60A4-4D58-A8C4-A0E1502ACE36}" dt="2026-07-29T17:38:42.969" v="2445" actId="47"/>
        <pc:sldMkLst>
          <pc:docMk/>
          <pc:sldMk cId="4125670877" sldId="270"/>
        </pc:sldMkLst>
      </pc:sldChg>
      <pc:sldChg chg="addSp delSp modSp new mod modClrScheme chgLayout">
        <pc:chgData name="Guilherme da Costa Criscuolo" userId="ca8b11d29e1e8585" providerId="LiveId" clId="{E7E5DE29-60A4-4D58-A8C4-A0E1502ACE36}" dt="2026-07-29T17:40:29.359" v="2487"/>
        <pc:sldMkLst>
          <pc:docMk/>
          <pc:sldMk cId="3350266161" sldId="271"/>
        </pc:sldMkLst>
        <pc:spChg chg="mod ord">
          <ac:chgData name="Guilherme da Costa Criscuolo" userId="ca8b11d29e1e8585" providerId="LiveId" clId="{E7E5DE29-60A4-4D58-A8C4-A0E1502ACE36}" dt="2026-07-29T17:40:10.828" v="2479" actId="700"/>
          <ac:spMkLst>
            <pc:docMk/>
            <pc:sldMk cId="3350266161" sldId="271"/>
            <ac:spMk id="2" creationId="{37789526-0906-52A3-EA71-9A4CDBFB0118}"/>
          </ac:spMkLst>
        </pc:spChg>
        <pc:spChg chg="mod ord">
          <ac:chgData name="Guilherme da Costa Criscuolo" userId="ca8b11d29e1e8585" providerId="LiveId" clId="{E7E5DE29-60A4-4D58-A8C4-A0E1502ACE36}" dt="2026-07-29T17:40:21.707" v="2484" actId="27636"/>
          <ac:spMkLst>
            <pc:docMk/>
            <pc:sldMk cId="3350266161" sldId="271"/>
            <ac:spMk id="4" creationId="{D8FD3712-B8AA-46DE-FD83-DFA7D5F8278C}"/>
          </ac:spMkLst>
        </pc:spChg>
        <pc:spChg chg="del">
          <ac:chgData name="Guilherme da Costa Criscuolo" userId="ca8b11d29e1e8585" providerId="LiveId" clId="{E7E5DE29-60A4-4D58-A8C4-A0E1502ACE36}" dt="2026-07-29T17:39:17.066" v="2466" actId="931"/>
          <ac:spMkLst>
            <pc:docMk/>
            <pc:sldMk cId="3350266161" sldId="271"/>
            <ac:spMk id="5" creationId="{076C006A-AEE9-95E1-CCBC-D61CA646F7C3}"/>
          </ac:spMkLst>
        </pc:spChg>
        <pc:spChg chg="mod">
          <ac:chgData name="Guilherme da Costa Criscuolo" userId="ca8b11d29e1e8585" providerId="LiveId" clId="{E7E5DE29-60A4-4D58-A8C4-A0E1502ACE36}" dt="2026-07-29T17:40:24.488" v="2485"/>
          <ac:spMkLst>
            <pc:docMk/>
            <pc:sldMk cId="3350266161" sldId="271"/>
            <ac:spMk id="6" creationId="{1C8AFB89-B2D5-718A-2047-638FDEE42CA3}"/>
          </ac:spMkLst>
        </pc:spChg>
        <pc:spChg chg="del">
          <ac:chgData name="Guilherme da Costa Criscuolo" userId="ca8b11d29e1e8585" providerId="LiveId" clId="{E7E5DE29-60A4-4D58-A8C4-A0E1502ACE36}" dt="2026-07-29T17:39:19.357" v="2467" actId="931"/>
          <ac:spMkLst>
            <pc:docMk/>
            <pc:sldMk cId="3350266161" sldId="271"/>
            <ac:spMk id="7" creationId="{DB4D65D4-6FE2-EF56-F777-490C257D61C4}"/>
          </ac:spMkLst>
        </pc:spChg>
        <pc:spChg chg="del mod">
          <ac:chgData name="Guilherme da Costa Criscuolo" userId="ca8b11d29e1e8585" providerId="LiveId" clId="{E7E5DE29-60A4-4D58-A8C4-A0E1502ACE36}" dt="2026-07-29T17:40:07.840" v="2478" actId="478"/>
          <ac:spMkLst>
            <pc:docMk/>
            <pc:sldMk cId="3350266161" sldId="271"/>
            <ac:spMk id="8" creationId="{A9C3BAEC-BC75-3959-A1BC-2707F9BFA965}"/>
          </ac:spMkLst>
        </pc:spChg>
        <pc:spChg chg="del">
          <ac:chgData name="Guilherme da Costa Criscuolo" userId="ca8b11d29e1e8585" providerId="LiveId" clId="{E7E5DE29-60A4-4D58-A8C4-A0E1502ACE36}" dt="2026-07-29T17:39:22.982" v="2468" actId="931"/>
          <ac:spMkLst>
            <pc:docMk/>
            <pc:sldMk cId="3350266161" sldId="271"/>
            <ac:spMk id="9" creationId="{E1B6593F-8889-477F-89E4-D95AF3AB9E52}"/>
          </ac:spMkLst>
        </pc:spChg>
        <pc:spChg chg="del mod">
          <ac:chgData name="Guilherme da Costa Criscuolo" userId="ca8b11d29e1e8585" providerId="LiveId" clId="{E7E5DE29-60A4-4D58-A8C4-A0E1502ACE36}" dt="2026-07-29T17:40:07.840" v="2478" actId="478"/>
          <ac:spMkLst>
            <pc:docMk/>
            <pc:sldMk cId="3350266161" sldId="271"/>
            <ac:spMk id="10" creationId="{E66BE2EB-CE79-403A-6E39-46FC3B42D5A0}"/>
          </ac:spMkLst>
        </pc:spChg>
        <pc:spChg chg="del">
          <ac:chgData name="Guilherme da Costa Criscuolo" userId="ca8b11d29e1e8585" providerId="LiveId" clId="{E7E5DE29-60A4-4D58-A8C4-A0E1502ACE36}" dt="2026-07-29T17:39:27.633" v="2469" actId="931"/>
          <ac:spMkLst>
            <pc:docMk/>
            <pc:sldMk cId="3350266161" sldId="271"/>
            <ac:spMk id="11" creationId="{BC269D57-81A1-1A9E-65B5-D83DE2BC6FC7}"/>
          </ac:spMkLst>
        </pc:spChg>
        <pc:spChg chg="mod ord">
          <ac:chgData name="Guilherme da Costa Criscuolo" userId="ca8b11d29e1e8585" providerId="LiveId" clId="{E7E5DE29-60A4-4D58-A8C4-A0E1502ACE36}" dt="2026-07-29T17:40:26.679" v="2486"/>
          <ac:spMkLst>
            <pc:docMk/>
            <pc:sldMk cId="3350266161" sldId="271"/>
            <ac:spMk id="12" creationId="{EB679EE9-4149-3DD3-41E3-A223F9242A6E}"/>
          </ac:spMkLst>
        </pc:spChg>
        <pc:spChg chg="del">
          <ac:chgData name="Guilherme da Costa Criscuolo" userId="ca8b11d29e1e8585" providerId="LiveId" clId="{E7E5DE29-60A4-4D58-A8C4-A0E1502ACE36}" dt="2026-07-29T17:39:32.126" v="2470" actId="931"/>
          <ac:spMkLst>
            <pc:docMk/>
            <pc:sldMk cId="3350266161" sldId="271"/>
            <ac:spMk id="13" creationId="{7B66F676-27EB-CC6A-132B-A339215C3F8F}"/>
          </ac:spMkLst>
        </pc:spChg>
        <pc:spChg chg="mod ord">
          <ac:chgData name="Guilherme da Costa Criscuolo" userId="ca8b11d29e1e8585" providerId="LiveId" clId="{E7E5DE29-60A4-4D58-A8C4-A0E1502ACE36}" dt="2026-07-29T17:40:29.359" v="2487"/>
          <ac:spMkLst>
            <pc:docMk/>
            <pc:sldMk cId="3350266161" sldId="271"/>
            <ac:spMk id="14" creationId="{821F44FC-1F2A-9741-AFCF-C77104FE4868}"/>
          </ac:spMkLst>
        </pc:spChg>
        <pc:spChg chg="del">
          <ac:chgData name="Guilherme da Costa Criscuolo" userId="ca8b11d29e1e8585" providerId="LiveId" clId="{E7E5DE29-60A4-4D58-A8C4-A0E1502ACE36}" dt="2026-07-29T17:39:36.131" v="2471" actId="931"/>
          <ac:spMkLst>
            <pc:docMk/>
            <pc:sldMk cId="3350266161" sldId="271"/>
            <ac:spMk id="15" creationId="{EB5F3C86-1FE6-8F5A-647C-38876606E32E}"/>
          </ac:spMkLst>
        </pc:spChg>
        <pc:spChg chg="del mod">
          <ac:chgData name="Guilherme da Costa Criscuolo" userId="ca8b11d29e1e8585" providerId="LiveId" clId="{E7E5DE29-60A4-4D58-A8C4-A0E1502ACE36}" dt="2026-07-29T17:40:07.840" v="2478" actId="478"/>
          <ac:spMkLst>
            <pc:docMk/>
            <pc:sldMk cId="3350266161" sldId="271"/>
            <ac:spMk id="16" creationId="{8B661359-5F4F-0C0F-803D-2521AD9D5D61}"/>
          </ac:spMkLst>
        </pc:spChg>
        <pc:spChg chg="del">
          <ac:chgData name="Guilherme da Costa Criscuolo" userId="ca8b11d29e1e8585" providerId="LiveId" clId="{E7E5DE29-60A4-4D58-A8C4-A0E1502ACE36}" dt="2026-07-29T17:39:40.871" v="2472" actId="931"/>
          <ac:spMkLst>
            <pc:docMk/>
            <pc:sldMk cId="3350266161" sldId="271"/>
            <ac:spMk id="17" creationId="{FE2157CF-B7A1-BF69-F8AA-681FDC7FAC5D}"/>
          </ac:spMkLst>
        </pc:spChg>
        <pc:spChg chg="del mod">
          <ac:chgData name="Guilherme da Costa Criscuolo" userId="ca8b11d29e1e8585" providerId="LiveId" clId="{E7E5DE29-60A4-4D58-A8C4-A0E1502ACE36}" dt="2026-07-29T17:40:07.840" v="2478" actId="478"/>
          <ac:spMkLst>
            <pc:docMk/>
            <pc:sldMk cId="3350266161" sldId="271"/>
            <ac:spMk id="18" creationId="{DA5F705D-1775-3836-4C7C-1F5CE1C7F4C4}"/>
          </ac:spMkLst>
        </pc:spChg>
        <pc:spChg chg="del">
          <ac:chgData name="Guilherme da Costa Criscuolo" userId="ca8b11d29e1e8585" providerId="LiveId" clId="{E7E5DE29-60A4-4D58-A8C4-A0E1502ACE36}" dt="2026-07-29T17:39:44.527" v="2473" actId="931"/>
          <ac:spMkLst>
            <pc:docMk/>
            <pc:sldMk cId="3350266161" sldId="271"/>
            <ac:spMk id="19" creationId="{EB110EA8-DEFD-2CCE-B6DC-22DC388E2F92}"/>
          </ac:spMkLst>
        </pc:spChg>
        <pc:spChg chg="add del mod ord">
          <ac:chgData name="Guilherme da Costa Criscuolo" userId="ca8b11d29e1e8585" providerId="LiveId" clId="{E7E5DE29-60A4-4D58-A8C4-A0E1502ACE36}" dt="2026-07-29T17:40:10.828" v="2479" actId="700"/>
          <ac:spMkLst>
            <pc:docMk/>
            <pc:sldMk cId="3350266161" sldId="271"/>
            <ac:spMk id="39" creationId="{7E08EFA4-E1C5-43A7-6C22-83503AC00C47}"/>
          </ac:spMkLst>
        </pc:spChg>
        <pc:spChg chg="add del mod ord">
          <ac:chgData name="Guilherme da Costa Criscuolo" userId="ca8b11d29e1e8585" providerId="LiveId" clId="{E7E5DE29-60A4-4D58-A8C4-A0E1502ACE36}" dt="2026-07-29T17:40:10.828" v="2479" actId="700"/>
          <ac:spMkLst>
            <pc:docMk/>
            <pc:sldMk cId="3350266161" sldId="271"/>
            <ac:spMk id="41" creationId="{2DDBE855-6FAB-030E-417D-8EF5829432B1}"/>
          </ac:spMkLst>
        </pc:spChg>
        <pc:spChg chg="add del mod ord">
          <ac:chgData name="Guilherme da Costa Criscuolo" userId="ca8b11d29e1e8585" providerId="LiveId" clId="{E7E5DE29-60A4-4D58-A8C4-A0E1502ACE36}" dt="2026-07-29T17:40:10.828" v="2479" actId="700"/>
          <ac:spMkLst>
            <pc:docMk/>
            <pc:sldMk cId="3350266161" sldId="271"/>
            <ac:spMk id="43" creationId="{288DB229-2147-398D-4565-C9E996865C34}"/>
          </ac:spMkLst>
        </pc:spChg>
        <pc:spChg chg="add del mod">
          <ac:chgData name="Guilherme da Costa Criscuolo" userId="ca8b11d29e1e8585" providerId="LiveId" clId="{E7E5DE29-60A4-4D58-A8C4-A0E1502ACE36}" dt="2026-07-29T17:40:10.828" v="2479" actId="700"/>
          <ac:spMkLst>
            <pc:docMk/>
            <pc:sldMk cId="3350266161" sldId="271"/>
            <ac:spMk id="47" creationId="{C582B817-BDD5-4DC4-2CFC-5607E6B8BD6D}"/>
          </ac:spMkLst>
        </pc:spChg>
        <pc:spChg chg="add del mod">
          <ac:chgData name="Guilherme da Costa Criscuolo" userId="ca8b11d29e1e8585" providerId="LiveId" clId="{E7E5DE29-60A4-4D58-A8C4-A0E1502ACE36}" dt="2026-07-29T17:40:10.828" v="2479" actId="700"/>
          <ac:spMkLst>
            <pc:docMk/>
            <pc:sldMk cId="3350266161" sldId="271"/>
            <ac:spMk id="49" creationId="{422AB92C-C691-FDF0-B008-CF367836C87F}"/>
          </ac:spMkLst>
        </pc:spChg>
        <pc:spChg chg="add del mod">
          <ac:chgData name="Guilherme da Costa Criscuolo" userId="ca8b11d29e1e8585" providerId="LiveId" clId="{E7E5DE29-60A4-4D58-A8C4-A0E1502ACE36}" dt="2026-07-29T17:40:10.828" v="2479" actId="700"/>
          <ac:spMkLst>
            <pc:docMk/>
            <pc:sldMk cId="3350266161" sldId="271"/>
            <ac:spMk id="51" creationId="{BB550F7C-B82C-ED55-F452-1790C2078590}"/>
          </ac:spMkLst>
        </pc:spChg>
        <pc:picChg chg="add mod ord">
          <ac:chgData name="Guilherme da Costa Criscuolo" userId="ca8b11d29e1e8585" providerId="LiveId" clId="{E7E5DE29-60A4-4D58-A8C4-A0E1502ACE36}" dt="2026-07-29T17:39:17.066" v="2466" actId="931"/>
          <ac:picMkLst>
            <pc:docMk/>
            <pc:sldMk cId="3350266161" sldId="271"/>
            <ac:picMk id="21" creationId="{F771A8FC-3D99-AB94-9313-1E0F57A04626}"/>
          </ac:picMkLst>
        </pc:picChg>
        <pc:picChg chg="add mod ord">
          <ac:chgData name="Guilherme da Costa Criscuolo" userId="ca8b11d29e1e8585" providerId="LiveId" clId="{E7E5DE29-60A4-4D58-A8C4-A0E1502ACE36}" dt="2026-07-29T17:39:19.357" v="2467" actId="931"/>
          <ac:picMkLst>
            <pc:docMk/>
            <pc:sldMk cId="3350266161" sldId="271"/>
            <ac:picMk id="23" creationId="{08953E14-232D-F85E-80AE-678400DBA392}"/>
          </ac:picMkLst>
        </pc:picChg>
        <pc:picChg chg="add mod ord">
          <ac:chgData name="Guilherme da Costa Criscuolo" userId="ca8b11d29e1e8585" providerId="LiveId" clId="{E7E5DE29-60A4-4D58-A8C4-A0E1502ACE36}" dt="2026-07-29T17:39:22.982" v="2468" actId="931"/>
          <ac:picMkLst>
            <pc:docMk/>
            <pc:sldMk cId="3350266161" sldId="271"/>
            <ac:picMk id="25" creationId="{BC457078-7B87-195A-5E2B-9F009B42BA72}"/>
          </ac:picMkLst>
        </pc:picChg>
        <pc:picChg chg="add mod ord">
          <ac:chgData name="Guilherme da Costa Criscuolo" userId="ca8b11d29e1e8585" providerId="LiveId" clId="{E7E5DE29-60A4-4D58-A8C4-A0E1502ACE36}" dt="2026-07-29T17:39:27.633" v="2469" actId="931"/>
          <ac:picMkLst>
            <pc:docMk/>
            <pc:sldMk cId="3350266161" sldId="271"/>
            <ac:picMk id="27" creationId="{9F81A1E0-869F-374D-4D81-C3A24ADADC74}"/>
          </ac:picMkLst>
        </pc:picChg>
        <pc:picChg chg="add mod ord">
          <ac:chgData name="Guilherme da Costa Criscuolo" userId="ca8b11d29e1e8585" providerId="LiveId" clId="{E7E5DE29-60A4-4D58-A8C4-A0E1502ACE36}" dt="2026-07-29T17:39:32.126" v="2470" actId="931"/>
          <ac:picMkLst>
            <pc:docMk/>
            <pc:sldMk cId="3350266161" sldId="271"/>
            <ac:picMk id="29" creationId="{DB586F16-5401-AD5C-BA2E-55FDD01E1BF4}"/>
          </ac:picMkLst>
        </pc:picChg>
        <pc:picChg chg="add mod ord">
          <ac:chgData name="Guilherme da Costa Criscuolo" userId="ca8b11d29e1e8585" providerId="LiveId" clId="{E7E5DE29-60A4-4D58-A8C4-A0E1502ACE36}" dt="2026-07-29T17:39:36.131" v="2471" actId="931"/>
          <ac:picMkLst>
            <pc:docMk/>
            <pc:sldMk cId="3350266161" sldId="271"/>
            <ac:picMk id="31" creationId="{60B059BE-713C-7534-805B-CE17D23C5E28}"/>
          </ac:picMkLst>
        </pc:picChg>
        <pc:picChg chg="add mod ord">
          <ac:chgData name="Guilherme da Costa Criscuolo" userId="ca8b11d29e1e8585" providerId="LiveId" clId="{E7E5DE29-60A4-4D58-A8C4-A0E1502ACE36}" dt="2026-07-29T17:39:40.871" v="2472" actId="931"/>
          <ac:picMkLst>
            <pc:docMk/>
            <pc:sldMk cId="3350266161" sldId="271"/>
            <ac:picMk id="33" creationId="{573503DE-4486-2ECC-E5C7-09298002C8C4}"/>
          </ac:picMkLst>
        </pc:picChg>
        <pc:picChg chg="add mod ord">
          <ac:chgData name="Guilherme da Costa Criscuolo" userId="ca8b11d29e1e8585" providerId="LiveId" clId="{E7E5DE29-60A4-4D58-A8C4-A0E1502ACE36}" dt="2026-07-29T17:39:44.527" v="2473" actId="931"/>
          <ac:picMkLst>
            <pc:docMk/>
            <pc:sldMk cId="3350266161" sldId="271"/>
            <ac:picMk id="35" creationId="{A540CCB9-3361-95D2-C61D-E0FAB242FAE6}"/>
          </ac:picMkLst>
        </pc:picChg>
      </pc:sldChg>
      <pc:sldChg chg="addSp delSp modSp new mod chgLayout">
        <pc:chgData name="Guilherme da Costa Criscuolo" userId="ca8b11d29e1e8585" providerId="LiveId" clId="{E7E5DE29-60A4-4D58-A8C4-A0E1502ACE36}" dt="2026-07-29T17:50:39.772" v="2538" actId="931"/>
        <pc:sldMkLst>
          <pc:docMk/>
          <pc:sldMk cId="2119979986" sldId="272"/>
        </pc:sldMkLst>
        <pc:spChg chg="mod ord">
          <ac:chgData name="Guilherme da Costa Criscuolo" userId="ca8b11d29e1e8585" providerId="LiveId" clId="{E7E5DE29-60A4-4D58-A8C4-A0E1502ACE36}" dt="2026-07-29T17:45:11.536" v="2533" actId="6264"/>
          <ac:spMkLst>
            <pc:docMk/>
            <pc:sldMk cId="2119979986" sldId="272"/>
            <ac:spMk id="2" creationId="{60ECFE8E-BC50-61A0-0270-EE0C3A846286}"/>
          </ac:spMkLst>
        </pc:spChg>
        <pc:spChg chg="del">
          <ac:chgData name="Guilherme da Costa Criscuolo" userId="ca8b11d29e1e8585" providerId="LiveId" clId="{E7E5DE29-60A4-4D58-A8C4-A0E1502ACE36}" dt="2026-07-29T17:45:11.536" v="2533" actId="6264"/>
          <ac:spMkLst>
            <pc:docMk/>
            <pc:sldMk cId="2119979986" sldId="272"/>
            <ac:spMk id="3" creationId="{CDF76D2F-7A49-E8A6-B96C-7AC5839DE51A}"/>
          </ac:spMkLst>
        </pc:spChg>
        <pc:spChg chg="mod ord">
          <ac:chgData name="Guilherme da Costa Criscuolo" userId="ca8b11d29e1e8585" providerId="LiveId" clId="{E7E5DE29-60A4-4D58-A8C4-A0E1502ACE36}" dt="2026-07-29T17:45:11.536" v="2533" actId="6264"/>
          <ac:spMkLst>
            <pc:docMk/>
            <pc:sldMk cId="2119979986" sldId="272"/>
            <ac:spMk id="4" creationId="{803D6BFB-85DA-2A06-6AED-EA7D2885D29E}"/>
          </ac:spMkLst>
        </pc:spChg>
        <pc:spChg chg="mod ord">
          <ac:chgData name="Guilherme da Costa Criscuolo" userId="ca8b11d29e1e8585" providerId="LiveId" clId="{E7E5DE29-60A4-4D58-A8C4-A0E1502ACE36}" dt="2026-07-29T17:45:19.051" v="2537" actId="27636"/>
          <ac:spMkLst>
            <pc:docMk/>
            <pc:sldMk cId="2119979986" sldId="272"/>
            <ac:spMk id="5" creationId="{89293FD3-32AE-8B0F-74A5-2086F0ECA878}"/>
          </ac:spMkLst>
        </pc:spChg>
        <pc:spChg chg="add del mod">
          <ac:chgData name="Guilherme da Costa Criscuolo" userId="ca8b11d29e1e8585" providerId="LiveId" clId="{E7E5DE29-60A4-4D58-A8C4-A0E1502ACE36}" dt="2026-07-29T17:45:11.536" v="2533" actId="6264"/>
          <ac:spMkLst>
            <pc:docMk/>
            <pc:sldMk cId="2119979986" sldId="272"/>
            <ac:spMk id="6" creationId="{FD41C5C3-63C7-A6B8-CEDC-C84C5C280D31}"/>
          </ac:spMkLst>
        </pc:spChg>
        <pc:spChg chg="add del mod">
          <ac:chgData name="Guilherme da Costa Criscuolo" userId="ca8b11d29e1e8585" providerId="LiveId" clId="{E7E5DE29-60A4-4D58-A8C4-A0E1502ACE36}" dt="2026-07-29T17:45:11.536" v="2533" actId="6264"/>
          <ac:spMkLst>
            <pc:docMk/>
            <pc:sldMk cId="2119979986" sldId="272"/>
            <ac:spMk id="7" creationId="{5B0F0026-4EDE-A508-5AE0-AAB8AE66FB88}"/>
          </ac:spMkLst>
        </pc:spChg>
        <pc:spChg chg="add del mod">
          <ac:chgData name="Guilherme da Costa Criscuolo" userId="ca8b11d29e1e8585" providerId="LiveId" clId="{E7E5DE29-60A4-4D58-A8C4-A0E1502ACE36}" dt="2026-07-29T17:45:11.536" v="2533" actId="6264"/>
          <ac:spMkLst>
            <pc:docMk/>
            <pc:sldMk cId="2119979986" sldId="272"/>
            <ac:spMk id="8" creationId="{B999D845-2F11-9E44-5D49-02B95E3DF8D4}"/>
          </ac:spMkLst>
        </pc:spChg>
        <pc:spChg chg="add del mod ord">
          <ac:chgData name="Guilherme da Costa Criscuolo" userId="ca8b11d29e1e8585" providerId="LiveId" clId="{E7E5DE29-60A4-4D58-A8C4-A0E1502ACE36}" dt="2026-07-29T17:50:39.772" v="2538" actId="931"/>
          <ac:spMkLst>
            <pc:docMk/>
            <pc:sldMk cId="2119979986" sldId="272"/>
            <ac:spMk id="9" creationId="{F3D12740-00EE-61E5-335B-EE8B0A31F664}"/>
          </ac:spMkLst>
        </pc:spChg>
        <pc:picChg chg="add mod ord">
          <ac:chgData name="Guilherme da Costa Criscuolo" userId="ca8b11d29e1e8585" providerId="LiveId" clId="{E7E5DE29-60A4-4D58-A8C4-A0E1502ACE36}" dt="2026-07-29T17:50:39.772" v="2538" actId="931"/>
          <ac:picMkLst>
            <pc:docMk/>
            <pc:sldMk cId="2119979986" sldId="272"/>
            <ac:picMk id="11" creationId="{6B8ED3F8-0C4E-813B-BE49-831E733E6D20}"/>
          </ac:picMkLst>
        </pc:picChg>
      </pc:sldChg>
      <pc:sldChg chg="addSp delSp modSp new add del mod chgLayout">
        <pc:chgData name="Guilherme da Costa Criscuolo" userId="ca8b11d29e1e8585" providerId="LiveId" clId="{E7E5DE29-60A4-4D58-A8C4-A0E1502ACE36}" dt="2026-07-30T12:21:54.709" v="4420" actId="6264"/>
        <pc:sldMkLst>
          <pc:docMk/>
          <pc:sldMk cId="351696967" sldId="273"/>
        </pc:sldMkLst>
        <pc:spChg chg="mod">
          <ac:chgData name="Guilherme da Costa Criscuolo" userId="ca8b11d29e1e8585" providerId="LiveId" clId="{E7E5DE29-60A4-4D58-A8C4-A0E1502ACE36}" dt="2026-07-29T17:52:32.333" v="2577"/>
          <ac:spMkLst>
            <pc:docMk/>
            <pc:sldMk cId="351696967" sldId="273"/>
            <ac:spMk id="3" creationId="{A7143B5F-AB07-3A06-644A-64F33F52BB57}"/>
          </ac:spMkLst>
        </pc:spChg>
        <pc:spChg chg="mod ord">
          <ac:chgData name="Guilherme da Costa Criscuolo" userId="ca8b11d29e1e8585" providerId="LiveId" clId="{E7E5DE29-60A4-4D58-A8C4-A0E1502ACE36}" dt="2026-07-30T12:21:54.709" v="4420" actId="6264"/>
          <ac:spMkLst>
            <pc:docMk/>
            <pc:sldMk cId="351696967" sldId="273"/>
            <ac:spMk id="4" creationId="{8A482FA1-FBCB-6CF1-0DD8-3EC852EC8398}"/>
          </ac:spMkLst>
        </pc:spChg>
        <pc:spChg chg="mod">
          <ac:chgData name="Guilherme da Costa Criscuolo" userId="ca8b11d29e1e8585" providerId="LiveId" clId="{E7E5DE29-60A4-4D58-A8C4-A0E1502ACE36}" dt="2026-07-29T17:51:49.596" v="2567" actId="20577"/>
          <ac:spMkLst>
            <pc:docMk/>
            <pc:sldMk cId="351696967" sldId="273"/>
            <ac:spMk id="5" creationId="{602CAAE7-3EAF-ED77-D8B2-A0DE33C948DF}"/>
          </ac:spMkLst>
        </pc:spChg>
        <pc:spChg chg="add del mod">
          <ac:chgData name="Guilherme da Costa Criscuolo" userId="ca8b11d29e1e8585" providerId="LiveId" clId="{E7E5DE29-60A4-4D58-A8C4-A0E1502ACE36}" dt="2026-07-30T12:21:54.709" v="4420" actId="6264"/>
          <ac:spMkLst>
            <pc:docMk/>
            <pc:sldMk cId="351696967" sldId="273"/>
            <ac:spMk id="6" creationId="{7A4ECE5C-EDFD-0A51-7141-2ACE6E0DA381}"/>
          </ac:spMkLst>
        </pc:spChg>
        <pc:spChg chg="del">
          <ac:chgData name="Guilherme da Costa Criscuolo" userId="ca8b11d29e1e8585" providerId="LiveId" clId="{E7E5DE29-60A4-4D58-A8C4-A0E1502ACE36}" dt="2026-07-29T17:51:54.570" v="2568" actId="931"/>
          <ac:spMkLst>
            <pc:docMk/>
            <pc:sldMk cId="351696967" sldId="273"/>
            <ac:spMk id="6" creationId="{B9A599E0-7623-16B2-BFA5-95A8AC5DC9E9}"/>
          </ac:spMkLst>
        </pc:spChg>
        <pc:spChg chg="add del">
          <ac:chgData name="Guilherme da Costa Criscuolo" userId="ca8b11d29e1e8585" providerId="LiveId" clId="{E7E5DE29-60A4-4D58-A8C4-A0E1502ACE36}" dt="2026-07-29T17:52:02.415" v="2571" actId="931"/>
          <ac:spMkLst>
            <pc:docMk/>
            <pc:sldMk cId="351696967" sldId="273"/>
            <ac:spMk id="7" creationId="{1070EF23-393A-3E59-5553-24AFC2EC9999}"/>
          </ac:spMkLst>
        </pc:spChg>
        <pc:spChg chg="add del mod">
          <ac:chgData name="Guilherme da Costa Criscuolo" userId="ca8b11d29e1e8585" providerId="LiveId" clId="{E7E5DE29-60A4-4D58-A8C4-A0E1502ACE36}" dt="2026-07-30T12:21:54.709" v="4420" actId="6264"/>
          <ac:spMkLst>
            <pc:docMk/>
            <pc:sldMk cId="351696967" sldId="273"/>
            <ac:spMk id="7" creationId="{BD1BAAFC-EA2B-473B-F343-EC925F351C03}"/>
          </ac:spMkLst>
        </pc:spChg>
        <pc:spChg chg="mod ord">
          <ac:chgData name="Guilherme da Costa Criscuolo" userId="ca8b11d29e1e8585" providerId="LiveId" clId="{E7E5DE29-60A4-4D58-A8C4-A0E1502ACE36}" dt="2026-07-30T12:21:54.709" v="4420" actId="6264"/>
          <ac:spMkLst>
            <pc:docMk/>
            <pc:sldMk cId="351696967" sldId="273"/>
            <ac:spMk id="8" creationId="{48D84839-3833-FC49-07BF-F2CACF2ED251}"/>
          </ac:spMkLst>
        </pc:spChg>
        <pc:spChg chg="mod ord">
          <ac:chgData name="Guilherme da Costa Criscuolo" userId="ca8b11d29e1e8585" providerId="LiveId" clId="{E7E5DE29-60A4-4D58-A8C4-A0E1502ACE36}" dt="2026-07-30T12:21:54.709" v="4420" actId="6264"/>
          <ac:spMkLst>
            <pc:docMk/>
            <pc:sldMk cId="351696967" sldId="273"/>
            <ac:spMk id="9" creationId="{2B2FDF5C-90FB-0183-1B19-F8236D4AD3AB}"/>
          </ac:spMkLst>
        </pc:spChg>
        <pc:spChg chg="add del mod">
          <ac:chgData name="Guilherme da Costa Criscuolo" userId="ca8b11d29e1e8585" providerId="LiveId" clId="{E7E5DE29-60A4-4D58-A8C4-A0E1502ACE36}" dt="2026-07-30T12:21:54.709" v="4420" actId="6264"/>
          <ac:spMkLst>
            <pc:docMk/>
            <pc:sldMk cId="351696967" sldId="273"/>
            <ac:spMk id="10" creationId="{A9DBD782-635B-514D-CB1E-16E3488DF9E6}"/>
          </ac:spMkLst>
        </pc:spChg>
        <pc:spChg chg="add del mod">
          <ac:chgData name="Guilherme da Costa Criscuolo" userId="ca8b11d29e1e8585" providerId="LiveId" clId="{E7E5DE29-60A4-4D58-A8C4-A0E1502ACE36}" dt="2026-07-30T12:21:54.709" v="4420" actId="6264"/>
          <ac:spMkLst>
            <pc:docMk/>
            <pc:sldMk cId="351696967" sldId="273"/>
            <ac:spMk id="12" creationId="{071D5CA5-31DC-E39B-9449-D48D0ECFE5A9}"/>
          </ac:spMkLst>
        </pc:spChg>
        <pc:spChg chg="add del mod">
          <ac:chgData name="Guilherme da Costa Criscuolo" userId="ca8b11d29e1e8585" providerId="LiveId" clId="{E7E5DE29-60A4-4D58-A8C4-A0E1502ACE36}" dt="2026-07-30T12:21:54.709" v="4420" actId="6264"/>
          <ac:spMkLst>
            <pc:docMk/>
            <pc:sldMk cId="351696967" sldId="273"/>
            <ac:spMk id="13" creationId="{F5871F93-073C-70EF-A0E7-1FF4FD8FAF8E}"/>
          </ac:spMkLst>
        </pc:spChg>
        <pc:spChg chg="add del mod">
          <ac:chgData name="Guilherme da Costa Criscuolo" userId="ca8b11d29e1e8585" providerId="LiveId" clId="{E7E5DE29-60A4-4D58-A8C4-A0E1502ACE36}" dt="2026-07-30T12:21:54.709" v="4420" actId="6264"/>
          <ac:spMkLst>
            <pc:docMk/>
            <pc:sldMk cId="351696967" sldId="273"/>
            <ac:spMk id="14" creationId="{FA0BBDF9-D938-4BE8-EC13-68A8619C6409}"/>
          </ac:spMkLst>
        </pc:spChg>
        <pc:spChg chg="add del mod">
          <ac:chgData name="Guilherme da Costa Criscuolo" userId="ca8b11d29e1e8585" providerId="LiveId" clId="{E7E5DE29-60A4-4D58-A8C4-A0E1502ACE36}" dt="2026-07-30T12:21:54.709" v="4420" actId="6264"/>
          <ac:spMkLst>
            <pc:docMk/>
            <pc:sldMk cId="351696967" sldId="273"/>
            <ac:spMk id="17" creationId="{16828406-CC32-A9AE-BF0F-AEA05DD6F6C4}"/>
          </ac:spMkLst>
        </pc:spChg>
        <pc:picChg chg="add mod ord">
          <ac:chgData name="Guilherme da Costa Criscuolo" userId="ca8b11d29e1e8585" providerId="LiveId" clId="{E7E5DE29-60A4-4D58-A8C4-A0E1502ACE36}" dt="2026-07-29T17:51:54.570" v="2568" actId="931"/>
          <ac:picMkLst>
            <pc:docMk/>
            <pc:sldMk cId="351696967" sldId="273"/>
            <ac:picMk id="11" creationId="{A27E0948-7DFE-7828-CFC1-9BDE295F9CA6}"/>
          </ac:picMkLst>
        </pc:picChg>
        <pc:picChg chg="add del mod ord">
          <ac:chgData name="Guilherme da Costa Criscuolo" userId="ca8b11d29e1e8585" providerId="LiveId" clId="{E7E5DE29-60A4-4D58-A8C4-A0E1502ACE36}" dt="2026-07-29T17:51:59.240" v="2570" actId="931"/>
          <ac:picMkLst>
            <pc:docMk/>
            <pc:sldMk cId="351696967" sldId="273"/>
            <ac:picMk id="13" creationId="{55C755B2-A4A5-677F-9F91-93D4693F6CA1}"/>
          </ac:picMkLst>
        </pc:picChg>
        <pc:picChg chg="add mod ord">
          <ac:chgData name="Guilherme da Costa Criscuolo" userId="ca8b11d29e1e8585" providerId="LiveId" clId="{E7E5DE29-60A4-4D58-A8C4-A0E1502ACE36}" dt="2026-07-29T17:52:02.415" v="2571" actId="931"/>
          <ac:picMkLst>
            <pc:docMk/>
            <pc:sldMk cId="351696967" sldId="273"/>
            <ac:picMk id="15" creationId="{0ECAF20D-1535-A3B3-7D7A-605753B3E7E5}"/>
          </ac:picMkLst>
        </pc:picChg>
      </pc:sldChg>
      <pc:sldChg chg="new del">
        <pc:chgData name="Guilherme da Costa Criscuolo" userId="ca8b11d29e1e8585" providerId="LiveId" clId="{E7E5DE29-60A4-4D58-A8C4-A0E1502ACE36}" dt="2026-07-29T17:52:16.660" v="2572" actId="47"/>
        <pc:sldMkLst>
          <pc:docMk/>
          <pc:sldMk cId="821025097" sldId="274"/>
        </pc:sldMkLst>
      </pc:sldChg>
      <pc:sldChg chg="addSp delSp modSp new mod modClrScheme chgLayout">
        <pc:chgData name="Guilherme da Costa Criscuolo" userId="ca8b11d29e1e8585" providerId="LiveId" clId="{E7E5DE29-60A4-4D58-A8C4-A0E1502ACE36}" dt="2026-07-29T17:55:25.205" v="2658" actId="113"/>
        <pc:sldMkLst>
          <pc:docMk/>
          <pc:sldMk cId="2045018314" sldId="275"/>
        </pc:sldMkLst>
        <pc:spChg chg="mod ord">
          <ac:chgData name="Guilherme da Costa Criscuolo" userId="ca8b11d29e1e8585" providerId="LiveId" clId="{E7E5DE29-60A4-4D58-A8C4-A0E1502ACE36}" dt="2026-07-29T17:55:12.127" v="2649" actId="700"/>
          <ac:spMkLst>
            <pc:docMk/>
            <pc:sldMk cId="2045018314" sldId="275"/>
            <ac:spMk id="3" creationId="{F541EECF-8E3C-79C3-EE35-4D61E2FF790D}"/>
          </ac:spMkLst>
        </pc:spChg>
        <pc:spChg chg="mod ord">
          <ac:chgData name="Guilherme da Costa Criscuolo" userId="ca8b11d29e1e8585" providerId="LiveId" clId="{E7E5DE29-60A4-4D58-A8C4-A0E1502ACE36}" dt="2026-07-29T17:55:18.116" v="2655" actId="113"/>
          <ac:spMkLst>
            <pc:docMk/>
            <pc:sldMk cId="2045018314" sldId="275"/>
            <ac:spMk id="4" creationId="{CA0BE44F-4DF4-DF11-9392-B794C9929649}"/>
          </ac:spMkLst>
        </pc:spChg>
        <pc:spChg chg="del mod ord">
          <ac:chgData name="Guilherme da Costa Criscuolo" userId="ca8b11d29e1e8585" providerId="LiveId" clId="{E7E5DE29-60A4-4D58-A8C4-A0E1502ACE36}" dt="2026-07-29T17:53:28.857" v="2614" actId="700"/>
          <ac:spMkLst>
            <pc:docMk/>
            <pc:sldMk cId="2045018314" sldId="275"/>
            <ac:spMk id="5" creationId="{9E8234F1-2F8D-B802-E57D-E79E71ECB3C5}"/>
          </ac:spMkLst>
        </pc:spChg>
        <pc:spChg chg="del mod ord">
          <ac:chgData name="Guilherme da Costa Criscuolo" userId="ca8b11d29e1e8585" providerId="LiveId" clId="{E7E5DE29-60A4-4D58-A8C4-A0E1502ACE36}" dt="2026-07-29T17:53:28.857" v="2614" actId="700"/>
          <ac:spMkLst>
            <pc:docMk/>
            <pc:sldMk cId="2045018314" sldId="275"/>
            <ac:spMk id="6" creationId="{7985E864-7710-33A1-F9FD-E9D7C73057F4}"/>
          </ac:spMkLst>
        </pc:spChg>
        <pc:spChg chg="del mod ord">
          <ac:chgData name="Guilherme da Costa Criscuolo" userId="ca8b11d29e1e8585" providerId="LiveId" clId="{E7E5DE29-60A4-4D58-A8C4-A0E1502ACE36}" dt="2026-07-29T17:53:28.857" v="2614" actId="700"/>
          <ac:spMkLst>
            <pc:docMk/>
            <pc:sldMk cId="2045018314" sldId="275"/>
            <ac:spMk id="7" creationId="{CA31B3C3-66B9-43A5-7B55-C0586C3A6BB7}"/>
          </ac:spMkLst>
        </pc:spChg>
        <pc:spChg chg="del mod ord">
          <ac:chgData name="Guilherme da Costa Criscuolo" userId="ca8b11d29e1e8585" providerId="LiveId" clId="{E7E5DE29-60A4-4D58-A8C4-A0E1502ACE36}" dt="2026-07-29T17:53:28.857" v="2614" actId="700"/>
          <ac:spMkLst>
            <pc:docMk/>
            <pc:sldMk cId="2045018314" sldId="275"/>
            <ac:spMk id="8" creationId="{AE29B7CA-F101-59DC-7B3D-EE81EFAD28B1}"/>
          </ac:spMkLst>
        </pc:spChg>
        <pc:spChg chg="del mod ord">
          <ac:chgData name="Guilherme da Costa Criscuolo" userId="ca8b11d29e1e8585" providerId="LiveId" clId="{E7E5DE29-60A4-4D58-A8C4-A0E1502ACE36}" dt="2026-07-29T17:53:28.857" v="2614" actId="700"/>
          <ac:spMkLst>
            <pc:docMk/>
            <pc:sldMk cId="2045018314" sldId="275"/>
            <ac:spMk id="10" creationId="{B18152E0-5C3A-164C-AA2F-352A09A70B46}"/>
          </ac:spMkLst>
        </pc:spChg>
        <pc:spChg chg="mod ord">
          <ac:chgData name="Guilherme da Costa Criscuolo" userId="ca8b11d29e1e8585" providerId="LiveId" clId="{E7E5DE29-60A4-4D58-A8C4-A0E1502ACE36}" dt="2026-07-29T17:55:15.771" v="2654" actId="6264"/>
          <ac:spMkLst>
            <pc:docMk/>
            <pc:sldMk cId="2045018314" sldId="275"/>
            <ac:spMk id="12" creationId="{18152A68-E4E2-CA65-01A2-20DD2780E10F}"/>
          </ac:spMkLst>
        </pc:spChg>
        <pc:spChg chg="add mod ord">
          <ac:chgData name="Guilherme da Costa Criscuolo" userId="ca8b11d29e1e8585" providerId="LiveId" clId="{E7E5DE29-60A4-4D58-A8C4-A0E1502ACE36}" dt="2026-07-29T17:55:19.919" v="2656" actId="113"/>
          <ac:spMkLst>
            <pc:docMk/>
            <pc:sldMk cId="2045018314" sldId="275"/>
            <ac:spMk id="13" creationId="{226D8C9B-1AE8-A2DD-5584-938D22399ECD}"/>
          </ac:spMkLst>
        </pc:spChg>
        <pc:spChg chg="add del mod ord">
          <ac:chgData name="Guilherme da Costa Criscuolo" userId="ca8b11d29e1e8585" providerId="LiveId" clId="{E7E5DE29-60A4-4D58-A8C4-A0E1502ACE36}" dt="2026-07-29T17:55:09.342" v="2648" actId="478"/>
          <ac:spMkLst>
            <pc:docMk/>
            <pc:sldMk cId="2045018314" sldId="275"/>
            <ac:spMk id="14" creationId="{882015D3-C63E-5BC5-C024-91ACDF187D06}"/>
          </ac:spMkLst>
        </pc:spChg>
        <pc:spChg chg="mod ord">
          <ac:chgData name="Guilherme da Costa Criscuolo" userId="ca8b11d29e1e8585" providerId="LiveId" clId="{E7E5DE29-60A4-4D58-A8C4-A0E1502ACE36}" dt="2026-07-29T17:55:25.205" v="2658" actId="113"/>
          <ac:spMkLst>
            <pc:docMk/>
            <pc:sldMk cId="2045018314" sldId="275"/>
            <ac:spMk id="15" creationId="{6063B154-DFC2-4432-2618-6C05C0A463FF}"/>
          </ac:spMkLst>
        </pc:spChg>
        <pc:spChg chg="del">
          <ac:chgData name="Guilherme da Costa Criscuolo" userId="ca8b11d29e1e8585" providerId="LiveId" clId="{E7E5DE29-60A4-4D58-A8C4-A0E1502ACE36}" dt="2026-07-29T17:54:00.943" v="2634" actId="931"/>
          <ac:spMkLst>
            <pc:docMk/>
            <pc:sldMk cId="2045018314" sldId="275"/>
            <ac:spMk id="16" creationId="{9CBAE77E-1DC3-C789-6381-AAA16EF8A20A}"/>
          </ac:spMkLst>
        </pc:spChg>
        <pc:spChg chg="add mod ord">
          <ac:chgData name="Guilherme da Costa Criscuolo" userId="ca8b11d29e1e8585" providerId="LiveId" clId="{E7E5DE29-60A4-4D58-A8C4-A0E1502ACE36}" dt="2026-07-29T17:55:22.535" v="2657" actId="113"/>
          <ac:spMkLst>
            <pc:docMk/>
            <pc:sldMk cId="2045018314" sldId="275"/>
            <ac:spMk id="17" creationId="{EB8F33A5-9D01-4EF0-B9AC-74104599A44A}"/>
          </ac:spMkLst>
        </pc:spChg>
        <pc:spChg chg="del">
          <ac:chgData name="Guilherme da Costa Criscuolo" userId="ca8b11d29e1e8585" providerId="LiveId" clId="{E7E5DE29-60A4-4D58-A8C4-A0E1502ACE36}" dt="2026-07-29T17:54:06.705" v="2636" actId="931"/>
          <ac:spMkLst>
            <pc:docMk/>
            <pc:sldMk cId="2045018314" sldId="275"/>
            <ac:spMk id="18" creationId="{D4BED860-C6AC-27B9-9639-A96259690E3C}"/>
          </ac:spMkLst>
        </pc:spChg>
        <pc:spChg chg="add del mod ord">
          <ac:chgData name="Guilherme da Costa Criscuolo" userId="ca8b11d29e1e8585" providerId="LiveId" clId="{E7E5DE29-60A4-4D58-A8C4-A0E1502ACE36}" dt="2026-07-29T17:55:01.143" v="2645" actId="478"/>
          <ac:spMkLst>
            <pc:docMk/>
            <pc:sldMk cId="2045018314" sldId="275"/>
            <ac:spMk id="19" creationId="{812CDB38-1C7F-873C-1047-108F9C9D31EF}"/>
          </ac:spMkLst>
        </pc:spChg>
        <pc:spChg chg="add del mod ord">
          <ac:chgData name="Guilherme da Costa Criscuolo" userId="ca8b11d29e1e8585" providerId="LiveId" clId="{E7E5DE29-60A4-4D58-A8C4-A0E1502ACE36}" dt="2026-07-29T17:54:03.809" v="2635" actId="931"/>
          <ac:spMkLst>
            <pc:docMk/>
            <pc:sldMk cId="2045018314" sldId="275"/>
            <ac:spMk id="20" creationId="{C6E261A3-BFB6-ACE6-B937-5AA6FD5C65B3}"/>
          </ac:spMkLst>
        </pc:spChg>
        <pc:spChg chg="del">
          <ac:chgData name="Guilherme da Costa Criscuolo" userId="ca8b11d29e1e8585" providerId="LiveId" clId="{E7E5DE29-60A4-4D58-A8C4-A0E1502ACE36}" dt="2026-07-29T17:54:13.368" v="2637" actId="931"/>
          <ac:spMkLst>
            <pc:docMk/>
            <pc:sldMk cId="2045018314" sldId="275"/>
            <ac:spMk id="21" creationId="{662F7FC1-64D8-7113-341B-CE78B7E51888}"/>
          </ac:spMkLst>
        </pc:spChg>
        <pc:spChg chg="del">
          <ac:chgData name="Guilherme da Costa Criscuolo" userId="ca8b11d29e1e8585" providerId="LiveId" clId="{E7E5DE29-60A4-4D58-A8C4-A0E1502ACE36}" dt="2026-07-29T17:54:17.474" v="2638" actId="931"/>
          <ac:spMkLst>
            <pc:docMk/>
            <pc:sldMk cId="2045018314" sldId="275"/>
            <ac:spMk id="22" creationId="{3D826C51-491B-3D0D-7B16-3CA045A190A6}"/>
          </ac:spMkLst>
        </pc:spChg>
        <pc:spChg chg="del">
          <ac:chgData name="Guilherme da Costa Criscuolo" userId="ca8b11d29e1e8585" providerId="LiveId" clId="{E7E5DE29-60A4-4D58-A8C4-A0E1502ACE36}" dt="2026-07-29T17:54:21.761" v="2639" actId="931"/>
          <ac:spMkLst>
            <pc:docMk/>
            <pc:sldMk cId="2045018314" sldId="275"/>
            <ac:spMk id="23" creationId="{BF06B683-9E32-F828-06C5-6111158AF614}"/>
          </ac:spMkLst>
        </pc:spChg>
        <pc:spChg chg="add del mod">
          <ac:chgData name="Guilherme da Costa Criscuolo" userId="ca8b11d29e1e8585" providerId="LiveId" clId="{E7E5DE29-60A4-4D58-A8C4-A0E1502ACE36}" dt="2026-07-29T17:55:04.784" v="2646" actId="700"/>
          <ac:spMkLst>
            <pc:docMk/>
            <pc:sldMk cId="2045018314" sldId="275"/>
            <ac:spMk id="37" creationId="{E12D0448-1570-6AC3-1D46-844BC9CBAA71}"/>
          </ac:spMkLst>
        </pc:spChg>
        <pc:spChg chg="add del mod">
          <ac:chgData name="Guilherme da Costa Criscuolo" userId="ca8b11d29e1e8585" providerId="LiveId" clId="{E7E5DE29-60A4-4D58-A8C4-A0E1502ACE36}" dt="2026-07-29T17:55:04.784" v="2646" actId="700"/>
          <ac:spMkLst>
            <pc:docMk/>
            <pc:sldMk cId="2045018314" sldId="275"/>
            <ac:spMk id="39" creationId="{88301398-2D08-9D16-17B4-9590220A629F}"/>
          </ac:spMkLst>
        </pc:spChg>
        <pc:spChg chg="add del mod ord">
          <ac:chgData name="Guilherme da Costa Criscuolo" userId="ca8b11d29e1e8585" providerId="LiveId" clId="{E7E5DE29-60A4-4D58-A8C4-A0E1502ACE36}" dt="2026-07-29T17:55:12.127" v="2649" actId="700"/>
          <ac:spMkLst>
            <pc:docMk/>
            <pc:sldMk cId="2045018314" sldId="275"/>
            <ac:spMk id="41" creationId="{58E6AFB0-3419-3844-646C-DC93098FE77C}"/>
          </ac:spMkLst>
        </pc:spChg>
        <pc:spChg chg="add del mod ord">
          <ac:chgData name="Guilherme da Costa Criscuolo" userId="ca8b11d29e1e8585" providerId="LiveId" clId="{E7E5DE29-60A4-4D58-A8C4-A0E1502ACE36}" dt="2026-07-29T17:55:12.127" v="2649" actId="700"/>
          <ac:spMkLst>
            <pc:docMk/>
            <pc:sldMk cId="2045018314" sldId="275"/>
            <ac:spMk id="43" creationId="{AA2407B3-3CCE-FCD8-BDB0-E512C344367C}"/>
          </ac:spMkLst>
        </pc:spChg>
        <pc:spChg chg="add del mod">
          <ac:chgData name="Guilherme da Costa Criscuolo" userId="ca8b11d29e1e8585" providerId="LiveId" clId="{E7E5DE29-60A4-4D58-A8C4-A0E1502ACE36}" dt="2026-07-29T17:55:15.771" v="2654" actId="6264"/>
          <ac:spMkLst>
            <pc:docMk/>
            <pc:sldMk cId="2045018314" sldId="275"/>
            <ac:spMk id="45" creationId="{A885E790-F847-580E-31AD-2A0E0B5EF777}"/>
          </ac:spMkLst>
        </pc:spChg>
        <pc:spChg chg="add del mod">
          <ac:chgData name="Guilherme da Costa Criscuolo" userId="ca8b11d29e1e8585" providerId="LiveId" clId="{E7E5DE29-60A4-4D58-A8C4-A0E1502ACE36}" dt="2026-07-29T17:55:15.771" v="2654" actId="6264"/>
          <ac:spMkLst>
            <pc:docMk/>
            <pc:sldMk cId="2045018314" sldId="275"/>
            <ac:spMk id="46" creationId="{BC34B4D8-5032-CD47-D86A-09F33B5B9917}"/>
          </ac:spMkLst>
        </pc:spChg>
        <pc:spChg chg="add del mod">
          <ac:chgData name="Guilherme da Costa Criscuolo" userId="ca8b11d29e1e8585" providerId="LiveId" clId="{E7E5DE29-60A4-4D58-A8C4-A0E1502ACE36}" dt="2026-07-29T17:55:15.771" v="2654" actId="6264"/>
          <ac:spMkLst>
            <pc:docMk/>
            <pc:sldMk cId="2045018314" sldId="275"/>
            <ac:spMk id="47" creationId="{088F0F58-966B-14FB-FF1D-DF4AD3F9DAD6}"/>
          </ac:spMkLst>
        </pc:spChg>
        <pc:spChg chg="add del mod">
          <ac:chgData name="Guilherme da Costa Criscuolo" userId="ca8b11d29e1e8585" providerId="LiveId" clId="{E7E5DE29-60A4-4D58-A8C4-A0E1502ACE36}" dt="2026-07-29T17:55:15.771" v="2654" actId="6264"/>
          <ac:spMkLst>
            <pc:docMk/>
            <pc:sldMk cId="2045018314" sldId="275"/>
            <ac:spMk id="48" creationId="{F7FA1B07-8677-4E27-78CA-49DB138BA71D}"/>
          </ac:spMkLst>
        </pc:spChg>
        <pc:spChg chg="add del mod">
          <ac:chgData name="Guilherme da Costa Criscuolo" userId="ca8b11d29e1e8585" providerId="LiveId" clId="{E7E5DE29-60A4-4D58-A8C4-A0E1502ACE36}" dt="2026-07-29T17:55:15.771" v="2654" actId="6264"/>
          <ac:spMkLst>
            <pc:docMk/>
            <pc:sldMk cId="2045018314" sldId="275"/>
            <ac:spMk id="49" creationId="{B9E4428E-0AF7-76CD-2A23-B1D968D1D835}"/>
          </ac:spMkLst>
        </pc:spChg>
        <pc:spChg chg="add del mod">
          <ac:chgData name="Guilherme da Costa Criscuolo" userId="ca8b11d29e1e8585" providerId="LiveId" clId="{E7E5DE29-60A4-4D58-A8C4-A0E1502ACE36}" dt="2026-07-29T17:55:15.771" v="2654" actId="6264"/>
          <ac:spMkLst>
            <pc:docMk/>
            <pc:sldMk cId="2045018314" sldId="275"/>
            <ac:spMk id="50" creationId="{90F12987-5D09-18B8-9B35-B99A2EE7D2E6}"/>
          </ac:spMkLst>
        </pc:spChg>
        <pc:spChg chg="add del mod">
          <ac:chgData name="Guilherme da Costa Criscuolo" userId="ca8b11d29e1e8585" providerId="LiveId" clId="{E7E5DE29-60A4-4D58-A8C4-A0E1502ACE36}" dt="2026-07-29T17:55:15.771" v="2654" actId="6264"/>
          <ac:spMkLst>
            <pc:docMk/>
            <pc:sldMk cId="2045018314" sldId="275"/>
            <ac:spMk id="52" creationId="{15F3BA65-FBA1-B896-03F0-9AAAF6BAE6DA}"/>
          </ac:spMkLst>
        </pc:spChg>
        <pc:picChg chg="add mod ord">
          <ac:chgData name="Guilherme da Costa Criscuolo" userId="ca8b11d29e1e8585" providerId="LiveId" clId="{E7E5DE29-60A4-4D58-A8C4-A0E1502ACE36}" dt="2026-07-29T17:55:12.127" v="2649" actId="700"/>
          <ac:picMkLst>
            <pc:docMk/>
            <pc:sldMk cId="2045018314" sldId="275"/>
            <ac:picMk id="25" creationId="{C5F4EC5A-575F-827B-8E06-780015A43544}"/>
          </ac:picMkLst>
        </pc:picChg>
        <pc:picChg chg="add mod ord">
          <ac:chgData name="Guilherme da Costa Criscuolo" userId="ca8b11d29e1e8585" providerId="LiveId" clId="{E7E5DE29-60A4-4D58-A8C4-A0E1502ACE36}" dt="2026-07-29T17:54:03.809" v="2635" actId="931"/>
          <ac:picMkLst>
            <pc:docMk/>
            <pc:sldMk cId="2045018314" sldId="275"/>
            <ac:picMk id="27" creationId="{9E460C61-B714-20BD-51D8-F4650650634C}"/>
          </ac:picMkLst>
        </pc:picChg>
        <pc:picChg chg="add del mod ord">
          <ac:chgData name="Guilherme da Costa Criscuolo" userId="ca8b11d29e1e8585" providerId="LiveId" clId="{E7E5DE29-60A4-4D58-A8C4-A0E1502ACE36}" dt="2026-07-29T17:55:09.342" v="2648" actId="478"/>
          <ac:picMkLst>
            <pc:docMk/>
            <pc:sldMk cId="2045018314" sldId="275"/>
            <ac:picMk id="29" creationId="{12223C46-06E0-B069-EB86-C178686854E1}"/>
          </ac:picMkLst>
        </pc:picChg>
        <pc:picChg chg="add mod ord">
          <ac:chgData name="Guilherme da Costa Criscuolo" userId="ca8b11d29e1e8585" providerId="LiveId" clId="{E7E5DE29-60A4-4D58-A8C4-A0E1502ACE36}" dt="2026-07-29T17:54:13.368" v="2637" actId="931"/>
          <ac:picMkLst>
            <pc:docMk/>
            <pc:sldMk cId="2045018314" sldId="275"/>
            <ac:picMk id="31" creationId="{66D6610F-E99B-A2AD-7B3B-1B9753E26240}"/>
          </ac:picMkLst>
        </pc:picChg>
        <pc:picChg chg="add mod ord">
          <ac:chgData name="Guilherme da Costa Criscuolo" userId="ca8b11d29e1e8585" providerId="LiveId" clId="{E7E5DE29-60A4-4D58-A8C4-A0E1502ACE36}" dt="2026-07-29T17:55:12.127" v="2649" actId="700"/>
          <ac:picMkLst>
            <pc:docMk/>
            <pc:sldMk cId="2045018314" sldId="275"/>
            <ac:picMk id="33" creationId="{A3E0817D-07DC-8DE6-3DCB-40B09E1CB4EB}"/>
          </ac:picMkLst>
        </pc:picChg>
        <pc:picChg chg="add del mod ord">
          <ac:chgData name="Guilherme da Costa Criscuolo" userId="ca8b11d29e1e8585" providerId="LiveId" clId="{E7E5DE29-60A4-4D58-A8C4-A0E1502ACE36}" dt="2026-07-29T17:55:01.143" v="2645" actId="478"/>
          <ac:picMkLst>
            <pc:docMk/>
            <pc:sldMk cId="2045018314" sldId="275"/>
            <ac:picMk id="35" creationId="{DF4654C1-E7A5-87BB-A039-A39EC5693BF5}"/>
          </ac:picMkLst>
        </pc:picChg>
      </pc:sldChg>
      <pc:sldChg chg="new del">
        <pc:chgData name="Guilherme da Costa Criscuolo" userId="ca8b11d29e1e8585" providerId="LiveId" clId="{E7E5DE29-60A4-4D58-A8C4-A0E1502ACE36}" dt="2026-07-29T17:53:32.121" v="2616" actId="47"/>
        <pc:sldMkLst>
          <pc:docMk/>
          <pc:sldMk cId="2550175072" sldId="276"/>
        </pc:sldMkLst>
      </pc:sldChg>
      <pc:sldChg chg="new del">
        <pc:chgData name="Guilherme da Costa Criscuolo" userId="ca8b11d29e1e8585" providerId="LiveId" clId="{E7E5DE29-60A4-4D58-A8C4-A0E1502ACE36}" dt="2026-07-29T17:53:32.121" v="2616" actId="47"/>
        <pc:sldMkLst>
          <pc:docMk/>
          <pc:sldMk cId="3607398917" sldId="277"/>
        </pc:sldMkLst>
      </pc:sldChg>
      <pc:sldChg chg="addSp delSp modSp new mod modAnim chgLayout">
        <pc:chgData name="Guilherme da Costa Criscuolo" userId="ca8b11d29e1e8585" providerId="LiveId" clId="{E7E5DE29-60A4-4D58-A8C4-A0E1502ACE36}" dt="2026-07-29T18:00:35.305" v="2774"/>
        <pc:sldMkLst>
          <pc:docMk/>
          <pc:sldMk cId="661958868" sldId="278"/>
        </pc:sldMkLst>
        <pc:spChg chg="mod ord">
          <ac:chgData name="Guilherme da Costa Criscuolo" userId="ca8b11d29e1e8585" providerId="LiveId" clId="{E7E5DE29-60A4-4D58-A8C4-A0E1502ACE36}" dt="2026-07-29T17:57:50.508" v="2704" actId="6264"/>
          <ac:spMkLst>
            <pc:docMk/>
            <pc:sldMk cId="661958868" sldId="278"/>
            <ac:spMk id="2" creationId="{18BEF764-3619-996E-96F7-6AD74FA09ED0}"/>
          </ac:spMkLst>
        </pc:spChg>
        <pc:spChg chg="mod ord">
          <ac:chgData name="Guilherme da Costa Criscuolo" userId="ca8b11d29e1e8585" providerId="LiveId" clId="{E7E5DE29-60A4-4D58-A8C4-A0E1502ACE36}" dt="2026-07-29T17:57:45.599" v="2700" actId="6264"/>
          <ac:spMkLst>
            <pc:docMk/>
            <pc:sldMk cId="661958868" sldId="278"/>
            <ac:spMk id="3" creationId="{0E31A384-F588-871D-BD8A-CCD7D4AF02C3}"/>
          </ac:spMkLst>
        </pc:spChg>
        <pc:spChg chg="mod ord">
          <ac:chgData name="Guilherme da Costa Criscuolo" userId="ca8b11d29e1e8585" providerId="LiveId" clId="{E7E5DE29-60A4-4D58-A8C4-A0E1502ACE36}" dt="2026-07-29T17:57:50.508" v="2704" actId="6264"/>
          <ac:spMkLst>
            <pc:docMk/>
            <pc:sldMk cId="661958868" sldId="278"/>
            <ac:spMk id="4" creationId="{F1F4E25B-117B-4C54-8717-282C68DACA07}"/>
          </ac:spMkLst>
        </pc:spChg>
        <pc:spChg chg="mod ord">
          <ac:chgData name="Guilherme da Costa Criscuolo" userId="ca8b11d29e1e8585" providerId="LiveId" clId="{E7E5DE29-60A4-4D58-A8C4-A0E1502ACE36}" dt="2026-07-29T17:57:50.508" v="2704" actId="6264"/>
          <ac:spMkLst>
            <pc:docMk/>
            <pc:sldMk cId="661958868" sldId="278"/>
            <ac:spMk id="5" creationId="{1DFAF216-82B5-E954-3DF2-3BD1B3776987}"/>
          </ac:spMkLst>
        </pc:spChg>
        <pc:spChg chg="del mod ord">
          <ac:chgData name="Guilherme da Costa Criscuolo" userId="ca8b11d29e1e8585" providerId="LiveId" clId="{E7E5DE29-60A4-4D58-A8C4-A0E1502ACE36}" dt="2026-07-29T17:57:50.508" v="2704" actId="6264"/>
          <ac:spMkLst>
            <pc:docMk/>
            <pc:sldMk cId="661958868" sldId="278"/>
            <ac:spMk id="6" creationId="{60AB55A6-7882-B274-F23B-9DB46EE58260}"/>
          </ac:spMkLst>
        </pc:spChg>
        <pc:spChg chg="add del mod">
          <ac:chgData name="Guilherme da Costa Criscuolo" userId="ca8b11d29e1e8585" providerId="LiveId" clId="{E7E5DE29-60A4-4D58-A8C4-A0E1502ACE36}" dt="2026-07-29T17:57:45.071" v="2699" actId="6264"/>
          <ac:spMkLst>
            <pc:docMk/>
            <pc:sldMk cId="661958868" sldId="278"/>
            <ac:spMk id="8" creationId="{1A335624-AAB2-BB7B-F4F3-355C95735EAD}"/>
          </ac:spMkLst>
        </pc:spChg>
        <pc:spChg chg="add del mod">
          <ac:chgData name="Guilherme da Costa Criscuolo" userId="ca8b11d29e1e8585" providerId="LiveId" clId="{E7E5DE29-60A4-4D58-A8C4-A0E1502ACE36}" dt="2026-07-29T17:57:45.071" v="2699" actId="6264"/>
          <ac:spMkLst>
            <pc:docMk/>
            <pc:sldMk cId="661958868" sldId="278"/>
            <ac:spMk id="9" creationId="{20589EC9-B44C-7AC4-EB66-9E693CCA3F0B}"/>
          </ac:spMkLst>
        </pc:spChg>
        <pc:spChg chg="add del mod">
          <ac:chgData name="Guilherme da Costa Criscuolo" userId="ca8b11d29e1e8585" providerId="LiveId" clId="{E7E5DE29-60A4-4D58-A8C4-A0E1502ACE36}" dt="2026-07-29T17:57:45.071" v="2699" actId="6264"/>
          <ac:spMkLst>
            <pc:docMk/>
            <pc:sldMk cId="661958868" sldId="278"/>
            <ac:spMk id="10" creationId="{06B94BCB-EDB9-E637-A7B1-4AF6A7CC86A8}"/>
          </ac:spMkLst>
        </pc:spChg>
        <pc:spChg chg="add del mod">
          <ac:chgData name="Guilherme da Costa Criscuolo" userId="ca8b11d29e1e8585" providerId="LiveId" clId="{E7E5DE29-60A4-4D58-A8C4-A0E1502ACE36}" dt="2026-07-29T17:57:45.071" v="2699" actId="6264"/>
          <ac:spMkLst>
            <pc:docMk/>
            <pc:sldMk cId="661958868" sldId="278"/>
            <ac:spMk id="11" creationId="{353BF151-2035-B901-5992-DD57B3C3B2A1}"/>
          </ac:spMkLst>
        </pc:spChg>
        <pc:spChg chg="add del mod">
          <ac:chgData name="Guilherme da Costa Criscuolo" userId="ca8b11d29e1e8585" providerId="LiveId" clId="{E7E5DE29-60A4-4D58-A8C4-A0E1502ACE36}" dt="2026-07-29T17:57:45.071" v="2699" actId="6264"/>
          <ac:spMkLst>
            <pc:docMk/>
            <pc:sldMk cId="661958868" sldId="278"/>
            <ac:spMk id="12" creationId="{2244CEA4-ED95-36DB-46D3-6A727600C5D1}"/>
          </ac:spMkLst>
        </pc:spChg>
        <pc:spChg chg="add del mod ord">
          <ac:chgData name="Guilherme da Costa Criscuolo" userId="ca8b11d29e1e8585" providerId="LiveId" clId="{E7E5DE29-60A4-4D58-A8C4-A0E1502ACE36}" dt="2026-07-29T17:57:45.599" v="2700" actId="6264"/>
          <ac:spMkLst>
            <pc:docMk/>
            <pc:sldMk cId="661958868" sldId="278"/>
            <ac:spMk id="13" creationId="{90E9118F-F66A-36C4-1E7C-F2F6DBEB9B64}"/>
          </ac:spMkLst>
        </pc:spChg>
        <pc:spChg chg="add del mod">
          <ac:chgData name="Guilherme da Costa Criscuolo" userId="ca8b11d29e1e8585" providerId="LiveId" clId="{E7E5DE29-60A4-4D58-A8C4-A0E1502ACE36}" dt="2026-07-29T17:57:45.599" v="2700" actId="6264"/>
          <ac:spMkLst>
            <pc:docMk/>
            <pc:sldMk cId="661958868" sldId="278"/>
            <ac:spMk id="15" creationId="{717F4247-3986-8328-51E5-9537B1EC253A}"/>
          </ac:spMkLst>
        </pc:spChg>
        <pc:spChg chg="add del mod">
          <ac:chgData name="Guilherme da Costa Criscuolo" userId="ca8b11d29e1e8585" providerId="LiveId" clId="{E7E5DE29-60A4-4D58-A8C4-A0E1502ACE36}" dt="2026-07-29T17:57:45.599" v="2700" actId="6264"/>
          <ac:spMkLst>
            <pc:docMk/>
            <pc:sldMk cId="661958868" sldId="278"/>
            <ac:spMk id="16" creationId="{0628C198-54C3-0969-BDBE-C4C1FD329756}"/>
          </ac:spMkLst>
        </pc:spChg>
        <pc:spChg chg="add del mod">
          <ac:chgData name="Guilherme da Costa Criscuolo" userId="ca8b11d29e1e8585" providerId="LiveId" clId="{E7E5DE29-60A4-4D58-A8C4-A0E1502ACE36}" dt="2026-07-29T17:57:45.599" v="2700" actId="6264"/>
          <ac:spMkLst>
            <pc:docMk/>
            <pc:sldMk cId="661958868" sldId="278"/>
            <ac:spMk id="17" creationId="{EB5D26AA-A313-8512-78F5-B5F7CE22E63F}"/>
          </ac:spMkLst>
        </pc:spChg>
        <pc:spChg chg="add del mod">
          <ac:chgData name="Guilherme da Costa Criscuolo" userId="ca8b11d29e1e8585" providerId="LiveId" clId="{E7E5DE29-60A4-4D58-A8C4-A0E1502ACE36}" dt="2026-07-29T17:57:45.599" v="2700" actId="6264"/>
          <ac:spMkLst>
            <pc:docMk/>
            <pc:sldMk cId="661958868" sldId="278"/>
            <ac:spMk id="18" creationId="{D07B25A8-D36F-8131-69B2-67D4FF7B60F5}"/>
          </ac:spMkLst>
        </pc:spChg>
        <pc:spChg chg="add del mod">
          <ac:chgData name="Guilherme da Costa Criscuolo" userId="ca8b11d29e1e8585" providerId="LiveId" clId="{E7E5DE29-60A4-4D58-A8C4-A0E1502ACE36}" dt="2026-07-29T17:57:50.508" v="2704" actId="6264"/>
          <ac:spMkLst>
            <pc:docMk/>
            <pc:sldMk cId="661958868" sldId="278"/>
            <ac:spMk id="20" creationId="{8E8F2B44-4A29-6BDF-4AD2-D1C96CD6C31C}"/>
          </ac:spMkLst>
        </pc:spChg>
        <pc:spChg chg="add del mod">
          <ac:chgData name="Guilherme da Costa Criscuolo" userId="ca8b11d29e1e8585" providerId="LiveId" clId="{E7E5DE29-60A4-4D58-A8C4-A0E1502ACE36}" dt="2026-07-29T17:57:50.508" v="2704" actId="6264"/>
          <ac:spMkLst>
            <pc:docMk/>
            <pc:sldMk cId="661958868" sldId="278"/>
            <ac:spMk id="21" creationId="{2508CC08-8F52-72D3-6099-EF12EB1E518F}"/>
          </ac:spMkLst>
        </pc:spChg>
        <pc:spChg chg="add del mod">
          <ac:chgData name="Guilherme da Costa Criscuolo" userId="ca8b11d29e1e8585" providerId="LiveId" clId="{E7E5DE29-60A4-4D58-A8C4-A0E1502ACE36}" dt="2026-07-29T17:57:50.508" v="2704" actId="6264"/>
          <ac:spMkLst>
            <pc:docMk/>
            <pc:sldMk cId="661958868" sldId="278"/>
            <ac:spMk id="22" creationId="{2B4233F0-BF37-BB87-6004-B1EC92D183FB}"/>
          </ac:spMkLst>
        </pc:spChg>
        <pc:spChg chg="add del mod">
          <ac:chgData name="Guilherme da Costa Criscuolo" userId="ca8b11d29e1e8585" providerId="LiveId" clId="{E7E5DE29-60A4-4D58-A8C4-A0E1502ACE36}" dt="2026-07-29T17:57:50.508" v="2704" actId="6264"/>
          <ac:spMkLst>
            <pc:docMk/>
            <pc:sldMk cId="661958868" sldId="278"/>
            <ac:spMk id="23" creationId="{F0D591A5-96C9-50D9-97FE-FF5C745CB5C9}"/>
          </ac:spMkLst>
        </pc:spChg>
        <pc:spChg chg="add mod ord">
          <ac:chgData name="Guilherme da Costa Criscuolo" userId="ca8b11d29e1e8585" providerId="LiveId" clId="{E7E5DE29-60A4-4D58-A8C4-A0E1502ACE36}" dt="2026-07-29T17:58:13.961" v="2725" actId="27636"/>
          <ac:spMkLst>
            <pc:docMk/>
            <pc:sldMk cId="661958868" sldId="278"/>
            <ac:spMk id="24" creationId="{9DF440AE-FB42-F421-C82D-3A570E86D2ED}"/>
          </ac:spMkLst>
        </pc:spChg>
        <pc:spChg chg="add mod ord">
          <ac:chgData name="Guilherme da Costa Criscuolo" userId="ca8b11d29e1e8585" providerId="LiveId" clId="{E7E5DE29-60A4-4D58-A8C4-A0E1502ACE36}" dt="2026-07-29T17:58:17.331" v="2730" actId="27636"/>
          <ac:spMkLst>
            <pc:docMk/>
            <pc:sldMk cId="661958868" sldId="278"/>
            <ac:spMk id="25" creationId="{D78315BB-7C3E-7F79-2DA5-54276C13A90A}"/>
          </ac:spMkLst>
        </pc:spChg>
      </pc:sldChg>
      <pc:sldChg chg="addSp delSp modSp new mod modClrScheme modAnim chgLayout">
        <pc:chgData name="Guilherme da Costa Criscuolo" userId="ca8b11d29e1e8585" providerId="LiveId" clId="{E7E5DE29-60A4-4D58-A8C4-A0E1502ACE36}" dt="2026-07-29T18:01:55.549" v="2789" actId="700"/>
        <pc:sldMkLst>
          <pc:docMk/>
          <pc:sldMk cId="2531948627" sldId="279"/>
        </pc:sldMkLst>
        <pc:spChg chg="mod ord">
          <ac:chgData name="Guilherme da Costa Criscuolo" userId="ca8b11d29e1e8585" providerId="LiveId" clId="{E7E5DE29-60A4-4D58-A8C4-A0E1502ACE36}" dt="2026-07-29T18:01:55.549" v="2789" actId="700"/>
          <ac:spMkLst>
            <pc:docMk/>
            <pc:sldMk cId="2531948627" sldId="279"/>
            <ac:spMk id="2" creationId="{3339ABCB-B8E1-8566-9973-B3B5C59B0342}"/>
          </ac:spMkLst>
        </pc:spChg>
        <pc:spChg chg="mod ord">
          <ac:chgData name="Guilherme da Costa Criscuolo" userId="ca8b11d29e1e8585" providerId="LiveId" clId="{E7E5DE29-60A4-4D58-A8C4-A0E1502ACE36}" dt="2026-07-29T18:01:55.549" v="2789" actId="700"/>
          <ac:spMkLst>
            <pc:docMk/>
            <pc:sldMk cId="2531948627" sldId="279"/>
            <ac:spMk id="3" creationId="{79F2081D-70D8-EE1B-BDE8-C9B5C975B62E}"/>
          </ac:spMkLst>
        </pc:spChg>
        <pc:spChg chg="del mod ord">
          <ac:chgData name="Guilherme da Costa Criscuolo" userId="ca8b11d29e1e8585" providerId="LiveId" clId="{E7E5DE29-60A4-4D58-A8C4-A0E1502ACE36}" dt="2026-07-29T17:58:38.940" v="2732" actId="700"/>
          <ac:spMkLst>
            <pc:docMk/>
            <pc:sldMk cId="2531948627" sldId="279"/>
            <ac:spMk id="4" creationId="{AE08A499-68D8-FC86-52B9-50CB8F6CDEB3}"/>
          </ac:spMkLst>
        </pc:spChg>
        <pc:spChg chg="del mod ord">
          <ac:chgData name="Guilherme da Costa Criscuolo" userId="ca8b11d29e1e8585" providerId="LiveId" clId="{E7E5DE29-60A4-4D58-A8C4-A0E1502ACE36}" dt="2026-07-29T17:58:38.940" v="2732" actId="700"/>
          <ac:spMkLst>
            <pc:docMk/>
            <pc:sldMk cId="2531948627" sldId="279"/>
            <ac:spMk id="5" creationId="{A4311271-7C28-17AB-93CD-C0A080DCA80B}"/>
          </ac:spMkLst>
        </pc:spChg>
        <pc:spChg chg="del mod ord">
          <ac:chgData name="Guilherme da Costa Criscuolo" userId="ca8b11d29e1e8585" providerId="LiveId" clId="{E7E5DE29-60A4-4D58-A8C4-A0E1502ACE36}" dt="2026-07-29T17:58:38.940" v="2732" actId="700"/>
          <ac:spMkLst>
            <pc:docMk/>
            <pc:sldMk cId="2531948627" sldId="279"/>
            <ac:spMk id="6" creationId="{F1D799BB-7B56-61F1-84C0-A9C815EF85A8}"/>
          </ac:spMkLst>
        </pc:spChg>
        <pc:spChg chg="add mod ord">
          <ac:chgData name="Guilherme da Costa Criscuolo" userId="ca8b11d29e1e8585" providerId="LiveId" clId="{E7E5DE29-60A4-4D58-A8C4-A0E1502ACE36}" dt="2026-07-29T18:01:55.549" v="2789" actId="700"/>
          <ac:spMkLst>
            <pc:docMk/>
            <pc:sldMk cId="2531948627" sldId="279"/>
            <ac:spMk id="7" creationId="{620F738F-9012-B4AA-58C1-6768A6C2C6E0}"/>
          </ac:spMkLst>
        </pc:spChg>
        <pc:spChg chg="add mod ord">
          <ac:chgData name="Guilherme da Costa Criscuolo" userId="ca8b11d29e1e8585" providerId="LiveId" clId="{E7E5DE29-60A4-4D58-A8C4-A0E1502ACE36}" dt="2026-07-29T18:01:55.549" v="2789" actId="700"/>
          <ac:spMkLst>
            <pc:docMk/>
            <pc:sldMk cId="2531948627" sldId="279"/>
            <ac:spMk id="8" creationId="{6C704B05-D27C-1EB7-4824-19EE149D71CF}"/>
          </ac:spMkLst>
        </pc:spChg>
        <pc:spChg chg="mod ord">
          <ac:chgData name="Guilherme da Costa Criscuolo" userId="ca8b11d29e1e8585" providerId="LiveId" clId="{E7E5DE29-60A4-4D58-A8C4-A0E1502ACE36}" dt="2026-07-29T18:01:55.549" v="2789" actId="700"/>
          <ac:spMkLst>
            <pc:docMk/>
            <pc:sldMk cId="2531948627" sldId="279"/>
            <ac:spMk id="9" creationId="{FBDBFC2A-4D2B-7834-59D4-B0D35751B0D9}"/>
          </ac:spMkLst>
        </pc:spChg>
        <pc:spChg chg="add mod ord">
          <ac:chgData name="Guilherme da Costa Criscuolo" userId="ca8b11d29e1e8585" providerId="LiveId" clId="{E7E5DE29-60A4-4D58-A8C4-A0E1502ACE36}" dt="2026-07-29T18:01:55.549" v="2789" actId="700"/>
          <ac:spMkLst>
            <pc:docMk/>
            <pc:sldMk cId="2531948627" sldId="279"/>
            <ac:spMk id="10" creationId="{A8EC20D8-9B62-910A-A301-AD5331C66F1D}"/>
          </ac:spMkLst>
        </pc:spChg>
        <pc:spChg chg="add del mod ord">
          <ac:chgData name="Guilherme da Costa Criscuolo" userId="ca8b11d29e1e8585" providerId="LiveId" clId="{E7E5DE29-60A4-4D58-A8C4-A0E1502ACE36}" dt="2026-07-29T18:01:51.126" v="2788" actId="478"/>
          <ac:spMkLst>
            <pc:docMk/>
            <pc:sldMk cId="2531948627" sldId="279"/>
            <ac:spMk id="11" creationId="{136E402F-254B-D2C2-EFB0-6FBC9E6B7BF5}"/>
          </ac:spMkLst>
        </pc:spChg>
        <pc:spChg chg="add del mod ord">
          <ac:chgData name="Guilherme da Costa Criscuolo" userId="ca8b11d29e1e8585" providerId="LiveId" clId="{E7E5DE29-60A4-4D58-A8C4-A0E1502ACE36}" dt="2026-07-29T18:01:43.018" v="2784" actId="478"/>
          <ac:spMkLst>
            <pc:docMk/>
            <pc:sldMk cId="2531948627" sldId="279"/>
            <ac:spMk id="12" creationId="{183A8DFB-D913-1EBD-3AC5-161A1AB981EB}"/>
          </ac:spMkLst>
        </pc:spChg>
        <pc:spChg chg="add del mod">
          <ac:chgData name="Guilherme da Costa Criscuolo" userId="ca8b11d29e1e8585" providerId="LiveId" clId="{E7E5DE29-60A4-4D58-A8C4-A0E1502ACE36}" dt="2026-07-29T18:01:45.188" v="2785" actId="6264"/>
          <ac:spMkLst>
            <pc:docMk/>
            <pc:sldMk cId="2531948627" sldId="279"/>
            <ac:spMk id="14" creationId="{1172AAC0-1A84-3F65-3965-2A202FCE7956}"/>
          </ac:spMkLst>
        </pc:spChg>
        <pc:spChg chg="add del mod">
          <ac:chgData name="Guilherme da Costa Criscuolo" userId="ca8b11d29e1e8585" providerId="LiveId" clId="{E7E5DE29-60A4-4D58-A8C4-A0E1502ACE36}" dt="2026-07-29T18:01:45.188" v="2785" actId="6264"/>
          <ac:spMkLst>
            <pc:docMk/>
            <pc:sldMk cId="2531948627" sldId="279"/>
            <ac:spMk id="15" creationId="{A5F0CFA7-92FA-E0FF-8F8B-981880D84F33}"/>
          </ac:spMkLst>
        </pc:spChg>
        <pc:spChg chg="add del mod">
          <ac:chgData name="Guilherme da Costa Criscuolo" userId="ca8b11d29e1e8585" providerId="LiveId" clId="{E7E5DE29-60A4-4D58-A8C4-A0E1502ACE36}" dt="2026-07-29T18:01:45.188" v="2785" actId="6264"/>
          <ac:spMkLst>
            <pc:docMk/>
            <pc:sldMk cId="2531948627" sldId="279"/>
            <ac:spMk id="16" creationId="{0E885693-13C5-9112-3524-98A0DB1DCE59}"/>
          </ac:spMkLst>
        </pc:spChg>
        <pc:spChg chg="add del mod">
          <ac:chgData name="Guilherme da Costa Criscuolo" userId="ca8b11d29e1e8585" providerId="LiveId" clId="{E7E5DE29-60A4-4D58-A8C4-A0E1502ACE36}" dt="2026-07-29T18:01:45.188" v="2785" actId="6264"/>
          <ac:spMkLst>
            <pc:docMk/>
            <pc:sldMk cId="2531948627" sldId="279"/>
            <ac:spMk id="17" creationId="{2DD0396C-786C-116B-93CB-76A5CB2BF02A}"/>
          </ac:spMkLst>
        </pc:spChg>
        <pc:spChg chg="add del mod">
          <ac:chgData name="Guilherme da Costa Criscuolo" userId="ca8b11d29e1e8585" providerId="LiveId" clId="{E7E5DE29-60A4-4D58-A8C4-A0E1502ACE36}" dt="2026-07-29T18:01:45.188" v="2785" actId="6264"/>
          <ac:spMkLst>
            <pc:docMk/>
            <pc:sldMk cId="2531948627" sldId="279"/>
            <ac:spMk id="19" creationId="{B3D1AA90-2344-2B6F-6D5C-FA2B0B7F3352}"/>
          </ac:spMkLst>
        </pc:spChg>
        <pc:spChg chg="add del mod ord">
          <ac:chgData name="Guilherme da Costa Criscuolo" userId="ca8b11d29e1e8585" providerId="LiveId" clId="{E7E5DE29-60A4-4D58-A8C4-A0E1502ACE36}" dt="2026-07-29T18:01:46.904" v="2786" actId="700"/>
          <ac:spMkLst>
            <pc:docMk/>
            <pc:sldMk cId="2531948627" sldId="279"/>
            <ac:spMk id="22" creationId="{191BEDEB-2057-C0B1-3831-562E800988D7}"/>
          </ac:spMkLst>
        </pc:spChg>
        <pc:spChg chg="add del mod">
          <ac:chgData name="Guilherme da Costa Criscuolo" userId="ca8b11d29e1e8585" providerId="LiveId" clId="{E7E5DE29-60A4-4D58-A8C4-A0E1502ACE36}" dt="2026-07-29T18:01:55.549" v="2789" actId="700"/>
          <ac:spMkLst>
            <pc:docMk/>
            <pc:sldMk cId="2531948627" sldId="279"/>
            <ac:spMk id="24" creationId="{BB6F8D08-C94A-30D5-EC90-CA1B85ACC192}"/>
          </ac:spMkLst>
        </pc:spChg>
      </pc:sldChg>
      <pc:sldChg chg="new del">
        <pc:chgData name="Guilherme da Costa Criscuolo" userId="ca8b11d29e1e8585" providerId="LiveId" clId="{E7E5DE29-60A4-4D58-A8C4-A0E1502ACE36}" dt="2026-07-29T17:58:41.894" v="2733" actId="47"/>
        <pc:sldMkLst>
          <pc:docMk/>
          <pc:sldMk cId="1679575883" sldId="280"/>
        </pc:sldMkLst>
      </pc:sldChg>
      <pc:sldChg chg="new del">
        <pc:chgData name="Guilherme da Costa Criscuolo" userId="ca8b11d29e1e8585" providerId="LiveId" clId="{E7E5DE29-60A4-4D58-A8C4-A0E1502ACE36}" dt="2026-07-29T17:58:41.894" v="2733" actId="47"/>
        <pc:sldMkLst>
          <pc:docMk/>
          <pc:sldMk cId="1926599996" sldId="281"/>
        </pc:sldMkLst>
      </pc:sldChg>
      <pc:sldChg chg="new del">
        <pc:chgData name="Guilherme da Costa Criscuolo" userId="ca8b11d29e1e8585" providerId="LiveId" clId="{E7E5DE29-60A4-4D58-A8C4-A0E1502ACE36}" dt="2026-07-29T17:58:41.894" v="2733" actId="47"/>
        <pc:sldMkLst>
          <pc:docMk/>
          <pc:sldMk cId="583893796" sldId="282"/>
        </pc:sldMkLst>
      </pc:sldChg>
      <pc:sldChg chg="addSp delSp modSp new mod chgLayout">
        <pc:chgData name="Guilherme da Costa Criscuolo" userId="ca8b11d29e1e8585" providerId="LiveId" clId="{E7E5DE29-60A4-4D58-A8C4-A0E1502ACE36}" dt="2026-07-29T18:05:27.709" v="2873" actId="1957"/>
        <pc:sldMkLst>
          <pc:docMk/>
          <pc:sldMk cId="313535126" sldId="283"/>
        </pc:sldMkLst>
        <pc:spChg chg="mod ord">
          <ac:chgData name="Guilherme da Costa Criscuolo" userId="ca8b11d29e1e8585" providerId="LiveId" clId="{E7E5DE29-60A4-4D58-A8C4-A0E1502ACE36}" dt="2026-07-29T18:05:22.668" v="2871" actId="6264"/>
          <ac:spMkLst>
            <pc:docMk/>
            <pc:sldMk cId="313535126" sldId="283"/>
            <ac:spMk id="2" creationId="{7FBEB0C0-D465-BB5C-F5D4-494475244F70}"/>
          </ac:spMkLst>
        </pc:spChg>
        <pc:spChg chg="mod ord">
          <ac:chgData name="Guilherme da Costa Criscuolo" userId="ca8b11d29e1e8585" providerId="LiveId" clId="{E7E5DE29-60A4-4D58-A8C4-A0E1502ACE36}" dt="2026-07-29T18:05:22.668" v="2871" actId="6264"/>
          <ac:spMkLst>
            <pc:docMk/>
            <pc:sldMk cId="313535126" sldId="283"/>
            <ac:spMk id="3" creationId="{1CFB385F-F960-E178-C94F-58F899A00A21}"/>
          </ac:spMkLst>
        </pc:spChg>
        <pc:spChg chg="mod ord">
          <ac:chgData name="Guilherme da Costa Criscuolo" userId="ca8b11d29e1e8585" providerId="LiveId" clId="{E7E5DE29-60A4-4D58-A8C4-A0E1502ACE36}" dt="2026-07-29T18:05:22.668" v="2871" actId="6264"/>
          <ac:spMkLst>
            <pc:docMk/>
            <pc:sldMk cId="313535126" sldId="283"/>
            <ac:spMk id="4" creationId="{66421389-D1A9-B3C0-EBD9-7DC42643196C}"/>
          </ac:spMkLst>
        </pc:spChg>
        <pc:spChg chg="del">
          <ac:chgData name="Guilherme da Costa Criscuolo" userId="ca8b11d29e1e8585" providerId="LiveId" clId="{E7E5DE29-60A4-4D58-A8C4-A0E1502ACE36}" dt="2026-07-29T18:05:22.668" v="2871" actId="6264"/>
          <ac:spMkLst>
            <pc:docMk/>
            <pc:sldMk cId="313535126" sldId="283"/>
            <ac:spMk id="5" creationId="{B4B52A2A-93AA-8724-5CFD-99238137E6E2}"/>
          </ac:spMkLst>
        </pc:spChg>
        <pc:spChg chg="add del mod">
          <ac:chgData name="Guilherme da Costa Criscuolo" userId="ca8b11d29e1e8585" providerId="LiveId" clId="{E7E5DE29-60A4-4D58-A8C4-A0E1502ACE36}" dt="2026-07-29T18:05:22.668" v="2871" actId="6264"/>
          <ac:spMkLst>
            <pc:docMk/>
            <pc:sldMk cId="313535126" sldId="283"/>
            <ac:spMk id="6" creationId="{BBA2B841-6810-45F0-7D5B-52ECB53026C4}"/>
          </ac:spMkLst>
        </pc:spChg>
        <pc:spChg chg="add del mod">
          <ac:chgData name="Guilherme da Costa Criscuolo" userId="ca8b11d29e1e8585" providerId="LiveId" clId="{E7E5DE29-60A4-4D58-A8C4-A0E1502ACE36}" dt="2026-07-29T18:05:22.668" v="2871" actId="6264"/>
          <ac:spMkLst>
            <pc:docMk/>
            <pc:sldMk cId="313535126" sldId="283"/>
            <ac:spMk id="7" creationId="{D0FEBF77-592D-D79E-9D82-1A20AA9116A6}"/>
          </ac:spMkLst>
        </pc:spChg>
        <pc:spChg chg="add del mod">
          <ac:chgData name="Guilherme da Costa Criscuolo" userId="ca8b11d29e1e8585" providerId="LiveId" clId="{E7E5DE29-60A4-4D58-A8C4-A0E1502ACE36}" dt="2026-07-29T18:05:22.668" v="2871" actId="6264"/>
          <ac:spMkLst>
            <pc:docMk/>
            <pc:sldMk cId="313535126" sldId="283"/>
            <ac:spMk id="8" creationId="{94D3604D-1DA1-C584-ACE0-10FC5003AFD8}"/>
          </ac:spMkLst>
        </pc:spChg>
        <pc:spChg chg="add del mod ord">
          <ac:chgData name="Guilherme da Costa Criscuolo" userId="ca8b11d29e1e8585" providerId="LiveId" clId="{E7E5DE29-60A4-4D58-A8C4-A0E1502ACE36}" dt="2026-07-29T18:05:27.709" v="2873" actId="1957"/>
          <ac:spMkLst>
            <pc:docMk/>
            <pc:sldMk cId="313535126" sldId="283"/>
            <ac:spMk id="9" creationId="{5A1A8938-3912-0815-38D0-B140B52709CA}"/>
          </ac:spMkLst>
        </pc:spChg>
        <pc:graphicFrameChg chg="add mod">
          <ac:chgData name="Guilherme da Costa Criscuolo" userId="ca8b11d29e1e8585" providerId="LiveId" clId="{E7E5DE29-60A4-4D58-A8C4-A0E1502ACE36}" dt="2026-07-29T18:05:27.709" v="2873" actId="1957"/>
          <ac:graphicFrameMkLst>
            <pc:docMk/>
            <pc:sldMk cId="313535126" sldId="283"/>
            <ac:graphicFrameMk id="12" creationId="{D1911498-D99C-68D8-3B5E-E0E1AE129E74}"/>
          </ac:graphicFrameMkLst>
        </pc:graphicFrameChg>
      </pc:sldChg>
      <pc:sldChg chg="addSp delSp modSp new mod modClrScheme chgLayout">
        <pc:chgData name="Guilherme da Costa Criscuolo" userId="ca8b11d29e1e8585" providerId="LiveId" clId="{E7E5DE29-60A4-4D58-A8C4-A0E1502ACE36}" dt="2026-07-29T18:09:54.431" v="3001" actId="6264"/>
        <pc:sldMkLst>
          <pc:docMk/>
          <pc:sldMk cId="4070340136" sldId="284"/>
        </pc:sldMkLst>
        <pc:spChg chg="mod ord">
          <ac:chgData name="Guilherme da Costa Criscuolo" userId="ca8b11d29e1e8585" providerId="LiveId" clId="{E7E5DE29-60A4-4D58-A8C4-A0E1502ACE36}" dt="2026-07-29T18:07:27.191" v="2955" actId="6264"/>
          <ac:spMkLst>
            <pc:docMk/>
            <pc:sldMk cId="4070340136" sldId="284"/>
            <ac:spMk id="2" creationId="{16B58B57-D1ED-FE6E-AC13-E0EB5BFF2DA9}"/>
          </ac:spMkLst>
        </pc:spChg>
        <pc:spChg chg="mod ord">
          <ac:chgData name="Guilherme da Costa Criscuolo" userId="ca8b11d29e1e8585" providerId="LiveId" clId="{E7E5DE29-60A4-4D58-A8C4-A0E1502ACE36}" dt="2026-07-29T18:09:54.431" v="3001" actId="6264"/>
          <ac:spMkLst>
            <pc:docMk/>
            <pc:sldMk cId="4070340136" sldId="284"/>
            <ac:spMk id="3" creationId="{0E678E55-8AE5-26E9-922C-DF431D036A69}"/>
          </ac:spMkLst>
        </pc:spChg>
        <pc:spChg chg="del mod ord">
          <ac:chgData name="Guilherme da Costa Criscuolo" userId="ca8b11d29e1e8585" providerId="LiveId" clId="{E7E5DE29-60A4-4D58-A8C4-A0E1502ACE36}" dt="2026-07-29T18:06:17.974" v="2883" actId="700"/>
          <ac:spMkLst>
            <pc:docMk/>
            <pc:sldMk cId="4070340136" sldId="284"/>
            <ac:spMk id="4" creationId="{4F65FEE0-36BA-6154-7817-D0FA48AB6062}"/>
          </ac:spMkLst>
        </pc:spChg>
        <pc:spChg chg="del mod ord">
          <ac:chgData name="Guilherme da Costa Criscuolo" userId="ca8b11d29e1e8585" providerId="LiveId" clId="{E7E5DE29-60A4-4D58-A8C4-A0E1502ACE36}" dt="2026-07-29T18:06:17.974" v="2883" actId="700"/>
          <ac:spMkLst>
            <pc:docMk/>
            <pc:sldMk cId="4070340136" sldId="284"/>
            <ac:spMk id="5" creationId="{9B582AB8-E573-D1A1-C61A-410A0D1C9B0E}"/>
          </ac:spMkLst>
        </pc:spChg>
        <pc:spChg chg="del mod ord">
          <ac:chgData name="Guilherme da Costa Criscuolo" userId="ca8b11d29e1e8585" providerId="LiveId" clId="{E7E5DE29-60A4-4D58-A8C4-A0E1502ACE36}" dt="2026-07-29T18:06:17.974" v="2883" actId="700"/>
          <ac:spMkLst>
            <pc:docMk/>
            <pc:sldMk cId="4070340136" sldId="284"/>
            <ac:spMk id="6" creationId="{EB92FC60-48AA-CFD6-91B8-9A576DDAEDD6}"/>
          </ac:spMkLst>
        </pc:spChg>
        <pc:spChg chg="del mod ord">
          <ac:chgData name="Guilherme da Costa Criscuolo" userId="ca8b11d29e1e8585" providerId="LiveId" clId="{E7E5DE29-60A4-4D58-A8C4-A0E1502ACE36}" dt="2026-07-29T18:06:17.974" v="2883" actId="700"/>
          <ac:spMkLst>
            <pc:docMk/>
            <pc:sldMk cId="4070340136" sldId="284"/>
            <ac:spMk id="7" creationId="{260600BC-E628-87AE-47A0-F126BDAFEB6F}"/>
          </ac:spMkLst>
        </pc:spChg>
        <pc:spChg chg="del">
          <ac:chgData name="Guilherme da Costa Criscuolo" userId="ca8b11d29e1e8585" providerId="LiveId" clId="{E7E5DE29-60A4-4D58-A8C4-A0E1502ACE36}" dt="2026-07-29T18:05:51.989" v="2877" actId="1957"/>
          <ac:spMkLst>
            <pc:docMk/>
            <pc:sldMk cId="4070340136" sldId="284"/>
            <ac:spMk id="8" creationId="{25116279-FDE7-65CE-1C83-B184EB1FB12A}"/>
          </ac:spMkLst>
        </pc:spChg>
        <pc:spChg chg="add del mod">
          <ac:chgData name="Guilherme da Costa Criscuolo" userId="ca8b11d29e1e8585" providerId="LiveId" clId="{E7E5DE29-60A4-4D58-A8C4-A0E1502ACE36}" dt="2026-07-29T18:06:07.989" v="2881" actId="1957"/>
          <ac:spMkLst>
            <pc:docMk/>
            <pc:sldMk cId="4070340136" sldId="284"/>
            <ac:spMk id="13" creationId="{C34C9311-6358-0C7A-2586-2910C5151C51}"/>
          </ac:spMkLst>
        </pc:spChg>
        <pc:spChg chg="add mod ord">
          <ac:chgData name="Guilherme da Costa Criscuolo" userId="ca8b11d29e1e8585" providerId="LiveId" clId="{E7E5DE29-60A4-4D58-A8C4-A0E1502ACE36}" dt="2026-07-29T18:09:54.431" v="3001" actId="6264"/>
          <ac:spMkLst>
            <pc:docMk/>
            <pc:sldMk cId="4070340136" sldId="284"/>
            <ac:spMk id="17" creationId="{87FF610C-3768-C272-5EBA-3719B5774DE2}"/>
          </ac:spMkLst>
        </pc:spChg>
        <pc:spChg chg="add mod ord">
          <ac:chgData name="Guilherme da Costa Criscuolo" userId="ca8b11d29e1e8585" providerId="LiveId" clId="{E7E5DE29-60A4-4D58-A8C4-A0E1502ACE36}" dt="2026-07-29T18:09:54.431" v="3001" actId="6264"/>
          <ac:spMkLst>
            <pc:docMk/>
            <pc:sldMk cId="4070340136" sldId="284"/>
            <ac:spMk id="18" creationId="{37D49228-CB7C-2B74-22F0-5CFFA5283385}"/>
          </ac:spMkLst>
        </pc:spChg>
        <pc:spChg chg="add del mod ord">
          <ac:chgData name="Guilherme da Costa Criscuolo" userId="ca8b11d29e1e8585" providerId="LiveId" clId="{E7E5DE29-60A4-4D58-A8C4-A0E1502ACE36}" dt="2026-07-29T18:07:09.772" v="2938" actId="931"/>
          <ac:spMkLst>
            <pc:docMk/>
            <pc:sldMk cId="4070340136" sldId="284"/>
            <ac:spMk id="19" creationId="{78E9B419-6951-56B7-885D-7E89295B333F}"/>
          </ac:spMkLst>
        </pc:spChg>
        <pc:spChg chg="del">
          <ac:chgData name="Guilherme da Costa Criscuolo" userId="ca8b11d29e1e8585" providerId="LiveId" clId="{E7E5DE29-60A4-4D58-A8C4-A0E1502ACE36}" dt="2026-07-29T18:06:43.019" v="2919" actId="931"/>
          <ac:spMkLst>
            <pc:docMk/>
            <pc:sldMk cId="4070340136" sldId="284"/>
            <ac:spMk id="20" creationId="{39B6AD6B-691F-C6B3-7D80-664A5C78E66F}"/>
          </ac:spMkLst>
        </pc:spChg>
        <pc:spChg chg="add mod ord">
          <ac:chgData name="Guilherme da Costa Criscuolo" userId="ca8b11d29e1e8585" providerId="LiveId" clId="{E7E5DE29-60A4-4D58-A8C4-A0E1502ACE36}" dt="2026-07-29T18:09:54.431" v="3001" actId="6264"/>
          <ac:spMkLst>
            <pc:docMk/>
            <pc:sldMk cId="4070340136" sldId="284"/>
            <ac:spMk id="21" creationId="{EBE9665D-6C05-CD69-CE9F-197EA35BDB2F}"/>
          </ac:spMkLst>
        </pc:spChg>
        <pc:spChg chg="add del mod ord">
          <ac:chgData name="Guilherme da Costa Criscuolo" userId="ca8b11d29e1e8585" providerId="LiveId" clId="{E7E5DE29-60A4-4D58-A8C4-A0E1502ACE36}" dt="2026-07-29T18:07:14.164" v="2939" actId="931"/>
          <ac:spMkLst>
            <pc:docMk/>
            <pc:sldMk cId="4070340136" sldId="284"/>
            <ac:spMk id="22" creationId="{214DF4F9-89EF-D7DB-1CEC-3C4EFDA8FC05}"/>
          </ac:spMkLst>
        </pc:spChg>
        <pc:spChg chg="add del mod">
          <ac:chgData name="Guilherme da Costa Criscuolo" userId="ca8b11d29e1e8585" providerId="LiveId" clId="{E7E5DE29-60A4-4D58-A8C4-A0E1502ACE36}" dt="2026-07-29T18:07:27.191" v="2955" actId="6264"/>
          <ac:spMkLst>
            <pc:docMk/>
            <pc:sldMk cId="4070340136" sldId="284"/>
            <ac:spMk id="30" creationId="{C8DD863F-4FD1-1CBF-E658-672D7FB59204}"/>
          </ac:spMkLst>
        </pc:spChg>
        <pc:spChg chg="add del mod">
          <ac:chgData name="Guilherme da Costa Criscuolo" userId="ca8b11d29e1e8585" providerId="LiveId" clId="{E7E5DE29-60A4-4D58-A8C4-A0E1502ACE36}" dt="2026-07-29T18:07:27.191" v="2955" actId="6264"/>
          <ac:spMkLst>
            <pc:docMk/>
            <pc:sldMk cId="4070340136" sldId="284"/>
            <ac:spMk id="33" creationId="{0800BACE-5C76-E6B1-8921-BF068152E15C}"/>
          </ac:spMkLst>
        </pc:spChg>
        <pc:spChg chg="add del mod">
          <ac:chgData name="Guilherme da Costa Criscuolo" userId="ca8b11d29e1e8585" providerId="LiveId" clId="{E7E5DE29-60A4-4D58-A8C4-A0E1502ACE36}" dt="2026-07-29T18:07:27.191" v="2955" actId="6264"/>
          <ac:spMkLst>
            <pc:docMk/>
            <pc:sldMk cId="4070340136" sldId="284"/>
            <ac:spMk id="34" creationId="{DBA8FB68-1E0E-D623-1F29-90833B333AAC}"/>
          </ac:spMkLst>
        </pc:spChg>
        <pc:spChg chg="add del mod">
          <ac:chgData name="Guilherme da Costa Criscuolo" userId="ca8b11d29e1e8585" providerId="LiveId" clId="{E7E5DE29-60A4-4D58-A8C4-A0E1502ACE36}" dt="2026-07-29T18:07:27.191" v="2955" actId="6264"/>
          <ac:spMkLst>
            <pc:docMk/>
            <pc:sldMk cId="4070340136" sldId="284"/>
            <ac:spMk id="35" creationId="{469375A9-34AC-EC42-1517-49BDA672DEE9}"/>
          </ac:spMkLst>
        </pc:spChg>
        <pc:spChg chg="add del mod">
          <ac:chgData name="Guilherme da Costa Criscuolo" userId="ca8b11d29e1e8585" providerId="LiveId" clId="{E7E5DE29-60A4-4D58-A8C4-A0E1502ACE36}" dt="2026-07-29T18:07:27.191" v="2955" actId="6264"/>
          <ac:spMkLst>
            <pc:docMk/>
            <pc:sldMk cId="4070340136" sldId="284"/>
            <ac:spMk id="37" creationId="{7D0DB91A-6D58-75C8-74DE-B4BC8F93F93A}"/>
          </ac:spMkLst>
        </pc:spChg>
        <pc:spChg chg="add del mod">
          <ac:chgData name="Guilherme da Costa Criscuolo" userId="ca8b11d29e1e8585" providerId="LiveId" clId="{E7E5DE29-60A4-4D58-A8C4-A0E1502ACE36}" dt="2026-07-29T18:08:27.866" v="2982" actId="1957"/>
          <ac:spMkLst>
            <pc:docMk/>
            <pc:sldMk cId="4070340136" sldId="284"/>
            <ac:spMk id="39" creationId="{A0290B92-E3D0-DEF3-A38D-BF147021337E}"/>
          </ac:spMkLst>
        </pc:spChg>
        <pc:spChg chg="add del mod">
          <ac:chgData name="Guilherme da Costa Criscuolo" userId="ca8b11d29e1e8585" providerId="LiveId" clId="{E7E5DE29-60A4-4D58-A8C4-A0E1502ACE36}" dt="2026-07-29T18:08:50.246" v="2985" actId="1957"/>
          <ac:spMkLst>
            <pc:docMk/>
            <pc:sldMk cId="4070340136" sldId="284"/>
            <ac:spMk id="44" creationId="{9D53B34D-21AE-C2EA-64C8-91113A4CC82E}"/>
          </ac:spMkLst>
        </pc:spChg>
        <pc:spChg chg="add del mod">
          <ac:chgData name="Guilherme da Costa Criscuolo" userId="ca8b11d29e1e8585" providerId="LiveId" clId="{E7E5DE29-60A4-4D58-A8C4-A0E1502ACE36}" dt="2026-07-29T18:09:31.592" v="2993" actId="1957"/>
          <ac:spMkLst>
            <pc:docMk/>
            <pc:sldMk cId="4070340136" sldId="284"/>
            <ac:spMk id="49" creationId="{AE8DB745-212F-DEAB-F881-B7D24B47784D}"/>
          </ac:spMkLst>
        </pc:spChg>
        <pc:spChg chg="add del mod">
          <ac:chgData name="Guilherme da Costa Criscuolo" userId="ca8b11d29e1e8585" providerId="LiveId" clId="{E7E5DE29-60A4-4D58-A8C4-A0E1502ACE36}" dt="2026-07-29T18:09:41.800" v="2994" actId="6264"/>
          <ac:spMkLst>
            <pc:docMk/>
            <pc:sldMk cId="4070340136" sldId="284"/>
            <ac:spMk id="60" creationId="{4F96587D-E944-8E9C-0508-BCFFFAE7D514}"/>
          </ac:spMkLst>
        </pc:spChg>
        <pc:spChg chg="add del mod">
          <ac:chgData name="Guilherme da Costa Criscuolo" userId="ca8b11d29e1e8585" providerId="LiveId" clId="{E7E5DE29-60A4-4D58-A8C4-A0E1502ACE36}" dt="2026-07-29T18:09:41.800" v="2994" actId="6264"/>
          <ac:spMkLst>
            <pc:docMk/>
            <pc:sldMk cId="4070340136" sldId="284"/>
            <ac:spMk id="61" creationId="{BF4DBFBF-A2BF-79F3-0E1E-2B5634524CB8}"/>
          </ac:spMkLst>
        </pc:spChg>
        <pc:spChg chg="add del mod">
          <ac:chgData name="Guilherme da Costa Criscuolo" userId="ca8b11d29e1e8585" providerId="LiveId" clId="{E7E5DE29-60A4-4D58-A8C4-A0E1502ACE36}" dt="2026-07-29T18:09:41.800" v="2994" actId="6264"/>
          <ac:spMkLst>
            <pc:docMk/>
            <pc:sldMk cId="4070340136" sldId="284"/>
            <ac:spMk id="62" creationId="{3B848B30-8CE8-4A76-387F-6987F169BF08}"/>
          </ac:spMkLst>
        </pc:spChg>
        <pc:spChg chg="add del mod">
          <ac:chgData name="Guilherme da Costa Criscuolo" userId="ca8b11d29e1e8585" providerId="LiveId" clId="{E7E5DE29-60A4-4D58-A8C4-A0E1502ACE36}" dt="2026-07-29T18:09:41.800" v="2994" actId="6264"/>
          <ac:spMkLst>
            <pc:docMk/>
            <pc:sldMk cId="4070340136" sldId="284"/>
            <ac:spMk id="63" creationId="{921C97A5-24E4-10DC-9DC9-F28A61CCEF18}"/>
          </ac:spMkLst>
        </pc:spChg>
        <pc:spChg chg="add del mod">
          <ac:chgData name="Guilherme da Costa Criscuolo" userId="ca8b11d29e1e8585" providerId="LiveId" clId="{E7E5DE29-60A4-4D58-A8C4-A0E1502ACE36}" dt="2026-07-29T18:09:41.800" v="2994" actId="6264"/>
          <ac:spMkLst>
            <pc:docMk/>
            <pc:sldMk cId="4070340136" sldId="284"/>
            <ac:spMk id="64" creationId="{2D40415B-AEBE-980B-8E71-9FE317E4CD44}"/>
          </ac:spMkLst>
        </pc:spChg>
        <pc:spChg chg="add del mod">
          <ac:chgData name="Guilherme da Costa Criscuolo" userId="ca8b11d29e1e8585" providerId="LiveId" clId="{E7E5DE29-60A4-4D58-A8C4-A0E1502ACE36}" dt="2026-07-29T18:09:41.800" v="2994" actId="6264"/>
          <ac:spMkLst>
            <pc:docMk/>
            <pc:sldMk cId="4070340136" sldId="284"/>
            <ac:spMk id="66" creationId="{914443E7-4FE1-7867-6F71-178A65C0C90B}"/>
          </ac:spMkLst>
        </pc:spChg>
        <pc:spChg chg="add del mod">
          <ac:chgData name="Guilherme da Costa Criscuolo" userId="ca8b11d29e1e8585" providerId="LiveId" clId="{E7E5DE29-60A4-4D58-A8C4-A0E1502ACE36}" dt="2026-07-29T18:09:54.431" v="3001" actId="6264"/>
          <ac:spMkLst>
            <pc:docMk/>
            <pc:sldMk cId="4070340136" sldId="284"/>
            <ac:spMk id="70" creationId="{9C475CF7-FEB9-926D-7424-520A53F807C2}"/>
          </ac:spMkLst>
        </pc:spChg>
        <pc:spChg chg="add del mod">
          <ac:chgData name="Guilherme da Costa Criscuolo" userId="ca8b11d29e1e8585" providerId="LiveId" clId="{E7E5DE29-60A4-4D58-A8C4-A0E1502ACE36}" dt="2026-07-29T18:09:54.431" v="3001" actId="6264"/>
          <ac:spMkLst>
            <pc:docMk/>
            <pc:sldMk cId="4070340136" sldId="284"/>
            <ac:spMk id="71" creationId="{E91DC2E1-3B3F-EBC7-A1E5-03EE0C975B31}"/>
          </ac:spMkLst>
        </pc:spChg>
        <pc:spChg chg="add del mod">
          <ac:chgData name="Guilherme da Costa Criscuolo" userId="ca8b11d29e1e8585" providerId="LiveId" clId="{E7E5DE29-60A4-4D58-A8C4-A0E1502ACE36}" dt="2026-07-29T18:09:54.431" v="3001" actId="6264"/>
          <ac:spMkLst>
            <pc:docMk/>
            <pc:sldMk cId="4070340136" sldId="284"/>
            <ac:spMk id="72" creationId="{85A03DA4-08AD-DC48-FEB7-77AAD3AC1517}"/>
          </ac:spMkLst>
        </pc:spChg>
        <pc:spChg chg="add del mod">
          <ac:chgData name="Guilherme da Costa Criscuolo" userId="ca8b11d29e1e8585" providerId="LiveId" clId="{E7E5DE29-60A4-4D58-A8C4-A0E1502ACE36}" dt="2026-07-29T18:09:54.431" v="3001" actId="6264"/>
          <ac:spMkLst>
            <pc:docMk/>
            <pc:sldMk cId="4070340136" sldId="284"/>
            <ac:spMk id="74" creationId="{CB45035F-D981-F445-9E43-1D9CC837E375}"/>
          </ac:spMkLst>
        </pc:spChg>
        <pc:spChg chg="add del mod">
          <ac:chgData name="Guilherme da Costa Criscuolo" userId="ca8b11d29e1e8585" providerId="LiveId" clId="{E7E5DE29-60A4-4D58-A8C4-A0E1502ACE36}" dt="2026-07-29T18:09:54.431" v="3001" actId="6264"/>
          <ac:spMkLst>
            <pc:docMk/>
            <pc:sldMk cId="4070340136" sldId="284"/>
            <ac:spMk id="76" creationId="{84755219-B761-7BEC-1BE2-118440807644}"/>
          </ac:spMkLst>
        </pc:spChg>
        <pc:spChg chg="add del mod">
          <ac:chgData name="Guilherme da Costa Criscuolo" userId="ca8b11d29e1e8585" providerId="LiveId" clId="{E7E5DE29-60A4-4D58-A8C4-A0E1502ACE36}" dt="2026-07-29T18:09:54.431" v="3001" actId="6264"/>
          <ac:spMkLst>
            <pc:docMk/>
            <pc:sldMk cId="4070340136" sldId="284"/>
            <ac:spMk id="77" creationId="{ACAAAF79-CACB-9831-781E-A6F05EE655CB}"/>
          </ac:spMkLst>
        </pc:spChg>
        <pc:graphicFrameChg chg="add del mod">
          <ac:chgData name="Guilherme da Costa Criscuolo" userId="ca8b11d29e1e8585" providerId="LiveId" clId="{E7E5DE29-60A4-4D58-A8C4-A0E1502ACE36}" dt="2026-07-29T18:06:03.998" v="2878" actId="478"/>
          <ac:graphicFrameMkLst>
            <pc:docMk/>
            <pc:sldMk cId="4070340136" sldId="284"/>
            <ac:graphicFrameMk id="11" creationId="{8168DE49-8C12-FF55-4BFB-0A4365630FE4}"/>
          </ac:graphicFrameMkLst>
        </pc:graphicFrameChg>
        <pc:graphicFrameChg chg="add del mod">
          <ac:chgData name="Guilherme da Costa Criscuolo" userId="ca8b11d29e1e8585" providerId="LiveId" clId="{E7E5DE29-60A4-4D58-A8C4-A0E1502ACE36}" dt="2026-07-29T18:08:23.998" v="2980" actId="478"/>
          <ac:graphicFrameMkLst>
            <pc:docMk/>
            <pc:sldMk cId="4070340136" sldId="284"/>
            <ac:graphicFrameMk id="16" creationId="{EEB0B754-9929-447A-1A27-03B8C8E77131}"/>
          </ac:graphicFrameMkLst>
        </pc:graphicFrameChg>
        <pc:graphicFrameChg chg="add del mod">
          <ac:chgData name="Guilherme da Costa Criscuolo" userId="ca8b11d29e1e8585" providerId="LiveId" clId="{E7E5DE29-60A4-4D58-A8C4-A0E1502ACE36}" dt="2026-07-29T18:08:34.543" v="2983" actId="478"/>
          <ac:graphicFrameMkLst>
            <pc:docMk/>
            <pc:sldMk cId="4070340136" sldId="284"/>
            <ac:graphicFrameMk id="42" creationId="{F0D72CDE-C380-E621-FBC0-23D79D0A5FD5}"/>
          </ac:graphicFrameMkLst>
        </pc:graphicFrameChg>
        <pc:graphicFrameChg chg="add del mod">
          <ac:chgData name="Guilherme da Costa Criscuolo" userId="ca8b11d29e1e8585" providerId="LiveId" clId="{E7E5DE29-60A4-4D58-A8C4-A0E1502ACE36}" dt="2026-07-29T18:08:56.312" v="2986" actId="478"/>
          <ac:graphicFrameMkLst>
            <pc:docMk/>
            <pc:sldMk cId="4070340136" sldId="284"/>
            <ac:graphicFrameMk id="47" creationId="{6C817736-049A-7F72-DE9E-1C593DA0F720}"/>
          </ac:graphicFrameMkLst>
        </pc:graphicFrameChg>
        <pc:graphicFrameChg chg="add del">
          <ac:chgData name="Guilherme da Costa Criscuolo" userId="ca8b11d29e1e8585" providerId="LiveId" clId="{E7E5DE29-60A4-4D58-A8C4-A0E1502ACE36}" dt="2026-07-29T18:09:11.760" v="2988"/>
          <ac:graphicFrameMkLst>
            <pc:docMk/>
            <pc:sldMk cId="4070340136" sldId="284"/>
            <ac:graphicFrameMk id="52" creationId="{5E2C2638-E96E-74D4-2086-7CCAE2099762}"/>
          </ac:graphicFrameMkLst>
        </pc:graphicFrameChg>
        <pc:graphicFrameChg chg="add mod">
          <ac:chgData name="Guilherme da Costa Criscuolo" userId="ca8b11d29e1e8585" providerId="LiveId" clId="{E7E5DE29-60A4-4D58-A8C4-A0E1502ACE36}" dt="2026-07-29T18:09:23.848" v="2991" actId="1957"/>
          <ac:graphicFrameMkLst>
            <pc:docMk/>
            <pc:sldMk cId="4070340136" sldId="284"/>
            <ac:graphicFrameMk id="56" creationId="{544D90E1-75F5-1B5B-8794-31965E654021}"/>
          </ac:graphicFrameMkLst>
        </pc:graphicFrameChg>
        <pc:graphicFrameChg chg="add mod">
          <ac:chgData name="Guilherme da Costa Criscuolo" userId="ca8b11d29e1e8585" providerId="LiveId" clId="{E7E5DE29-60A4-4D58-A8C4-A0E1502ACE36}" dt="2026-07-29T18:09:31.592" v="2993" actId="1957"/>
          <ac:graphicFrameMkLst>
            <pc:docMk/>
            <pc:sldMk cId="4070340136" sldId="284"/>
            <ac:graphicFrameMk id="59" creationId="{E26A0319-9BD5-FD55-0108-8727CDAFAA57}"/>
          </ac:graphicFrameMkLst>
        </pc:graphicFrameChg>
        <pc:picChg chg="add mod ord">
          <ac:chgData name="Guilherme da Costa Criscuolo" userId="ca8b11d29e1e8585" providerId="LiveId" clId="{E7E5DE29-60A4-4D58-A8C4-A0E1502ACE36}" dt="2026-07-29T18:06:43.019" v="2919" actId="931"/>
          <ac:picMkLst>
            <pc:docMk/>
            <pc:sldMk cId="4070340136" sldId="284"/>
            <ac:picMk id="24" creationId="{3D0D4246-285B-C4BD-B8C0-52BF994458BA}"/>
          </ac:picMkLst>
        </pc:picChg>
        <pc:picChg chg="add mod ord">
          <ac:chgData name="Guilherme da Costa Criscuolo" userId="ca8b11d29e1e8585" providerId="LiveId" clId="{E7E5DE29-60A4-4D58-A8C4-A0E1502ACE36}" dt="2026-07-29T18:07:09.772" v="2938" actId="931"/>
          <ac:picMkLst>
            <pc:docMk/>
            <pc:sldMk cId="4070340136" sldId="284"/>
            <ac:picMk id="26" creationId="{E01E9796-0416-A8DF-43A8-0E0F64C6ABE0}"/>
          </ac:picMkLst>
        </pc:picChg>
        <pc:picChg chg="add mod ord">
          <ac:chgData name="Guilherme da Costa Criscuolo" userId="ca8b11d29e1e8585" providerId="LiveId" clId="{E7E5DE29-60A4-4D58-A8C4-A0E1502ACE36}" dt="2026-07-29T18:07:14.164" v="2939" actId="931"/>
          <ac:picMkLst>
            <pc:docMk/>
            <pc:sldMk cId="4070340136" sldId="284"/>
            <ac:picMk id="28" creationId="{CBA657D4-06EB-DD63-69A9-21C27610FE90}"/>
          </ac:picMkLst>
        </pc:picChg>
      </pc:sldChg>
      <pc:sldChg chg="new del">
        <pc:chgData name="Guilherme da Costa Criscuolo" userId="ca8b11d29e1e8585" providerId="LiveId" clId="{E7E5DE29-60A4-4D58-A8C4-A0E1502ACE36}" dt="2026-07-29T18:06:12.526" v="2882" actId="47"/>
        <pc:sldMkLst>
          <pc:docMk/>
          <pc:sldMk cId="309845273" sldId="285"/>
        </pc:sldMkLst>
      </pc:sldChg>
      <pc:sldChg chg="addSp delSp modSp new mod">
        <pc:chgData name="Guilherme da Costa Criscuolo" userId="ca8b11d29e1e8585" providerId="LiveId" clId="{E7E5DE29-60A4-4D58-A8C4-A0E1502ACE36}" dt="2026-07-29T18:10:44.571" v="3024" actId="403"/>
        <pc:sldMkLst>
          <pc:docMk/>
          <pc:sldMk cId="977280292" sldId="286"/>
        </pc:sldMkLst>
        <pc:spChg chg="mod">
          <ac:chgData name="Guilherme da Costa Criscuolo" userId="ca8b11d29e1e8585" providerId="LiveId" clId="{E7E5DE29-60A4-4D58-A8C4-A0E1502ACE36}" dt="2026-07-29T18:09:56.944" v="3002"/>
          <ac:spMkLst>
            <pc:docMk/>
            <pc:sldMk cId="977280292" sldId="286"/>
            <ac:spMk id="2" creationId="{175EE970-336C-D52F-3482-10523B696383}"/>
          </ac:spMkLst>
        </pc:spChg>
        <pc:spChg chg="del">
          <ac:chgData name="Guilherme da Costa Criscuolo" userId="ca8b11d29e1e8585" providerId="LiveId" clId="{E7E5DE29-60A4-4D58-A8C4-A0E1502ACE36}" dt="2026-07-29T18:10:01.592" v="3004" actId="1957"/>
          <ac:spMkLst>
            <pc:docMk/>
            <pc:sldMk cId="977280292" sldId="286"/>
            <ac:spMk id="4" creationId="{251441EF-8F30-16AA-0B69-BE13480A45D2}"/>
          </ac:spMkLst>
        </pc:spChg>
        <pc:graphicFrameChg chg="add mod">
          <ac:chgData name="Guilherme da Costa Criscuolo" userId="ca8b11d29e1e8585" providerId="LiveId" clId="{E7E5DE29-60A4-4D58-A8C4-A0E1502ACE36}" dt="2026-07-29T18:10:44.571" v="3024" actId="403"/>
          <ac:graphicFrameMkLst>
            <pc:docMk/>
            <pc:sldMk cId="977280292" sldId="286"/>
            <ac:graphicFrameMk id="8" creationId="{EB16C893-BDF4-F250-0E39-3D55DBDFDF2C}"/>
          </ac:graphicFrameMkLst>
        </pc:graphicFrameChg>
      </pc:sldChg>
      <pc:sldChg chg="addSp delSp modSp new mod">
        <pc:chgData name="Guilherme da Costa Criscuolo" userId="ca8b11d29e1e8585" providerId="LiveId" clId="{E7E5DE29-60A4-4D58-A8C4-A0E1502ACE36}" dt="2026-07-29T18:11:19.314" v="3033" actId="27918"/>
        <pc:sldMkLst>
          <pc:docMk/>
          <pc:sldMk cId="2685890896" sldId="287"/>
        </pc:sldMkLst>
        <pc:spChg chg="mod">
          <ac:chgData name="Guilherme da Costa Criscuolo" userId="ca8b11d29e1e8585" providerId="LiveId" clId="{E7E5DE29-60A4-4D58-A8C4-A0E1502ACE36}" dt="2026-07-29T18:11:03.594" v="3025"/>
          <ac:spMkLst>
            <pc:docMk/>
            <pc:sldMk cId="2685890896" sldId="287"/>
            <ac:spMk id="2" creationId="{8843ACF0-A8D8-4484-F050-87DBD35C2261}"/>
          </ac:spMkLst>
        </pc:spChg>
        <pc:spChg chg="del">
          <ac:chgData name="Guilherme da Costa Criscuolo" userId="ca8b11d29e1e8585" providerId="LiveId" clId="{E7E5DE29-60A4-4D58-A8C4-A0E1502ACE36}" dt="2026-07-29T18:11:07.055" v="3028" actId="1957"/>
          <ac:spMkLst>
            <pc:docMk/>
            <pc:sldMk cId="2685890896" sldId="287"/>
            <ac:spMk id="4" creationId="{FF90378A-82DA-7487-0AD2-656513A3FEC7}"/>
          </ac:spMkLst>
        </pc:spChg>
        <pc:spChg chg="del">
          <ac:chgData name="Guilherme da Costa Criscuolo" userId="ca8b11d29e1e8585" providerId="LiveId" clId="{E7E5DE29-60A4-4D58-A8C4-A0E1502ACE36}" dt="2026-07-29T18:11:16.755" v="3032" actId="1957"/>
          <ac:spMkLst>
            <pc:docMk/>
            <pc:sldMk cId="2685890896" sldId="287"/>
            <ac:spMk id="5" creationId="{1C4E69EF-25C8-0C6B-67D7-B8E54749542A}"/>
          </ac:spMkLst>
        </pc:spChg>
        <pc:graphicFrameChg chg="add mod">
          <ac:chgData name="Guilherme da Costa Criscuolo" userId="ca8b11d29e1e8585" providerId="LiveId" clId="{E7E5DE29-60A4-4D58-A8C4-A0E1502ACE36}" dt="2026-07-29T18:11:07.055" v="3028" actId="1957"/>
          <ac:graphicFrameMkLst>
            <pc:docMk/>
            <pc:sldMk cId="2685890896" sldId="287"/>
            <ac:graphicFrameMk id="8" creationId="{BCB16520-8396-63B0-9195-90EB15267EB9}"/>
          </ac:graphicFrameMkLst>
        </pc:graphicFrameChg>
        <pc:graphicFrameChg chg="add mod">
          <ac:chgData name="Guilherme da Costa Criscuolo" userId="ca8b11d29e1e8585" providerId="LiveId" clId="{E7E5DE29-60A4-4D58-A8C4-A0E1502ACE36}" dt="2026-07-29T18:11:16.755" v="3032" actId="1957"/>
          <ac:graphicFrameMkLst>
            <pc:docMk/>
            <pc:sldMk cId="2685890896" sldId="287"/>
            <ac:graphicFrameMk id="11" creationId="{6E9CD925-C017-FC6E-45D2-0514B84FF8E5}"/>
          </ac:graphicFrameMkLst>
        </pc:graphicFrameChg>
      </pc:sldChg>
      <pc:sldChg chg="new del">
        <pc:chgData name="Guilherme da Costa Criscuolo" userId="ca8b11d29e1e8585" providerId="LiveId" clId="{E7E5DE29-60A4-4D58-A8C4-A0E1502ACE36}" dt="2026-07-29T18:11:26.847" v="3034" actId="47"/>
        <pc:sldMkLst>
          <pc:docMk/>
          <pc:sldMk cId="1288964003" sldId="288"/>
        </pc:sldMkLst>
      </pc:sldChg>
      <pc:sldChg chg="new del">
        <pc:chgData name="Guilherme da Costa Criscuolo" userId="ca8b11d29e1e8585" providerId="LiveId" clId="{E7E5DE29-60A4-4D58-A8C4-A0E1502ACE36}" dt="2026-07-29T18:11:26.847" v="3034" actId="47"/>
        <pc:sldMkLst>
          <pc:docMk/>
          <pc:sldMk cId="38669706" sldId="289"/>
        </pc:sldMkLst>
      </pc:sldChg>
      <pc:sldChg chg="new del">
        <pc:chgData name="Guilherme da Costa Criscuolo" userId="ca8b11d29e1e8585" providerId="LiveId" clId="{E7E5DE29-60A4-4D58-A8C4-A0E1502ACE36}" dt="2026-07-29T18:11:26.847" v="3034" actId="47"/>
        <pc:sldMkLst>
          <pc:docMk/>
          <pc:sldMk cId="2152168864" sldId="290"/>
        </pc:sldMkLst>
      </pc:sldChg>
      <pc:sldChg chg="new del">
        <pc:chgData name="Guilherme da Costa Criscuolo" userId="ca8b11d29e1e8585" providerId="LiveId" clId="{E7E5DE29-60A4-4D58-A8C4-A0E1502ACE36}" dt="2026-07-29T18:11:26.847" v="3034" actId="47"/>
        <pc:sldMkLst>
          <pc:docMk/>
          <pc:sldMk cId="2230095675" sldId="291"/>
        </pc:sldMkLst>
      </pc:sldChg>
      <pc:sldChg chg="new del">
        <pc:chgData name="Guilherme da Costa Criscuolo" userId="ca8b11d29e1e8585" providerId="LiveId" clId="{E7E5DE29-60A4-4D58-A8C4-A0E1502ACE36}" dt="2026-07-29T18:11:26.847" v="3034" actId="47"/>
        <pc:sldMkLst>
          <pc:docMk/>
          <pc:sldMk cId="1460735225" sldId="292"/>
        </pc:sldMkLst>
      </pc:sldChg>
      <pc:sldChg chg="new del">
        <pc:chgData name="Guilherme da Costa Criscuolo" userId="ca8b11d29e1e8585" providerId="LiveId" clId="{E7E5DE29-60A4-4D58-A8C4-A0E1502ACE36}" dt="2026-07-29T18:11:26.847" v="3034" actId="47"/>
        <pc:sldMkLst>
          <pc:docMk/>
          <pc:sldMk cId="1786689846" sldId="293"/>
        </pc:sldMkLst>
      </pc:sldChg>
      <pc:sldChg chg="new del">
        <pc:chgData name="Guilherme da Costa Criscuolo" userId="ca8b11d29e1e8585" providerId="LiveId" clId="{E7E5DE29-60A4-4D58-A8C4-A0E1502ACE36}" dt="2026-07-29T18:11:26.847" v="3034" actId="47"/>
        <pc:sldMkLst>
          <pc:docMk/>
          <pc:sldMk cId="3784439525" sldId="294"/>
        </pc:sldMkLst>
      </pc:sldChg>
      <pc:sldChg chg="addSp delSp modSp new mod chgLayout">
        <pc:chgData name="Guilherme da Costa Criscuolo" userId="ca8b11d29e1e8585" providerId="LiveId" clId="{E7E5DE29-60A4-4D58-A8C4-A0E1502ACE36}" dt="2026-07-29T18:27:11.845" v="3370" actId="6264"/>
        <pc:sldMkLst>
          <pc:docMk/>
          <pc:sldMk cId="4032725552" sldId="295"/>
        </pc:sldMkLst>
        <pc:spChg chg="mod ord">
          <ac:chgData name="Guilherme da Costa Criscuolo" userId="ca8b11d29e1e8585" providerId="LiveId" clId="{E7E5DE29-60A4-4D58-A8C4-A0E1502ACE36}" dt="2026-07-29T18:27:11.328" v="3369" actId="6264"/>
          <ac:spMkLst>
            <pc:docMk/>
            <pc:sldMk cId="4032725552" sldId="295"/>
            <ac:spMk id="3" creationId="{F21B5C74-2A68-B117-A9A4-26E337C36B40}"/>
          </ac:spMkLst>
        </pc:spChg>
        <pc:spChg chg="mod ord">
          <ac:chgData name="Guilherme da Costa Criscuolo" userId="ca8b11d29e1e8585" providerId="LiveId" clId="{E7E5DE29-60A4-4D58-A8C4-A0E1502ACE36}" dt="2026-07-29T18:27:11.845" v="3370" actId="6264"/>
          <ac:spMkLst>
            <pc:docMk/>
            <pc:sldMk cId="4032725552" sldId="295"/>
            <ac:spMk id="4" creationId="{0831095E-C056-9234-F115-0093C01E6443}"/>
          </ac:spMkLst>
        </pc:spChg>
        <pc:spChg chg="mod">
          <ac:chgData name="Guilherme da Costa Criscuolo" userId="ca8b11d29e1e8585" providerId="LiveId" clId="{E7E5DE29-60A4-4D58-A8C4-A0E1502ACE36}" dt="2026-07-29T18:12:02.996" v="3078" actId="20577"/>
          <ac:spMkLst>
            <pc:docMk/>
            <pc:sldMk cId="4032725552" sldId="295"/>
            <ac:spMk id="5" creationId="{B3A97AAB-72A3-95CD-08BE-E9A452A4E10D}"/>
          </ac:spMkLst>
        </pc:spChg>
        <pc:spChg chg="mod ord">
          <ac:chgData name="Guilherme da Costa Criscuolo" userId="ca8b11d29e1e8585" providerId="LiveId" clId="{E7E5DE29-60A4-4D58-A8C4-A0E1502ACE36}" dt="2026-07-29T18:27:11.328" v="3369" actId="6264"/>
          <ac:spMkLst>
            <pc:docMk/>
            <pc:sldMk cId="4032725552" sldId="295"/>
            <ac:spMk id="6" creationId="{8660C17C-734A-A771-362E-5A0D237CEA26}"/>
          </ac:spMkLst>
        </pc:spChg>
        <pc:spChg chg="mod">
          <ac:chgData name="Guilherme da Costa Criscuolo" userId="ca8b11d29e1e8585" providerId="LiveId" clId="{E7E5DE29-60A4-4D58-A8C4-A0E1502ACE36}" dt="2026-07-29T18:11:59.409" v="3076" actId="20577"/>
          <ac:spMkLst>
            <pc:docMk/>
            <pc:sldMk cId="4032725552" sldId="295"/>
            <ac:spMk id="7" creationId="{1EFF6536-82DA-9388-F7BB-BF68F979F7AB}"/>
          </ac:spMkLst>
        </pc:spChg>
        <pc:spChg chg="mod ord">
          <ac:chgData name="Guilherme da Costa Criscuolo" userId="ca8b11d29e1e8585" providerId="LiveId" clId="{E7E5DE29-60A4-4D58-A8C4-A0E1502ACE36}" dt="2026-07-29T18:27:11.845" v="3370" actId="6264"/>
          <ac:spMkLst>
            <pc:docMk/>
            <pc:sldMk cId="4032725552" sldId="295"/>
            <ac:spMk id="8" creationId="{E8F95303-1F09-942A-C817-81B066FE389E}"/>
          </ac:spMkLst>
        </pc:spChg>
        <pc:spChg chg="mod">
          <ac:chgData name="Guilherme da Costa Criscuolo" userId="ca8b11d29e1e8585" providerId="LiveId" clId="{E7E5DE29-60A4-4D58-A8C4-A0E1502ACE36}" dt="2026-07-29T18:12:06.067" v="3080" actId="20577"/>
          <ac:spMkLst>
            <pc:docMk/>
            <pc:sldMk cId="4032725552" sldId="295"/>
            <ac:spMk id="9" creationId="{646874B3-0C25-0C83-97D5-A65676674E3B}"/>
          </ac:spMkLst>
        </pc:spChg>
        <pc:spChg chg="mod">
          <ac:chgData name="Guilherme da Costa Criscuolo" userId="ca8b11d29e1e8585" providerId="LiveId" clId="{E7E5DE29-60A4-4D58-A8C4-A0E1502ACE36}" dt="2026-07-29T18:11:46.017" v="3062" actId="20577"/>
          <ac:spMkLst>
            <pc:docMk/>
            <pc:sldMk cId="4032725552" sldId="295"/>
            <ac:spMk id="10" creationId="{F638F986-40D6-575B-9B66-24FE9255B1BE}"/>
          </ac:spMkLst>
        </pc:spChg>
        <pc:spChg chg="mod">
          <ac:chgData name="Guilherme da Costa Criscuolo" userId="ca8b11d29e1e8585" providerId="LiveId" clId="{E7E5DE29-60A4-4D58-A8C4-A0E1502ACE36}" dt="2026-07-29T18:12:08.806" v="3082" actId="20577"/>
          <ac:spMkLst>
            <pc:docMk/>
            <pc:sldMk cId="4032725552" sldId="295"/>
            <ac:spMk id="11" creationId="{1DC2E670-77E2-E034-E57E-DC25655B1DCA}"/>
          </ac:spMkLst>
        </pc:spChg>
        <pc:spChg chg="mod">
          <ac:chgData name="Guilherme da Costa Criscuolo" userId="ca8b11d29e1e8585" providerId="LiveId" clId="{E7E5DE29-60A4-4D58-A8C4-A0E1502ACE36}" dt="2026-07-29T18:11:44.081" v="3058" actId="20577"/>
          <ac:spMkLst>
            <pc:docMk/>
            <pc:sldMk cId="4032725552" sldId="295"/>
            <ac:spMk id="12" creationId="{24DDC562-B62D-9491-86A8-0D870340ABB3}"/>
          </ac:spMkLst>
        </pc:spChg>
        <pc:spChg chg="mod">
          <ac:chgData name="Guilherme da Costa Criscuolo" userId="ca8b11d29e1e8585" providerId="LiveId" clId="{E7E5DE29-60A4-4D58-A8C4-A0E1502ACE36}" dt="2026-07-29T18:12:11.804" v="3084" actId="20577"/>
          <ac:spMkLst>
            <pc:docMk/>
            <pc:sldMk cId="4032725552" sldId="295"/>
            <ac:spMk id="13" creationId="{CD71C09D-D20E-84CD-0C88-365C5A98F7E0}"/>
          </ac:spMkLst>
        </pc:spChg>
        <pc:spChg chg="mod ord">
          <ac:chgData name="Guilherme da Costa Criscuolo" userId="ca8b11d29e1e8585" providerId="LiveId" clId="{E7E5DE29-60A4-4D58-A8C4-A0E1502ACE36}" dt="2026-07-29T18:27:11.845" v="3370" actId="6264"/>
          <ac:spMkLst>
            <pc:docMk/>
            <pc:sldMk cId="4032725552" sldId="295"/>
            <ac:spMk id="14" creationId="{5BC048D5-13CC-A24B-9009-3720ECFB71C1}"/>
          </ac:spMkLst>
        </pc:spChg>
        <pc:spChg chg="mod">
          <ac:chgData name="Guilherme da Costa Criscuolo" userId="ca8b11d29e1e8585" providerId="LiveId" clId="{E7E5DE29-60A4-4D58-A8C4-A0E1502ACE36}" dt="2026-07-29T18:12:14.582" v="3086" actId="20577"/>
          <ac:spMkLst>
            <pc:docMk/>
            <pc:sldMk cId="4032725552" sldId="295"/>
            <ac:spMk id="15" creationId="{8ED1CCFE-7F2F-807C-A8BF-A4C8095E1E6D}"/>
          </ac:spMkLst>
        </pc:spChg>
        <pc:spChg chg="mod ord">
          <ac:chgData name="Guilherme da Costa Criscuolo" userId="ca8b11d29e1e8585" providerId="LiveId" clId="{E7E5DE29-60A4-4D58-A8C4-A0E1502ACE36}" dt="2026-07-29T18:27:11.328" v="3369" actId="6264"/>
          <ac:spMkLst>
            <pc:docMk/>
            <pc:sldMk cId="4032725552" sldId="295"/>
            <ac:spMk id="16" creationId="{3ADD257D-4895-5E03-A387-32958F0150A6}"/>
          </ac:spMkLst>
        </pc:spChg>
        <pc:spChg chg="mod">
          <ac:chgData name="Guilherme da Costa Criscuolo" userId="ca8b11d29e1e8585" providerId="LiveId" clId="{E7E5DE29-60A4-4D58-A8C4-A0E1502ACE36}" dt="2026-07-29T18:12:17.427" v="3088" actId="20577"/>
          <ac:spMkLst>
            <pc:docMk/>
            <pc:sldMk cId="4032725552" sldId="295"/>
            <ac:spMk id="17" creationId="{F2FD4FDE-CF55-5BA0-5FD7-B2A35FC10FA0}"/>
          </ac:spMkLst>
        </pc:spChg>
        <pc:spChg chg="mod ord">
          <ac:chgData name="Guilherme da Costa Criscuolo" userId="ca8b11d29e1e8585" providerId="LiveId" clId="{E7E5DE29-60A4-4D58-A8C4-A0E1502ACE36}" dt="2026-07-29T18:27:11.328" v="3369" actId="6264"/>
          <ac:spMkLst>
            <pc:docMk/>
            <pc:sldMk cId="4032725552" sldId="295"/>
            <ac:spMk id="18" creationId="{ED6D69D3-BA01-80ED-8782-C15BCEE31BD9}"/>
          </ac:spMkLst>
        </pc:spChg>
        <pc:spChg chg="mod">
          <ac:chgData name="Guilherme da Costa Criscuolo" userId="ca8b11d29e1e8585" providerId="LiveId" clId="{E7E5DE29-60A4-4D58-A8C4-A0E1502ACE36}" dt="2026-07-29T18:12:20.560" v="3090" actId="20577"/>
          <ac:spMkLst>
            <pc:docMk/>
            <pc:sldMk cId="4032725552" sldId="295"/>
            <ac:spMk id="19" creationId="{CA195073-A42C-2C18-81B1-E67313DAD7C5}"/>
          </ac:spMkLst>
        </pc:spChg>
        <pc:spChg chg="mod ord">
          <ac:chgData name="Guilherme da Costa Criscuolo" userId="ca8b11d29e1e8585" providerId="LiveId" clId="{E7E5DE29-60A4-4D58-A8C4-A0E1502ACE36}" dt="2026-07-29T18:27:11.845" v="3370" actId="6264"/>
          <ac:spMkLst>
            <pc:docMk/>
            <pc:sldMk cId="4032725552" sldId="295"/>
            <ac:spMk id="20" creationId="{0BB73894-1477-4442-AA46-0EDD5748B90B}"/>
          </ac:spMkLst>
        </pc:spChg>
        <pc:spChg chg="mod ord">
          <ac:chgData name="Guilherme da Costa Criscuolo" userId="ca8b11d29e1e8585" providerId="LiveId" clId="{E7E5DE29-60A4-4D58-A8C4-A0E1502ACE36}" dt="2026-07-29T18:27:11.328" v="3369" actId="6264"/>
          <ac:spMkLst>
            <pc:docMk/>
            <pc:sldMk cId="4032725552" sldId="295"/>
            <ac:spMk id="21" creationId="{789E39E7-2C6F-3EC1-0B47-8CE93BA92355}"/>
          </ac:spMkLst>
        </pc:spChg>
        <pc:spChg chg="mod">
          <ac:chgData name="Guilherme da Costa Criscuolo" userId="ca8b11d29e1e8585" providerId="LiveId" clId="{E7E5DE29-60A4-4D58-A8C4-A0E1502ACE36}" dt="2026-07-29T18:11:32.808" v="3038" actId="20577"/>
          <ac:spMkLst>
            <pc:docMk/>
            <pc:sldMk cId="4032725552" sldId="295"/>
            <ac:spMk id="22" creationId="{DF70EF47-2E90-6BD9-8937-84FC3AC54BA1}"/>
          </ac:spMkLst>
        </pc:spChg>
        <pc:spChg chg="mod ord">
          <ac:chgData name="Guilherme da Costa Criscuolo" userId="ca8b11d29e1e8585" providerId="LiveId" clId="{E7E5DE29-60A4-4D58-A8C4-A0E1502ACE36}" dt="2026-07-29T18:27:11.845" v="3370" actId="6264"/>
          <ac:spMkLst>
            <pc:docMk/>
            <pc:sldMk cId="4032725552" sldId="295"/>
            <ac:spMk id="23" creationId="{EAFA527D-073E-9223-E834-E1327BF69AC1}"/>
          </ac:spMkLst>
        </pc:spChg>
        <pc:spChg chg="add del mod">
          <ac:chgData name="Guilherme da Costa Criscuolo" userId="ca8b11d29e1e8585" providerId="LiveId" clId="{E7E5DE29-60A4-4D58-A8C4-A0E1502ACE36}" dt="2026-07-29T18:13:12.928" v="3134" actId="6264"/>
          <ac:spMkLst>
            <pc:docMk/>
            <pc:sldMk cId="4032725552" sldId="295"/>
            <ac:spMk id="26" creationId="{9ADE438D-DE28-0F95-7554-10B71FC294B2}"/>
          </ac:spMkLst>
        </pc:spChg>
        <pc:spChg chg="add del mod">
          <ac:chgData name="Guilherme da Costa Criscuolo" userId="ca8b11d29e1e8585" providerId="LiveId" clId="{E7E5DE29-60A4-4D58-A8C4-A0E1502ACE36}" dt="2026-07-29T18:13:12.928" v="3134" actId="6264"/>
          <ac:spMkLst>
            <pc:docMk/>
            <pc:sldMk cId="4032725552" sldId="295"/>
            <ac:spMk id="29" creationId="{409653C4-3CAB-2418-78D9-9448DDDA8795}"/>
          </ac:spMkLst>
        </pc:spChg>
        <pc:spChg chg="add del mod">
          <ac:chgData name="Guilherme da Costa Criscuolo" userId="ca8b11d29e1e8585" providerId="LiveId" clId="{E7E5DE29-60A4-4D58-A8C4-A0E1502ACE36}" dt="2026-07-29T18:13:12.928" v="3134" actId="6264"/>
          <ac:spMkLst>
            <pc:docMk/>
            <pc:sldMk cId="4032725552" sldId="295"/>
            <ac:spMk id="30" creationId="{CE35EE9F-D99B-3B9B-B344-CE60E601F3FA}"/>
          </ac:spMkLst>
        </pc:spChg>
        <pc:spChg chg="add del mod">
          <ac:chgData name="Guilherme da Costa Criscuolo" userId="ca8b11d29e1e8585" providerId="LiveId" clId="{E7E5DE29-60A4-4D58-A8C4-A0E1502ACE36}" dt="2026-07-29T18:13:12.928" v="3134" actId="6264"/>
          <ac:spMkLst>
            <pc:docMk/>
            <pc:sldMk cId="4032725552" sldId="295"/>
            <ac:spMk id="34" creationId="{274DFB8D-48AA-3B6B-5064-A50840A83393}"/>
          </ac:spMkLst>
        </pc:spChg>
        <pc:spChg chg="add del mod">
          <ac:chgData name="Guilherme da Costa Criscuolo" userId="ca8b11d29e1e8585" providerId="LiveId" clId="{E7E5DE29-60A4-4D58-A8C4-A0E1502ACE36}" dt="2026-07-29T18:13:12.928" v="3134" actId="6264"/>
          <ac:spMkLst>
            <pc:docMk/>
            <pc:sldMk cId="4032725552" sldId="295"/>
            <ac:spMk id="39" creationId="{927FE60C-F274-2BE0-954C-BB7F676EF7FE}"/>
          </ac:spMkLst>
        </pc:spChg>
        <pc:spChg chg="add del mod ord">
          <ac:chgData name="Guilherme da Costa Criscuolo" userId="ca8b11d29e1e8585" providerId="LiveId" clId="{E7E5DE29-60A4-4D58-A8C4-A0E1502ACE36}" dt="2026-07-29T18:14:20.443" v="3168" actId="6264"/>
          <ac:spMkLst>
            <pc:docMk/>
            <pc:sldMk cId="4032725552" sldId="295"/>
            <ac:spMk id="45" creationId="{88811726-14B2-CCA8-DF44-940F7DFD3B58}"/>
          </ac:spMkLst>
        </pc:spChg>
        <pc:spChg chg="add del mod">
          <ac:chgData name="Guilherme da Costa Criscuolo" userId="ca8b11d29e1e8585" providerId="LiveId" clId="{E7E5DE29-60A4-4D58-A8C4-A0E1502ACE36}" dt="2026-07-29T18:14:20.443" v="3168" actId="6264"/>
          <ac:spMkLst>
            <pc:docMk/>
            <pc:sldMk cId="4032725552" sldId="295"/>
            <ac:spMk id="51" creationId="{5B310F7F-C57B-D4CC-DBD4-9039B3541644}"/>
          </ac:spMkLst>
        </pc:spChg>
        <pc:spChg chg="add del mod">
          <ac:chgData name="Guilherme da Costa Criscuolo" userId="ca8b11d29e1e8585" providerId="LiveId" clId="{E7E5DE29-60A4-4D58-A8C4-A0E1502ACE36}" dt="2026-07-29T18:14:20.443" v="3168" actId="6264"/>
          <ac:spMkLst>
            <pc:docMk/>
            <pc:sldMk cId="4032725552" sldId="295"/>
            <ac:spMk id="53" creationId="{6381E777-A6E7-4399-2EAC-792B16F0E0C4}"/>
          </ac:spMkLst>
        </pc:spChg>
        <pc:spChg chg="add del mod">
          <ac:chgData name="Guilherme da Costa Criscuolo" userId="ca8b11d29e1e8585" providerId="LiveId" clId="{E7E5DE29-60A4-4D58-A8C4-A0E1502ACE36}" dt="2026-07-29T18:14:20.443" v="3168" actId="6264"/>
          <ac:spMkLst>
            <pc:docMk/>
            <pc:sldMk cId="4032725552" sldId="295"/>
            <ac:spMk id="63" creationId="{2AA81C79-DE65-FF12-82D7-E6389EAAA828}"/>
          </ac:spMkLst>
        </pc:spChg>
        <pc:spChg chg="add del mod">
          <ac:chgData name="Guilherme da Costa Criscuolo" userId="ca8b11d29e1e8585" providerId="LiveId" clId="{E7E5DE29-60A4-4D58-A8C4-A0E1502ACE36}" dt="2026-07-29T18:14:20.443" v="3168" actId="6264"/>
          <ac:spMkLst>
            <pc:docMk/>
            <pc:sldMk cId="4032725552" sldId="295"/>
            <ac:spMk id="66" creationId="{F3775289-0063-2FFF-F1FE-BA1D2089C49A}"/>
          </ac:spMkLst>
        </pc:spChg>
        <pc:spChg chg="add del mod">
          <ac:chgData name="Guilherme da Costa Criscuolo" userId="ca8b11d29e1e8585" providerId="LiveId" clId="{E7E5DE29-60A4-4D58-A8C4-A0E1502ACE36}" dt="2026-07-29T18:14:38.620" v="3181" actId="6264"/>
          <ac:spMkLst>
            <pc:docMk/>
            <pc:sldMk cId="4032725552" sldId="295"/>
            <ac:spMk id="69" creationId="{4C76203C-0704-6A2B-9FFA-E395FC9C0367}"/>
          </ac:spMkLst>
        </pc:spChg>
        <pc:spChg chg="add del mod">
          <ac:chgData name="Guilherme da Costa Criscuolo" userId="ca8b11d29e1e8585" providerId="LiveId" clId="{E7E5DE29-60A4-4D58-A8C4-A0E1502ACE36}" dt="2026-07-29T18:14:38.620" v="3181" actId="6264"/>
          <ac:spMkLst>
            <pc:docMk/>
            <pc:sldMk cId="4032725552" sldId="295"/>
            <ac:spMk id="74" creationId="{C91259ED-83C2-1354-4D2C-BB6F96B44137}"/>
          </ac:spMkLst>
        </pc:spChg>
        <pc:spChg chg="add del mod">
          <ac:chgData name="Guilherme da Costa Criscuolo" userId="ca8b11d29e1e8585" providerId="LiveId" clId="{E7E5DE29-60A4-4D58-A8C4-A0E1502ACE36}" dt="2026-07-29T18:14:38.620" v="3181" actId="6264"/>
          <ac:spMkLst>
            <pc:docMk/>
            <pc:sldMk cId="4032725552" sldId="295"/>
            <ac:spMk id="77" creationId="{3180C98B-58D5-98E7-00E1-F5CDA22F0703}"/>
          </ac:spMkLst>
        </pc:spChg>
        <pc:spChg chg="add del mod">
          <ac:chgData name="Guilherme da Costa Criscuolo" userId="ca8b11d29e1e8585" providerId="LiveId" clId="{E7E5DE29-60A4-4D58-A8C4-A0E1502ACE36}" dt="2026-07-29T18:14:38.620" v="3181" actId="6264"/>
          <ac:spMkLst>
            <pc:docMk/>
            <pc:sldMk cId="4032725552" sldId="295"/>
            <ac:spMk id="80" creationId="{84EBA8B3-8D9F-341F-45B2-712CBA230E03}"/>
          </ac:spMkLst>
        </pc:spChg>
        <pc:spChg chg="add del mod">
          <ac:chgData name="Guilherme da Costa Criscuolo" userId="ca8b11d29e1e8585" providerId="LiveId" clId="{E7E5DE29-60A4-4D58-A8C4-A0E1502ACE36}" dt="2026-07-29T18:14:38.620" v="3181" actId="6264"/>
          <ac:spMkLst>
            <pc:docMk/>
            <pc:sldMk cId="4032725552" sldId="295"/>
            <ac:spMk id="82" creationId="{50499DB2-9E4C-1D25-9E7F-A77DB48E3153}"/>
          </ac:spMkLst>
        </pc:spChg>
        <pc:spChg chg="add del mod">
          <ac:chgData name="Guilherme da Costa Criscuolo" userId="ca8b11d29e1e8585" providerId="LiveId" clId="{E7E5DE29-60A4-4D58-A8C4-A0E1502ACE36}" dt="2026-07-29T18:14:38.620" v="3181" actId="6264"/>
          <ac:spMkLst>
            <pc:docMk/>
            <pc:sldMk cId="4032725552" sldId="295"/>
            <ac:spMk id="83" creationId="{0977ED48-3264-3C07-E5C2-B6C61A373C29}"/>
          </ac:spMkLst>
        </pc:spChg>
        <pc:spChg chg="add del mod">
          <ac:chgData name="Guilherme da Costa Criscuolo" userId="ca8b11d29e1e8585" providerId="LiveId" clId="{E7E5DE29-60A4-4D58-A8C4-A0E1502ACE36}" dt="2026-07-29T18:14:38.620" v="3181" actId="6264"/>
          <ac:spMkLst>
            <pc:docMk/>
            <pc:sldMk cId="4032725552" sldId="295"/>
            <ac:spMk id="85" creationId="{D398A5DA-06DE-FAC5-B716-D0F7275FEB2F}"/>
          </ac:spMkLst>
        </pc:spChg>
        <pc:spChg chg="add del mod">
          <ac:chgData name="Guilherme da Costa Criscuolo" userId="ca8b11d29e1e8585" providerId="LiveId" clId="{E7E5DE29-60A4-4D58-A8C4-A0E1502ACE36}" dt="2026-07-29T18:14:53.641" v="3185" actId="6264"/>
          <ac:spMkLst>
            <pc:docMk/>
            <pc:sldMk cId="4032725552" sldId="295"/>
            <ac:spMk id="93" creationId="{B62DED32-CE99-2272-74E3-E19303F17026}"/>
          </ac:spMkLst>
        </pc:spChg>
        <pc:spChg chg="add del mod">
          <ac:chgData name="Guilherme da Costa Criscuolo" userId="ca8b11d29e1e8585" providerId="LiveId" clId="{E7E5DE29-60A4-4D58-A8C4-A0E1502ACE36}" dt="2026-07-29T18:14:53.641" v="3185" actId="6264"/>
          <ac:spMkLst>
            <pc:docMk/>
            <pc:sldMk cId="4032725552" sldId="295"/>
            <ac:spMk id="95" creationId="{62CD4D65-DD9B-8D55-1C72-C1B41DB2A73C}"/>
          </ac:spMkLst>
        </pc:spChg>
        <pc:spChg chg="add del mod">
          <ac:chgData name="Guilherme da Costa Criscuolo" userId="ca8b11d29e1e8585" providerId="LiveId" clId="{E7E5DE29-60A4-4D58-A8C4-A0E1502ACE36}" dt="2026-07-29T18:14:53.641" v="3185" actId="6264"/>
          <ac:spMkLst>
            <pc:docMk/>
            <pc:sldMk cId="4032725552" sldId="295"/>
            <ac:spMk id="97" creationId="{0F4D699F-BD05-A11B-A561-C9BE38FC46EE}"/>
          </ac:spMkLst>
        </pc:spChg>
        <pc:spChg chg="add del mod">
          <ac:chgData name="Guilherme da Costa Criscuolo" userId="ca8b11d29e1e8585" providerId="LiveId" clId="{E7E5DE29-60A4-4D58-A8C4-A0E1502ACE36}" dt="2026-07-29T18:14:53.641" v="3185" actId="6264"/>
          <ac:spMkLst>
            <pc:docMk/>
            <pc:sldMk cId="4032725552" sldId="295"/>
            <ac:spMk id="103" creationId="{D7C079C9-3968-4E3C-49D1-5F8D4A78B8B4}"/>
          </ac:spMkLst>
        </pc:spChg>
        <pc:spChg chg="add mod ord">
          <ac:chgData name="Guilherme da Costa Criscuolo" userId="ca8b11d29e1e8585" providerId="LiveId" clId="{E7E5DE29-60A4-4D58-A8C4-A0E1502ACE36}" dt="2026-07-29T18:15:00.248" v="3186"/>
          <ac:spMkLst>
            <pc:docMk/>
            <pc:sldMk cId="4032725552" sldId="295"/>
            <ac:spMk id="111" creationId="{17FE04B6-F494-886D-0387-395CF44AD0CF}"/>
          </ac:spMkLst>
        </pc:spChg>
        <pc:spChg chg="add del mod">
          <ac:chgData name="Guilherme da Costa Criscuolo" userId="ca8b11d29e1e8585" providerId="LiveId" clId="{E7E5DE29-60A4-4D58-A8C4-A0E1502ACE36}" dt="2026-07-29T18:27:11.328" v="3369" actId="6264"/>
          <ac:spMkLst>
            <pc:docMk/>
            <pc:sldMk cId="4032725552" sldId="295"/>
            <ac:spMk id="113" creationId="{B3671643-EFF6-7E4D-B6D2-9332D5A5E9BC}"/>
          </ac:spMkLst>
        </pc:spChg>
        <pc:spChg chg="add del mod">
          <ac:chgData name="Guilherme da Costa Criscuolo" userId="ca8b11d29e1e8585" providerId="LiveId" clId="{E7E5DE29-60A4-4D58-A8C4-A0E1502ACE36}" dt="2026-07-29T18:27:11.328" v="3369" actId="6264"/>
          <ac:spMkLst>
            <pc:docMk/>
            <pc:sldMk cId="4032725552" sldId="295"/>
            <ac:spMk id="120" creationId="{E416AFDF-ABBC-DABE-B308-2BF84D74E67D}"/>
          </ac:spMkLst>
        </pc:spChg>
        <pc:spChg chg="add del mod">
          <ac:chgData name="Guilherme da Costa Criscuolo" userId="ca8b11d29e1e8585" providerId="LiveId" clId="{E7E5DE29-60A4-4D58-A8C4-A0E1502ACE36}" dt="2026-07-29T18:27:11.328" v="3369" actId="6264"/>
          <ac:spMkLst>
            <pc:docMk/>
            <pc:sldMk cId="4032725552" sldId="295"/>
            <ac:spMk id="129" creationId="{9ABCF890-22C7-B823-5922-D479D1686381}"/>
          </ac:spMkLst>
        </pc:spChg>
        <pc:spChg chg="add del mod">
          <ac:chgData name="Guilherme da Costa Criscuolo" userId="ca8b11d29e1e8585" providerId="LiveId" clId="{E7E5DE29-60A4-4D58-A8C4-A0E1502ACE36}" dt="2026-07-29T18:27:11.328" v="3369" actId="6264"/>
          <ac:spMkLst>
            <pc:docMk/>
            <pc:sldMk cId="4032725552" sldId="295"/>
            <ac:spMk id="131" creationId="{322A8B58-F044-2573-73C6-67A7E515F352}"/>
          </ac:spMkLst>
        </pc:spChg>
        <pc:spChg chg="add del mod">
          <ac:chgData name="Guilherme da Costa Criscuolo" userId="ca8b11d29e1e8585" providerId="LiveId" clId="{E7E5DE29-60A4-4D58-A8C4-A0E1502ACE36}" dt="2026-07-29T18:27:11.845" v="3370" actId="6264"/>
          <ac:spMkLst>
            <pc:docMk/>
            <pc:sldMk cId="4032725552" sldId="295"/>
            <ac:spMk id="134" creationId="{7CBFB880-8C1A-CF18-4213-7E4DD2A9694A}"/>
          </ac:spMkLst>
        </pc:spChg>
        <pc:spChg chg="add del mod">
          <ac:chgData name="Guilherme da Costa Criscuolo" userId="ca8b11d29e1e8585" providerId="LiveId" clId="{E7E5DE29-60A4-4D58-A8C4-A0E1502ACE36}" dt="2026-07-29T18:27:11.845" v="3370" actId="6264"/>
          <ac:spMkLst>
            <pc:docMk/>
            <pc:sldMk cId="4032725552" sldId="295"/>
            <ac:spMk id="142" creationId="{AD68F69A-4038-BCB8-0276-159EB1ADA6E6}"/>
          </ac:spMkLst>
        </pc:spChg>
        <pc:spChg chg="add del mod">
          <ac:chgData name="Guilherme da Costa Criscuolo" userId="ca8b11d29e1e8585" providerId="LiveId" clId="{E7E5DE29-60A4-4D58-A8C4-A0E1502ACE36}" dt="2026-07-29T18:27:11.845" v="3370" actId="6264"/>
          <ac:spMkLst>
            <pc:docMk/>
            <pc:sldMk cId="4032725552" sldId="295"/>
            <ac:spMk id="143" creationId="{0725BDCD-9F31-CA08-113D-B44B608BA7D4}"/>
          </ac:spMkLst>
        </pc:spChg>
        <pc:spChg chg="add del mod">
          <ac:chgData name="Guilherme da Costa Criscuolo" userId="ca8b11d29e1e8585" providerId="LiveId" clId="{E7E5DE29-60A4-4D58-A8C4-A0E1502ACE36}" dt="2026-07-29T18:27:11.845" v="3370" actId="6264"/>
          <ac:spMkLst>
            <pc:docMk/>
            <pc:sldMk cId="4032725552" sldId="295"/>
            <ac:spMk id="151" creationId="{0C117DF4-7EBA-C63F-8ACF-586BBB4FA555}"/>
          </ac:spMkLst>
        </pc:spChg>
        <pc:spChg chg="add del mod">
          <ac:chgData name="Guilherme da Costa Criscuolo" userId="ca8b11d29e1e8585" providerId="LiveId" clId="{E7E5DE29-60A4-4D58-A8C4-A0E1502ACE36}" dt="2026-07-29T18:27:11.845" v="3370" actId="6264"/>
          <ac:spMkLst>
            <pc:docMk/>
            <pc:sldMk cId="4032725552" sldId="295"/>
            <ac:spMk id="154" creationId="{C1736F17-5B32-06BD-062F-F778DBFF046D}"/>
          </ac:spMkLst>
        </pc:spChg>
      </pc:sldChg>
      <pc:sldChg chg="addSp delSp modSp new mod chgLayout">
        <pc:chgData name="Guilherme da Costa Criscuolo" userId="ca8b11d29e1e8585" providerId="LiveId" clId="{E7E5DE29-60A4-4D58-A8C4-A0E1502ACE36}" dt="2026-07-29T18:30:12.861" v="3419" actId="20577"/>
        <pc:sldMkLst>
          <pc:docMk/>
          <pc:sldMk cId="1601772573" sldId="296"/>
        </pc:sldMkLst>
        <pc:spChg chg="mod ord">
          <ac:chgData name="Guilherme da Costa Criscuolo" userId="ca8b11d29e1e8585" providerId="LiveId" clId="{E7E5DE29-60A4-4D58-A8C4-A0E1502ACE36}" dt="2026-07-29T18:30:10.878" v="3418" actId="6264"/>
          <ac:spMkLst>
            <pc:docMk/>
            <pc:sldMk cId="1601772573" sldId="296"/>
            <ac:spMk id="2" creationId="{830230A9-E675-8ADF-E6CD-1A99C7D2BDD3}"/>
          </ac:spMkLst>
        </pc:spChg>
        <pc:spChg chg="mod ord">
          <ac:chgData name="Guilherme da Costa Criscuolo" userId="ca8b11d29e1e8585" providerId="LiveId" clId="{E7E5DE29-60A4-4D58-A8C4-A0E1502ACE36}" dt="2026-07-29T18:30:10.878" v="3418" actId="6264"/>
          <ac:spMkLst>
            <pc:docMk/>
            <pc:sldMk cId="1601772573" sldId="296"/>
            <ac:spMk id="3" creationId="{A2989237-6B18-784A-681C-52C817A2C1D9}"/>
          </ac:spMkLst>
        </pc:spChg>
        <pc:spChg chg="mod ord">
          <ac:chgData name="Guilherme da Costa Criscuolo" userId="ca8b11d29e1e8585" providerId="LiveId" clId="{E7E5DE29-60A4-4D58-A8C4-A0E1502ACE36}" dt="2026-07-29T18:30:12.861" v="3419" actId="20577"/>
          <ac:spMkLst>
            <pc:docMk/>
            <pc:sldMk cId="1601772573" sldId="296"/>
            <ac:spMk id="4" creationId="{20BAE5AF-FC47-A9E1-B569-8230D6BC6A75}"/>
          </ac:spMkLst>
        </pc:spChg>
        <pc:spChg chg="add del">
          <ac:chgData name="Guilherme da Costa Criscuolo" userId="ca8b11d29e1e8585" providerId="LiveId" clId="{E7E5DE29-60A4-4D58-A8C4-A0E1502ACE36}" dt="2026-07-29T18:29:16.415" v="3404" actId="3680"/>
          <ac:spMkLst>
            <pc:docMk/>
            <pc:sldMk cId="1601772573" sldId="296"/>
            <ac:spMk id="5" creationId="{FD41D58A-C0E8-5476-599F-3676573270E8}"/>
          </ac:spMkLst>
        </pc:spChg>
        <pc:spChg chg="add del mod">
          <ac:chgData name="Guilherme da Costa Criscuolo" userId="ca8b11d29e1e8585" providerId="LiveId" clId="{E7E5DE29-60A4-4D58-A8C4-A0E1502ACE36}" dt="2026-07-29T18:30:10.031" v="3416" actId="6264"/>
          <ac:spMkLst>
            <pc:docMk/>
            <pc:sldMk cId="1601772573" sldId="296"/>
            <ac:spMk id="8" creationId="{A52D2514-E953-EBDF-895C-D9889AC937CB}"/>
          </ac:spMkLst>
        </pc:spChg>
        <pc:spChg chg="add del mod">
          <ac:chgData name="Guilherme da Costa Criscuolo" userId="ca8b11d29e1e8585" providerId="LiveId" clId="{E7E5DE29-60A4-4D58-A8C4-A0E1502ACE36}" dt="2026-07-29T18:30:10.031" v="3416" actId="6264"/>
          <ac:spMkLst>
            <pc:docMk/>
            <pc:sldMk cId="1601772573" sldId="296"/>
            <ac:spMk id="9" creationId="{848E7753-B7D3-A250-DF26-657E4CCE5B76}"/>
          </ac:spMkLst>
        </pc:spChg>
        <pc:spChg chg="add del mod">
          <ac:chgData name="Guilherme da Costa Criscuolo" userId="ca8b11d29e1e8585" providerId="LiveId" clId="{E7E5DE29-60A4-4D58-A8C4-A0E1502ACE36}" dt="2026-07-29T18:30:10.031" v="3416" actId="6264"/>
          <ac:spMkLst>
            <pc:docMk/>
            <pc:sldMk cId="1601772573" sldId="296"/>
            <ac:spMk id="10" creationId="{1DCF56D9-1E87-4663-4CAD-2906C533696C}"/>
          </ac:spMkLst>
        </pc:spChg>
        <pc:spChg chg="add del mod">
          <ac:chgData name="Guilherme da Costa Criscuolo" userId="ca8b11d29e1e8585" providerId="LiveId" clId="{E7E5DE29-60A4-4D58-A8C4-A0E1502ACE36}" dt="2026-07-29T18:30:10.031" v="3416" actId="6264"/>
          <ac:spMkLst>
            <pc:docMk/>
            <pc:sldMk cId="1601772573" sldId="296"/>
            <ac:spMk id="11" creationId="{44257418-513D-1A9A-C96F-79FB17C6D9EF}"/>
          </ac:spMkLst>
        </pc:spChg>
        <pc:spChg chg="add del mod">
          <ac:chgData name="Guilherme da Costa Criscuolo" userId="ca8b11d29e1e8585" providerId="LiveId" clId="{E7E5DE29-60A4-4D58-A8C4-A0E1502ACE36}" dt="2026-07-29T18:30:10.405" v="3417" actId="6264"/>
          <ac:spMkLst>
            <pc:docMk/>
            <pc:sldMk cId="1601772573" sldId="296"/>
            <ac:spMk id="12" creationId="{98309147-087C-7F46-B423-A01A6A28448F}"/>
          </ac:spMkLst>
        </pc:spChg>
        <pc:spChg chg="add del mod">
          <ac:chgData name="Guilherme da Costa Criscuolo" userId="ca8b11d29e1e8585" providerId="LiveId" clId="{E7E5DE29-60A4-4D58-A8C4-A0E1502ACE36}" dt="2026-07-29T18:30:10.405" v="3417" actId="6264"/>
          <ac:spMkLst>
            <pc:docMk/>
            <pc:sldMk cId="1601772573" sldId="296"/>
            <ac:spMk id="13" creationId="{E908E597-6CF3-85A0-3A12-AF64D4C0AC13}"/>
          </ac:spMkLst>
        </pc:spChg>
        <pc:spChg chg="add del mod">
          <ac:chgData name="Guilherme da Costa Criscuolo" userId="ca8b11d29e1e8585" providerId="LiveId" clId="{E7E5DE29-60A4-4D58-A8C4-A0E1502ACE36}" dt="2026-07-29T18:30:10.405" v="3417" actId="6264"/>
          <ac:spMkLst>
            <pc:docMk/>
            <pc:sldMk cId="1601772573" sldId="296"/>
            <ac:spMk id="14" creationId="{812302E1-0BFB-9C9D-CA5C-FB7999DAB6FF}"/>
          </ac:spMkLst>
        </pc:spChg>
        <pc:spChg chg="add del mod">
          <ac:chgData name="Guilherme da Costa Criscuolo" userId="ca8b11d29e1e8585" providerId="LiveId" clId="{E7E5DE29-60A4-4D58-A8C4-A0E1502ACE36}" dt="2026-07-29T18:30:10.405" v="3417" actId="6264"/>
          <ac:spMkLst>
            <pc:docMk/>
            <pc:sldMk cId="1601772573" sldId="296"/>
            <ac:spMk id="15" creationId="{F1F9C66D-60CC-17FA-B188-292A89C963AF}"/>
          </ac:spMkLst>
        </pc:spChg>
        <pc:spChg chg="add del mod">
          <ac:chgData name="Guilherme da Costa Criscuolo" userId="ca8b11d29e1e8585" providerId="LiveId" clId="{E7E5DE29-60A4-4D58-A8C4-A0E1502ACE36}" dt="2026-07-29T18:30:10.878" v="3418" actId="6264"/>
          <ac:spMkLst>
            <pc:docMk/>
            <pc:sldMk cId="1601772573" sldId="296"/>
            <ac:spMk id="16" creationId="{8A053F9B-0474-1C1C-9F6D-C8396006D6B8}"/>
          </ac:spMkLst>
        </pc:spChg>
        <pc:spChg chg="add del mod">
          <ac:chgData name="Guilherme da Costa Criscuolo" userId="ca8b11d29e1e8585" providerId="LiveId" clId="{E7E5DE29-60A4-4D58-A8C4-A0E1502ACE36}" dt="2026-07-29T18:30:10.878" v="3418" actId="6264"/>
          <ac:spMkLst>
            <pc:docMk/>
            <pc:sldMk cId="1601772573" sldId="296"/>
            <ac:spMk id="17" creationId="{22B904CC-C10A-D492-803E-95274153FD32}"/>
          </ac:spMkLst>
        </pc:spChg>
        <pc:spChg chg="add del mod">
          <ac:chgData name="Guilherme da Costa Criscuolo" userId="ca8b11d29e1e8585" providerId="LiveId" clId="{E7E5DE29-60A4-4D58-A8C4-A0E1502ACE36}" dt="2026-07-29T18:30:10.878" v="3418" actId="6264"/>
          <ac:spMkLst>
            <pc:docMk/>
            <pc:sldMk cId="1601772573" sldId="296"/>
            <ac:spMk id="18" creationId="{5CED1001-2E81-E1A1-8C82-3943EB880FAA}"/>
          </ac:spMkLst>
        </pc:spChg>
        <pc:spChg chg="add del mod">
          <ac:chgData name="Guilherme da Costa Criscuolo" userId="ca8b11d29e1e8585" providerId="LiveId" clId="{E7E5DE29-60A4-4D58-A8C4-A0E1502ACE36}" dt="2026-07-29T18:30:10.878" v="3418" actId="6264"/>
          <ac:spMkLst>
            <pc:docMk/>
            <pc:sldMk cId="1601772573" sldId="296"/>
            <ac:spMk id="19" creationId="{709AA1D3-517C-B0B8-E79B-A7E96E41FCD9}"/>
          </ac:spMkLst>
        </pc:spChg>
        <pc:graphicFrameChg chg="add del mod ord modGraphic">
          <ac:chgData name="Guilherme da Costa Criscuolo" userId="ca8b11d29e1e8585" providerId="LiveId" clId="{E7E5DE29-60A4-4D58-A8C4-A0E1502ACE36}" dt="2026-07-29T18:29:11.437" v="3403" actId="3680"/>
          <ac:graphicFrameMkLst>
            <pc:docMk/>
            <pc:sldMk cId="1601772573" sldId="296"/>
            <ac:graphicFrameMk id="6" creationId="{46D5B0A7-E25B-835F-A3DD-BD8026BA4146}"/>
          </ac:graphicFrameMkLst>
        </pc:graphicFrameChg>
        <pc:graphicFrameChg chg="add mod ord modGraphic">
          <ac:chgData name="Guilherme da Costa Criscuolo" userId="ca8b11d29e1e8585" providerId="LiveId" clId="{E7E5DE29-60A4-4D58-A8C4-A0E1502ACE36}" dt="2026-07-29T18:30:10.878" v="3418" actId="6264"/>
          <ac:graphicFrameMkLst>
            <pc:docMk/>
            <pc:sldMk cId="1601772573" sldId="296"/>
            <ac:graphicFrameMk id="7" creationId="{E403E3DE-E36B-D6AF-6B11-9756208098B0}"/>
          </ac:graphicFrameMkLst>
        </pc:graphicFrameChg>
      </pc:sldChg>
      <pc:sldChg chg="addSp delSp modSp new mod">
        <pc:chgData name="Guilherme da Costa Criscuolo" userId="ca8b11d29e1e8585" providerId="LiveId" clId="{E7E5DE29-60A4-4D58-A8C4-A0E1502ACE36}" dt="2026-07-29T18:30:42.550" v="3424" actId="14734"/>
        <pc:sldMkLst>
          <pc:docMk/>
          <pc:sldMk cId="1247899512" sldId="297"/>
        </pc:sldMkLst>
        <pc:spChg chg="mod">
          <ac:chgData name="Guilherme da Costa Criscuolo" userId="ca8b11d29e1e8585" providerId="LiveId" clId="{E7E5DE29-60A4-4D58-A8C4-A0E1502ACE36}" dt="2026-07-29T18:30:18.912" v="3420"/>
          <ac:spMkLst>
            <pc:docMk/>
            <pc:sldMk cId="1247899512" sldId="297"/>
            <ac:spMk id="2" creationId="{36C0D8CA-6269-34CE-2E9F-0069617C91C6}"/>
          </ac:spMkLst>
        </pc:spChg>
        <pc:spChg chg="del">
          <ac:chgData name="Guilherme da Costa Criscuolo" userId="ca8b11d29e1e8585" providerId="LiveId" clId="{E7E5DE29-60A4-4D58-A8C4-A0E1502ACE36}" dt="2026-07-29T18:30:33.470" v="3421" actId="3680"/>
          <ac:spMkLst>
            <pc:docMk/>
            <pc:sldMk cId="1247899512" sldId="297"/>
            <ac:spMk id="4" creationId="{03B02204-4ED9-41E8-8335-E80A6EAA290F}"/>
          </ac:spMkLst>
        </pc:spChg>
        <pc:graphicFrameChg chg="add mod ord modGraphic">
          <ac:chgData name="Guilherme da Costa Criscuolo" userId="ca8b11d29e1e8585" providerId="LiveId" clId="{E7E5DE29-60A4-4D58-A8C4-A0E1502ACE36}" dt="2026-07-29T18:30:42.550" v="3424" actId="14734"/>
          <ac:graphicFrameMkLst>
            <pc:docMk/>
            <pc:sldMk cId="1247899512" sldId="297"/>
            <ac:graphicFrameMk id="5" creationId="{36AA8B5D-1E5B-2DC4-B266-D6E3EABE07FF}"/>
          </ac:graphicFrameMkLst>
        </pc:graphicFrameChg>
      </pc:sldChg>
      <pc:sldChg chg="modSp new mod">
        <pc:chgData name="Guilherme da Costa Criscuolo" userId="ca8b11d29e1e8585" providerId="LiveId" clId="{E7E5DE29-60A4-4D58-A8C4-A0E1502ACE36}" dt="2026-07-29T18:31:44.997" v="3452" actId="20577"/>
        <pc:sldMkLst>
          <pc:docMk/>
          <pc:sldMk cId="3485525305" sldId="298"/>
        </pc:sldMkLst>
        <pc:spChg chg="mod">
          <ac:chgData name="Guilherme da Costa Criscuolo" userId="ca8b11d29e1e8585" providerId="LiveId" clId="{E7E5DE29-60A4-4D58-A8C4-A0E1502ACE36}" dt="2026-07-29T18:30:48.416" v="3425"/>
          <ac:spMkLst>
            <pc:docMk/>
            <pc:sldMk cId="3485525305" sldId="298"/>
            <ac:spMk id="2" creationId="{0D76DE19-DE42-46C9-5E22-1F47D7F24654}"/>
          </ac:spMkLst>
        </pc:spChg>
        <pc:spChg chg="mod">
          <ac:chgData name="Guilherme da Costa Criscuolo" userId="ca8b11d29e1e8585" providerId="LiveId" clId="{E7E5DE29-60A4-4D58-A8C4-A0E1502ACE36}" dt="2026-07-29T18:30:55.043" v="3427" actId="20577"/>
          <ac:spMkLst>
            <pc:docMk/>
            <pc:sldMk cId="3485525305" sldId="298"/>
            <ac:spMk id="4" creationId="{68E85D7B-6711-BD32-B589-59C9A1CAAAA7}"/>
          </ac:spMkLst>
        </pc:spChg>
        <pc:spChg chg="mod">
          <ac:chgData name="Guilherme da Costa Criscuolo" userId="ca8b11d29e1e8585" providerId="LiveId" clId="{E7E5DE29-60A4-4D58-A8C4-A0E1502ACE36}" dt="2026-07-29T18:31:25.304" v="3440" actId="27636"/>
          <ac:spMkLst>
            <pc:docMk/>
            <pc:sldMk cId="3485525305" sldId="298"/>
            <ac:spMk id="5" creationId="{F013F71A-5147-78F5-81F3-4DB2E39E368D}"/>
          </ac:spMkLst>
        </pc:spChg>
        <pc:spChg chg="mod">
          <ac:chgData name="Guilherme da Costa Criscuolo" userId="ca8b11d29e1e8585" providerId="LiveId" clId="{E7E5DE29-60A4-4D58-A8C4-A0E1502ACE36}" dt="2026-07-29T18:31:39.410" v="3448" actId="20577"/>
          <ac:spMkLst>
            <pc:docMk/>
            <pc:sldMk cId="3485525305" sldId="298"/>
            <ac:spMk id="6" creationId="{232FC5B5-1B40-497D-46E4-D5F4A46ADDDB}"/>
          </ac:spMkLst>
        </pc:spChg>
        <pc:spChg chg="mod">
          <ac:chgData name="Guilherme da Costa Criscuolo" userId="ca8b11d29e1e8585" providerId="LiveId" clId="{E7E5DE29-60A4-4D58-A8C4-A0E1502ACE36}" dt="2026-07-29T18:31:28.854" v="3442" actId="20577"/>
          <ac:spMkLst>
            <pc:docMk/>
            <pc:sldMk cId="3485525305" sldId="298"/>
            <ac:spMk id="7" creationId="{D9064903-89AE-F976-0FF4-A6296CC3D7B7}"/>
          </ac:spMkLst>
        </pc:spChg>
        <pc:spChg chg="mod">
          <ac:chgData name="Guilherme da Costa Criscuolo" userId="ca8b11d29e1e8585" providerId="LiveId" clId="{E7E5DE29-60A4-4D58-A8C4-A0E1502ACE36}" dt="2026-07-29T18:31:42.670" v="3450" actId="20577"/>
          <ac:spMkLst>
            <pc:docMk/>
            <pc:sldMk cId="3485525305" sldId="298"/>
            <ac:spMk id="8" creationId="{8DD2F1CD-B8C1-C24A-6DA2-B7D07251B423}"/>
          </ac:spMkLst>
        </pc:spChg>
        <pc:spChg chg="mod">
          <ac:chgData name="Guilherme da Costa Criscuolo" userId="ca8b11d29e1e8585" providerId="LiveId" clId="{E7E5DE29-60A4-4D58-A8C4-A0E1502ACE36}" dt="2026-07-29T18:31:32.390" v="3444" actId="20577"/>
          <ac:spMkLst>
            <pc:docMk/>
            <pc:sldMk cId="3485525305" sldId="298"/>
            <ac:spMk id="9" creationId="{4881B8AA-C15C-D0F3-E60A-8883619F0844}"/>
          </ac:spMkLst>
        </pc:spChg>
        <pc:spChg chg="mod">
          <ac:chgData name="Guilherme da Costa Criscuolo" userId="ca8b11d29e1e8585" providerId="LiveId" clId="{E7E5DE29-60A4-4D58-A8C4-A0E1502ACE36}" dt="2026-07-29T18:31:44.997" v="3452" actId="20577"/>
          <ac:spMkLst>
            <pc:docMk/>
            <pc:sldMk cId="3485525305" sldId="298"/>
            <ac:spMk id="10" creationId="{AD10DF6F-4AE0-AA08-9840-C8EB6FD16B41}"/>
          </ac:spMkLst>
        </pc:spChg>
        <pc:spChg chg="mod">
          <ac:chgData name="Guilherme da Costa Criscuolo" userId="ca8b11d29e1e8585" providerId="LiveId" clId="{E7E5DE29-60A4-4D58-A8C4-A0E1502ACE36}" dt="2026-07-29T18:31:35.591" v="3446" actId="20577"/>
          <ac:spMkLst>
            <pc:docMk/>
            <pc:sldMk cId="3485525305" sldId="298"/>
            <ac:spMk id="11" creationId="{465DF133-1A8E-EBAF-C450-CABC2412FD97}"/>
          </ac:spMkLst>
        </pc:spChg>
      </pc:sldChg>
      <pc:sldChg chg="addSp delSp modSp new mod chgLayout">
        <pc:chgData name="Guilherme da Costa Criscuolo" userId="ca8b11d29e1e8585" providerId="LiveId" clId="{E7E5DE29-60A4-4D58-A8C4-A0E1502ACE36}" dt="2026-07-29T18:36:24.233" v="3576" actId="20577"/>
        <pc:sldMkLst>
          <pc:docMk/>
          <pc:sldMk cId="3407440986" sldId="299"/>
        </pc:sldMkLst>
        <pc:spChg chg="mod ord">
          <ac:chgData name="Guilherme da Costa Criscuolo" userId="ca8b11d29e1e8585" providerId="LiveId" clId="{E7E5DE29-60A4-4D58-A8C4-A0E1502ACE36}" dt="2026-07-29T18:33:12.418" v="3477" actId="6264"/>
          <ac:spMkLst>
            <pc:docMk/>
            <pc:sldMk cId="3407440986" sldId="299"/>
            <ac:spMk id="2" creationId="{1313C22D-4994-BE66-F09B-8A56204363D7}"/>
          </ac:spMkLst>
        </pc:spChg>
        <pc:spChg chg="mod ord">
          <ac:chgData name="Guilherme da Costa Criscuolo" userId="ca8b11d29e1e8585" providerId="LiveId" clId="{E7E5DE29-60A4-4D58-A8C4-A0E1502ACE36}" dt="2026-07-29T18:34:32.278" v="3503" actId="313"/>
          <ac:spMkLst>
            <pc:docMk/>
            <pc:sldMk cId="3407440986" sldId="299"/>
            <ac:spMk id="3" creationId="{26A1BF95-E019-F3DB-DF6E-B5BA3A0D9FEC}"/>
          </ac:spMkLst>
        </pc:spChg>
        <pc:spChg chg="add del mod">
          <ac:chgData name="Guilherme da Costa Criscuolo" userId="ca8b11d29e1e8585" providerId="LiveId" clId="{E7E5DE29-60A4-4D58-A8C4-A0E1502ACE36}" dt="2026-07-29T18:36:24.233" v="3576" actId="20577"/>
          <ac:spMkLst>
            <pc:docMk/>
            <pc:sldMk cId="3407440986" sldId="299"/>
            <ac:spMk id="4" creationId="{FF291603-2D4E-DF1B-5348-E9DEAD9EEB81}"/>
          </ac:spMkLst>
        </pc:spChg>
        <pc:spChg chg="add del mod">
          <ac:chgData name="Guilherme da Costa Criscuolo" userId="ca8b11d29e1e8585" providerId="LiveId" clId="{E7E5DE29-60A4-4D58-A8C4-A0E1502ACE36}" dt="2026-07-29T18:33:12.418" v="3477" actId="6264"/>
          <ac:spMkLst>
            <pc:docMk/>
            <pc:sldMk cId="3407440986" sldId="299"/>
            <ac:spMk id="5" creationId="{C33226F8-E171-D0AA-0AC5-49BBB3C22A44}"/>
          </ac:spMkLst>
        </pc:spChg>
        <pc:spChg chg="add del mod">
          <ac:chgData name="Guilherme da Costa Criscuolo" userId="ca8b11d29e1e8585" providerId="LiveId" clId="{E7E5DE29-60A4-4D58-A8C4-A0E1502ACE36}" dt="2026-07-29T18:33:12.418" v="3477" actId="6264"/>
          <ac:spMkLst>
            <pc:docMk/>
            <pc:sldMk cId="3407440986" sldId="299"/>
            <ac:spMk id="6" creationId="{87C0ADB3-EFB4-F04E-C393-009EEB9FF190}"/>
          </ac:spMkLst>
        </pc:spChg>
        <pc:spChg chg="add del mod ord">
          <ac:chgData name="Guilherme da Costa Criscuolo" userId="ca8b11d29e1e8585" providerId="LiveId" clId="{E7E5DE29-60A4-4D58-A8C4-A0E1502ACE36}" dt="2026-07-29T18:33:12.418" v="3477" actId="6264"/>
          <ac:spMkLst>
            <pc:docMk/>
            <pc:sldMk cId="3407440986" sldId="299"/>
            <ac:spMk id="7" creationId="{1A6A3DAC-13D3-39DB-28F3-1BC700526142}"/>
          </ac:spMkLst>
        </pc:spChg>
        <pc:spChg chg="add del mod ord">
          <ac:chgData name="Guilherme da Costa Criscuolo" userId="ca8b11d29e1e8585" providerId="LiveId" clId="{E7E5DE29-60A4-4D58-A8C4-A0E1502ACE36}" dt="2026-07-29T18:33:12.418" v="3477" actId="6264"/>
          <ac:spMkLst>
            <pc:docMk/>
            <pc:sldMk cId="3407440986" sldId="299"/>
            <ac:spMk id="8" creationId="{A0E48DE7-8CAB-9E27-A29A-63F019922F03}"/>
          </ac:spMkLst>
        </pc:spChg>
        <pc:spChg chg="add del mod ord">
          <ac:chgData name="Guilherme da Costa Criscuolo" userId="ca8b11d29e1e8585" providerId="LiveId" clId="{E7E5DE29-60A4-4D58-A8C4-A0E1502ACE36}" dt="2026-07-29T18:33:12.418" v="3477" actId="6264"/>
          <ac:spMkLst>
            <pc:docMk/>
            <pc:sldMk cId="3407440986" sldId="299"/>
            <ac:spMk id="9" creationId="{AC70663D-FC22-739A-60E6-45121ED43CB9}"/>
          </ac:spMkLst>
        </pc:spChg>
      </pc:sldChg>
      <pc:sldChg chg="addSp delSp modSp new mod">
        <pc:chgData name="Guilherme da Costa Criscuolo" userId="ca8b11d29e1e8585" providerId="LiveId" clId="{E7E5DE29-60A4-4D58-A8C4-A0E1502ACE36}" dt="2026-07-29T18:36:35.289" v="3578" actId="931"/>
        <pc:sldMkLst>
          <pc:docMk/>
          <pc:sldMk cId="3818822760" sldId="300"/>
        </pc:sldMkLst>
        <pc:spChg chg="mod">
          <ac:chgData name="Guilherme da Costa Criscuolo" userId="ca8b11d29e1e8585" providerId="LiveId" clId="{E7E5DE29-60A4-4D58-A8C4-A0E1502ACE36}" dt="2026-07-29T18:34:52.361" v="3528" actId="20577"/>
          <ac:spMkLst>
            <pc:docMk/>
            <pc:sldMk cId="3818822760" sldId="300"/>
            <ac:spMk id="3" creationId="{0E9C3742-456C-605B-0AE5-993A172860B3}"/>
          </ac:spMkLst>
        </pc:spChg>
        <pc:spChg chg="mod">
          <ac:chgData name="Guilherme da Costa Criscuolo" userId="ca8b11d29e1e8585" providerId="LiveId" clId="{E7E5DE29-60A4-4D58-A8C4-A0E1502ACE36}" dt="2026-07-29T18:36:28.217" v="3577"/>
          <ac:spMkLst>
            <pc:docMk/>
            <pc:sldMk cId="3818822760" sldId="300"/>
            <ac:spMk id="4" creationId="{561C3F41-2CCF-17B9-7F3B-9D815897FC5A}"/>
          </ac:spMkLst>
        </pc:spChg>
        <pc:spChg chg="del">
          <ac:chgData name="Guilherme da Costa Criscuolo" userId="ca8b11d29e1e8585" providerId="LiveId" clId="{E7E5DE29-60A4-4D58-A8C4-A0E1502ACE36}" dt="2026-07-29T18:36:35.289" v="3578" actId="931"/>
          <ac:spMkLst>
            <pc:docMk/>
            <pc:sldMk cId="3818822760" sldId="300"/>
            <ac:spMk id="5" creationId="{B78FD4E3-5771-FEF0-B04B-CE907E20C108}"/>
          </ac:spMkLst>
        </pc:spChg>
        <pc:picChg chg="add mod ord">
          <ac:chgData name="Guilherme da Costa Criscuolo" userId="ca8b11d29e1e8585" providerId="LiveId" clId="{E7E5DE29-60A4-4D58-A8C4-A0E1502ACE36}" dt="2026-07-29T18:36:35.289" v="3578" actId="931"/>
          <ac:picMkLst>
            <pc:docMk/>
            <pc:sldMk cId="3818822760" sldId="300"/>
            <ac:picMk id="7" creationId="{3675E615-5D82-7741-7E85-9C32234508B5}"/>
          </ac:picMkLst>
        </pc:picChg>
      </pc:sldChg>
      <pc:sldChg chg="addSp delSp modSp new mod chgLayout">
        <pc:chgData name="Guilherme da Costa Criscuolo" userId="ca8b11d29e1e8585" providerId="LiveId" clId="{E7E5DE29-60A4-4D58-A8C4-A0E1502ACE36}" dt="2026-07-29T18:40:49.497" v="3754" actId="404"/>
        <pc:sldMkLst>
          <pc:docMk/>
          <pc:sldMk cId="592565670" sldId="301"/>
        </pc:sldMkLst>
        <pc:spChg chg="mod ord">
          <ac:chgData name="Guilherme da Costa Criscuolo" userId="ca8b11d29e1e8585" providerId="LiveId" clId="{E7E5DE29-60A4-4D58-A8C4-A0E1502ACE36}" dt="2026-07-29T18:40:33.678" v="3749" actId="6264"/>
          <ac:spMkLst>
            <pc:docMk/>
            <pc:sldMk cId="592565670" sldId="301"/>
            <ac:spMk id="2" creationId="{78D88643-B1D7-DE39-7362-0059670B0726}"/>
          </ac:spMkLst>
        </pc:spChg>
        <pc:spChg chg="mod ord">
          <ac:chgData name="Guilherme da Costa Criscuolo" userId="ca8b11d29e1e8585" providerId="LiveId" clId="{E7E5DE29-60A4-4D58-A8C4-A0E1502ACE36}" dt="2026-07-29T18:40:49.497" v="3754" actId="404"/>
          <ac:spMkLst>
            <pc:docMk/>
            <pc:sldMk cId="592565670" sldId="301"/>
            <ac:spMk id="3" creationId="{39D9D2DC-BE98-EA2A-BB0F-FF8AA920F932}"/>
          </ac:spMkLst>
        </pc:spChg>
        <pc:spChg chg="add del mod">
          <ac:chgData name="Guilherme da Costa Criscuolo" userId="ca8b11d29e1e8585" providerId="LiveId" clId="{E7E5DE29-60A4-4D58-A8C4-A0E1502ACE36}" dt="2026-07-29T18:40:19.672" v="3740" actId="6264"/>
          <ac:spMkLst>
            <pc:docMk/>
            <pc:sldMk cId="592565670" sldId="301"/>
            <ac:spMk id="4" creationId="{17BB4A13-FB7F-69F8-BA1C-391FF9CABA48}"/>
          </ac:spMkLst>
        </pc:spChg>
        <pc:spChg chg="add del mod">
          <ac:chgData name="Guilherme da Costa Criscuolo" userId="ca8b11d29e1e8585" providerId="LiveId" clId="{E7E5DE29-60A4-4D58-A8C4-A0E1502ACE36}" dt="2026-07-29T18:40:19.672" v="3740" actId="6264"/>
          <ac:spMkLst>
            <pc:docMk/>
            <pc:sldMk cId="592565670" sldId="301"/>
            <ac:spMk id="5" creationId="{BC71667E-1B27-0CCB-E8F7-6462E2AC0E69}"/>
          </ac:spMkLst>
        </pc:spChg>
        <pc:spChg chg="add del mod">
          <ac:chgData name="Guilherme da Costa Criscuolo" userId="ca8b11d29e1e8585" providerId="LiveId" clId="{E7E5DE29-60A4-4D58-A8C4-A0E1502ACE36}" dt="2026-07-29T18:40:33.678" v="3749" actId="6264"/>
          <ac:spMkLst>
            <pc:docMk/>
            <pc:sldMk cId="592565670" sldId="301"/>
            <ac:spMk id="6" creationId="{43905166-BC6F-2D4E-1AD8-1EB26B93708B}"/>
          </ac:spMkLst>
        </pc:spChg>
        <pc:spChg chg="add del mod">
          <ac:chgData name="Guilherme da Costa Criscuolo" userId="ca8b11d29e1e8585" providerId="LiveId" clId="{E7E5DE29-60A4-4D58-A8C4-A0E1502ACE36}" dt="2026-07-29T18:40:33.678" v="3749" actId="6264"/>
          <ac:spMkLst>
            <pc:docMk/>
            <pc:sldMk cId="592565670" sldId="301"/>
            <ac:spMk id="7" creationId="{7AFF5456-C183-ECF3-C0D4-50132EA7CDC1}"/>
          </ac:spMkLst>
        </pc:spChg>
      </pc:sldChg>
      <pc:sldChg chg="addSp delSp modSp add mod chgLayout">
        <pc:chgData name="Guilherme da Costa Criscuolo" userId="ca8b11d29e1e8585" providerId="LiveId" clId="{E7E5DE29-60A4-4D58-A8C4-A0E1502ACE36}" dt="2026-07-29T17:36:26.390" v="2355" actId="6264"/>
        <pc:sldMkLst>
          <pc:docMk/>
          <pc:sldMk cId="3754225180" sldId="302"/>
        </pc:sldMkLst>
        <pc:spChg chg="mod ord">
          <ac:chgData name="Guilherme da Costa Criscuolo" userId="ca8b11d29e1e8585" providerId="LiveId" clId="{E7E5DE29-60A4-4D58-A8C4-A0E1502ACE36}" dt="2026-07-29T17:36:26.390" v="2355" actId="6264"/>
          <ac:spMkLst>
            <pc:docMk/>
            <pc:sldMk cId="3754225180" sldId="302"/>
            <ac:spMk id="2" creationId="{B9FF2929-5607-ABC4-2BBE-C960EAB37EB1}"/>
          </ac:spMkLst>
        </pc:spChg>
        <pc:spChg chg="mod ord">
          <ac:chgData name="Guilherme da Costa Criscuolo" userId="ca8b11d29e1e8585" providerId="LiveId" clId="{E7E5DE29-60A4-4D58-A8C4-A0E1502ACE36}" dt="2026-07-29T17:36:26.390" v="2355" actId="6264"/>
          <ac:spMkLst>
            <pc:docMk/>
            <pc:sldMk cId="3754225180" sldId="302"/>
            <ac:spMk id="3" creationId="{90A86023-6238-ACAD-634C-6D207EF2B953}"/>
          </ac:spMkLst>
        </pc:spChg>
        <pc:spChg chg="add del mod">
          <ac:chgData name="Guilherme da Costa Criscuolo" userId="ca8b11d29e1e8585" providerId="LiveId" clId="{E7E5DE29-60A4-4D58-A8C4-A0E1502ACE36}" dt="2026-07-29T17:36:12.355" v="2348" actId="6264"/>
          <ac:spMkLst>
            <pc:docMk/>
            <pc:sldMk cId="3754225180" sldId="302"/>
            <ac:spMk id="4" creationId="{814B6820-C805-B13E-3843-4199CE02E90C}"/>
          </ac:spMkLst>
        </pc:spChg>
        <pc:spChg chg="mod ord">
          <ac:chgData name="Guilherme da Costa Criscuolo" userId="ca8b11d29e1e8585" providerId="LiveId" clId="{E7E5DE29-60A4-4D58-A8C4-A0E1502ACE36}" dt="2026-07-29T17:36:26.390" v="2355" actId="6264"/>
          <ac:spMkLst>
            <pc:docMk/>
            <pc:sldMk cId="3754225180" sldId="302"/>
            <ac:spMk id="5" creationId="{284B5736-C649-FED1-E676-94B6ED671432}"/>
          </ac:spMkLst>
        </pc:spChg>
        <pc:spChg chg="mod ord">
          <ac:chgData name="Guilherme da Costa Criscuolo" userId="ca8b11d29e1e8585" providerId="LiveId" clId="{E7E5DE29-60A4-4D58-A8C4-A0E1502ACE36}" dt="2026-07-29T17:36:26.390" v="2355" actId="6264"/>
          <ac:spMkLst>
            <pc:docMk/>
            <pc:sldMk cId="3754225180" sldId="302"/>
            <ac:spMk id="6" creationId="{454AABD8-7C72-CA7C-8D21-3E8ACCA914F5}"/>
          </ac:spMkLst>
        </pc:spChg>
        <pc:spChg chg="add del mod">
          <ac:chgData name="Guilherme da Costa Criscuolo" userId="ca8b11d29e1e8585" providerId="LiveId" clId="{E7E5DE29-60A4-4D58-A8C4-A0E1502ACE36}" dt="2026-07-29T17:36:12.355" v="2348" actId="6264"/>
          <ac:spMkLst>
            <pc:docMk/>
            <pc:sldMk cId="3754225180" sldId="302"/>
            <ac:spMk id="8" creationId="{C8F854B6-D9E3-9977-02CC-A9ED4D14B1DC}"/>
          </ac:spMkLst>
        </pc:spChg>
        <pc:spChg chg="mod ord">
          <ac:chgData name="Guilherme da Costa Criscuolo" userId="ca8b11d29e1e8585" providerId="LiveId" clId="{E7E5DE29-60A4-4D58-A8C4-A0E1502ACE36}" dt="2026-07-29T17:36:26.390" v="2355" actId="6264"/>
          <ac:spMkLst>
            <pc:docMk/>
            <pc:sldMk cId="3754225180" sldId="302"/>
            <ac:spMk id="9" creationId="{4A481C7D-C964-5D6C-8D11-F410EEC5159B}"/>
          </ac:spMkLst>
        </pc:spChg>
        <pc:spChg chg="add del mod">
          <ac:chgData name="Guilherme da Costa Criscuolo" userId="ca8b11d29e1e8585" providerId="LiveId" clId="{E7E5DE29-60A4-4D58-A8C4-A0E1502ACE36}" dt="2026-07-29T17:36:12.355" v="2348" actId="6264"/>
          <ac:spMkLst>
            <pc:docMk/>
            <pc:sldMk cId="3754225180" sldId="302"/>
            <ac:spMk id="10" creationId="{9A40D4AD-9ECA-5042-10A1-1323E1A0C1A4}"/>
          </ac:spMkLst>
        </pc:spChg>
        <pc:spChg chg="add del mod">
          <ac:chgData name="Guilherme da Costa Criscuolo" userId="ca8b11d29e1e8585" providerId="LiveId" clId="{E7E5DE29-60A4-4D58-A8C4-A0E1502ACE36}" dt="2026-07-29T17:36:12.355" v="2348" actId="6264"/>
          <ac:spMkLst>
            <pc:docMk/>
            <pc:sldMk cId="3754225180" sldId="302"/>
            <ac:spMk id="12" creationId="{C736A48E-3A3B-3040-19F1-4ED8C168D6F7}"/>
          </ac:spMkLst>
        </pc:spChg>
        <pc:spChg chg="add del mod">
          <ac:chgData name="Guilherme da Costa Criscuolo" userId="ca8b11d29e1e8585" providerId="LiveId" clId="{E7E5DE29-60A4-4D58-A8C4-A0E1502ACE36}" dt="2026-07-29T17:36:12.355" v="2348" actId="6264"/>
          <ac:spMkLst>
            <pc:docMk/>
            <pc:sldMk cId="3754225180" sldId="302"/>
            <ac:spMk id="15" creationId="{B1C4CEF3-AEF6-9B59-49E3-F504995CF7D8}"/>
          </ac:spMkLst>
        </pc:spChg>
        <pc:spChg chg="add del mod">
          <ac:chgData name="Guilherme da Costa Criscuolo" userId="ca8b11d29e1e8585" providerId="LiveId" clId="{E7E5DE29-60A4-4D58-A8C4-A0E1502ACE36}" dt="2026-07-29T17:36:12.355" v="2348" actId="6264"/>
          <ac:spMkLst>
            <pc:docMk/>
            <pc:sldMk cId="3754225180" sldId="302"/>
            <ac:spMk id="17" creationId="{604D0891-47DB-CE2B-7B12-A2B66AF3ED0C}"/>
          </ac:spMkLst>
        </pc:spChg>
        <pc:spChg chg="add del mod">
          <ac:chgData name="Guilherme da Costa Criscuolo" userId="ca8b11d29e1e8585" providerId="LiveId" clId="{E7E5DE29-60A4-4D58-A8C4-A0E1502ACE36}" dt="2026-07-29T17:36:26.390" v="2355" actId="6264"/>
          <ac:spMkLst>
            <pc:docMk/>
            <pc:sldMk cId="3754225180" sldId="302"/>
            <ac:spMk id="18" creationId="{F618CE30-19C7-C4BD-77B0-6711FAD6E800}"/>
          </ac:spMkLst>
        </pc:spChg>
        <pc:spChg chg="add del mod">
          <ac:chgData name="Guilherme da Costa Criscuolo" userId="ca8b11d29e1e8585" providerId="LiveId" clId="{E7E5DE29-60A4-4D58-A8C4-A0E1502ACE36}" dt="2026-07-29T17:36:26.390" v="2355" actId="6264"/>
          <ac:spMkLst>
            <pc:docMk/>
            <pc:sldMk cId="3754225180" sldId="302"/>
            <ac:spMk id="21" creationId="{020ED8F8-E6C1-4632-09AD-D19E5419414A}"/>
          </ac:spMkLst>
        </pc:spChg>
        <pc:spChg chg="add del mod">
          <ac:chgData name="Guilherme da Costa Criscuolo" userId="ca8b11d29e1e8585" providerId="LiveId" clId="{E7E5DE29-60A4-4D58-A8C4-A0E1502ACE36}" dt="2026-07-29T17:36:26.390" v="2355" actId="6264"/>
          <ac:spMkLst>
            <pc:docMk/>
            <pc:sldMk cId="3754225180" sldId="302"/>
            <ac:spMk id="24" creationId="{8390BE23-42D5-755F-A59F-A26AD5D8F378}"/>
          </ac:spMkLst>
        </pc:spChg>
        <pc:spChg chg="add del mod">
          <ac:chgData name="Guilherme da Costa Criscuolo" userId="ca8b11d29e1e8585" providerId="LiveId" clId="{E7E5DE29-60A4-4D58-A8C4-A0E1502ACE36}" dt="2026-07-29T17:36:26.390" v="2355" actId="6264"/>
          <ac:spMkLst>
            <pc:docMk/>
            <pc:sldMk cId="3754225180" sldId="302"/>
            <ac:spMk id="25" creationId="{A0455A4E-483F-1500-22F8-64F45B71AB97}"/>
          </ac:spMkLst>
        </pc:spChg>
        <pc:spChg chg="add del mod">
          <ac:chgData name="Guilherme da Costa Criscuolo" userId="ca8b11d29e1e8585" providerId="LiveId" clId="{E7E5DE29-60A4-4D58-A8C4-A0E1502ACE36}" dt="2026-07-29T17:36:26.390" v="2355" actId="6264"/>
          <ac:spMkLst>
            <pc:docMk/>
            <pc:sldMk cId="3754225180" sldId="302"/>
            <ac:spMk id="26" creationId="{95EE3682-BA2A-D2C1-53A9-DE3E33D51DA8}"/>
          </ac:spMkLst>
        </pc:spChg>
      </pc:sldChg>
      <pc:sldChg chg="add del">
        <pc:chgData name="Guilherme da Costa Criscuolo" userId="ca8b11d29e1e8585" providerId="LiveId" clId="{E7E5DE29-60A4-4D58-A8C4-A0E1502ACE36}" dt="2026-07-29T17:38:36.394" v="2444" actId="47"/>
        <pc:sldMkLst>
          <pc:docMk/>
          <pc:sldMk cId="732714801" sldId="303"/>
        </pc:sldMkLst>
      </pc:sldChg>
      <pc:sldChg chg="addSp delSp modSp add mod modClrScheme chgLayout">
        <pc:chgData name="Guilherme da Costa Criscuolo" userId="ca8b11d29e1e8585" providerId="LiveId" clId="{E7E5DE29-60A4-4D58-A8C4-A0E1502ACE36}" dt="2026-07-29T17:38:22.089" v="2443"/>
        <pc:sldMkLst>
          <pc:docMk/>
          <pc:sldMk cId="736639235" sldId="304"/>
        </pc:sldMkLst>
        <pc:spChg chg="mod ord">
          <ac:chgData name="Guilherme da Costa Criscuolo" userId="ca8b11d29e1e8585" providerId="LiveId" clId="{E7E5DE29-60A4-4D58-A8C4-A0E1502ACE36}" dt="2026-07-29T17:38:08.582" v="2424" actId="6264"/>
          <ac:spMkLst>
            <pc:docMk/>
            <pc:sldMk cId="736639235" sldId="304"/>
            <ac:spMk id="2" creationId="{5AAA60A3-5A6F-EEED-D257-66AB89070566}"/>
          </ac:spMkLst>
        </pc:spChg>
        <pc:spChg chg="mod ord">
          <ac:chgData name="Guilherme da Costa Criscuolo" userId="ca8b11d29e1e8585" providerId="LiveId" clId="{E7E5DE29-60A4-4D58-A8C4-A0E1502ACE36}" dt="2026-07-29T17:38:08.582" v="2424" actId="6264"/>
          <ac:spMkLst>
            <pc:docMk/>
            <pc:sldMk cId="736639235" sldId="304"/>
            <ac:spMk id="3" creationId="{6AC249CC-8A68-37AD-00B0-2DF4E5A36D0C}"/>
          </ac:spMkLst>
        </pc:spChg>
        <pc:spChg chg="mod ord">
          <ac:chgData name="Guilherme da Costa Criscuolo" userId="ca8b11d29e1e8585" providerId="LiveId" clId="{E7E5DE29-60A4-4D58-A8C4-A0E1502ACE36}" dt="2026-07-29T17:38:14.939" v="2441" actId="20577"/>
          <ac:spMkLst>
            <pc:docMk/>
            <pc:sldMk cId="736639235" sldId="304"/>
            <ac:spMk id="5" creationId="{3BA38594-318B-5EB0-600D-F8E429E9DD15}"/>
          </ac:spMkLst>
        </pc:spChg>
        <pc:spChg chg="mod ord">
          <ac:chgData name="Guilherme da Costa Criscuolo" userId="ca8b11d29e1e8585" providerId="LiveId" clId="{E7E5DE29-60A4-4D58-A8C4-A0E1502ACE36}" dt="2026-07-29T17:38:19.884" v="2442"/>
          <ac:spMkLst>
            <pc:docMk/>
            <pc:sldMk cId="736639235" sldId="304"/>
            <ac:spMk id="6" creationId="{3754A941-3CBA-5A9F-4962-155C7BB85C8A}"/>
          </ac:spMkLst>
        </pc:spChg>
        <pc:spChg chg="add del mod ord">
          <ac:chgData name="Guilherme da Costa Criscuolo" userId="ca8b11d29e1e8585" providerId="LiveId" clId="{E7E5DE29-60A4-4D58-A8C4-A0E1502ACE36}" dt="2026-07-29T17:36:42.129" v="2360" actId="700"/>
          <ac:spMkLst>
            <pc:docMk/>
            <pc:sldMk cId="736639235" sldId="304"/>
            <ac:spMk id="7" creationId="{0CC1B2B6-785C-8886-A279-E6014312A637}"/>
          </ac:spMkLst>
        </pc:spChg>
        <pc:spChg chg="add del mod">
          <ac:chgData name="Guilherme da Costa Criscuolo" userId="ca8b11d29e1e8585" providerId="LiveId" clId="{E7E5DE29-60A4-4D58-A8C4-A0E1502ACE36}" dt="2026-07-29T17:38:08.582" v="2424" actId="6264"/>
          <ac:spMkLst>
            <pc:docMk/>
            <pc:sldMk cId="736639235" sldId="304"/>
            <ac:spMk id="8" creationId="{B9F221C3-F6FD-BDAF-9577-E1098F25AA57}"/>
          </ac:spMkLst>
        </pc:spChg>
        <pc:spChg chg="mod ord">
          <ac:chgData name="Guilherme da Costa Criscuolo" userId="ca8b11d29e1e8585" providerId="LiveId" clId="{E7E5DE29-60A4-4D58-A8C4-A0E1502ACE36}" dt="2026-07-29T17:38:22.089" v="2443"/>
          <ac:spMkLst>
            <pc:docMk/>
            <pc:sldMk cId="736639235" sldId="304"/>
            <ac:spMk id="9" creationId="{0FC830C6-0E62-D01F-2249-8A7D9AED84AE}"/>
          </ac:spMkLst>
        </pc:spChg>
        <pc:spChg chg="add del mod">
          <ac:chgData name="Guilherme da Costa Criscuolo" userId="ca8b11d29e1e8585" providerId="LiveId" clId="{E7E5DE29-60A4-4D58-A8C4-A0E1502ACE36}" dt="2026-07-29T17:38:08.582" v="2424" actId="6264"/>
          <ac:spMkLst>
            <pc:docMk/>
            <pc:sldMk cId="736639235" sldId="304"/>
            <ac:spMk id="10" creationId="{4AB2647C-3ED0-1EA0-2CCE-A8FE2816A675}"/>
          </ac:spMkLst>
        </pc:spChg>
        <pc:spChg chg="add del mod">
          <ac:chgData name="Guilherme da Costa Criscuolo" userId="ca8b11d29e1e8585" providerId="LiveId" clId="{E7E5DE29-60A4-4D58-A8C4-A0E1502ACE36}" dt="2026-07-29T17:38:08.582" v="2424" actId="6264"/>
          <ac:spMkLst>
            <pc:docMk/>
            <pc:sldMk cId="736639235" sldId="304"/>
            <ac:spMk id="11" creationId="{653D13DB-E886-94EE-E31F-7CB0CC4A5C1B}"/>
          </ac:spMkLst>
        </pc:spChg>
        <pc:spChg chg="add del mod">
          <ac:chgData name="Guilherme da Costa Criscuolo" userId="ca8b11d29e1e8585" providerId="LiveId" clId="{E7E5DE29-60A4-4D58-A8C4-A0E1502ACE36}" dt="2026-07-29T17:38:08.582" v="2424" actId="6264"/>
          <ac:spMkLst>
            <pc:docMk/>
            <pc:sldMk cId="736639235" sldId="304"/>
            <ac:spMk id="12" creationId="{6EE549A6-EFD7-54F5-6E5C-15732C378CE2}"/>
          </ac:spMkLst>
        </pc:spChg>
        <pc:spChg chg="add del mod">
          <ac:chgData name="Guilherme da Costa Criscuolo" userId="ca8b11d29e1e8585" providerId="LiveId" clId="{E7E5DE29-60A4-4D58-A8C4-A0E1502ACE36}" dt="2026-07-29T17:38:08.582" v="2424" actId="6264"/>
          <ac:spMkLst>
            <pc:docMk/>
            <pc:sldMk cId="736639235" sldId="304"/>
            <ac:spMk id="13" creationId="{987372A9-F646-BC0D-A61C-1D8C87AB711F}"/>
          </ac:spMkLst>
        </pc:spChg>
        <pc:spChg chg="add del mod">
          <ac:chgData name="Guilherme da Costa Criscuolo" userId="ca8b11d29e1e8585" providerId="LiveId" clId="{E7E5DE29-60A4-4D58-A8C4-A0E1502ACE36}" dt="2026-07-29T17:38:08.582" v="2424" actId="6264"/>
          <ac:spMkLst>
            <pc:docMk/>
            <pc:sldMk cId="736639235" sldId="304"/>
            <ac:spMk id="15" creationId="{F0EA949E-5710-ED1E-A6B5-CF3E28ACC3F4}"/>
          </ac:spMkLst>
        </pc:spChg>
        <pc:spChg chg="add del mod">
          <ac:chgData name="Guilherme da Costa Criscuolo" userId="ca8b11d29e1e8585" providerId="LiveId" clId="{E7E5DE29-60A4-4D58-A8C4-A0E1502ACE36}" dt="2026-07-29T17:38:08.582" v="2424" actId="6264"/>
          <ac:spMkLst>
            <pc:docMk/>
            <pc:sldMk cId="736639235" sldId="304"/>
            <ac:spMk id="17" creationId="{4461D530-C13D-32B6-DD02-6636F2A652ED}"/>
          </ac:spMkLst>
        </pc:spChg>
        <pc:picChg chg="del">
          <ac:chgData name="Guilherme da Costa Criscuolo" userId="ca8b11d29e1e8585" providerId="LiveId" clId="{E7E5DE29-60A4-4D58-A8C4-A0E1502ACE36}" dt="2026-07-29T17:36:39.396" v="2359" actId="478"/>
          <ac:picMkLst>
            <pc:docMk/>
            <pc:sldMk cId="736639235" sldId="304"/>
            <ac:picMk id="14" creationId="{5324CFD4-ADB7-58A5-F9DE-BA4EC9514204}"/>
          </ac:picMkLst>
        </pc:picChg>
        <pc:picChg chg="mod ord">
          <ac:chgData name="Guilherme da Costa Criscuolo" userId="ca8b11d29e1e8585" providerId="LiveId" clId="{E7E5DE29-60A4-4D58-A8C4-A0E1502ACE36}" dt="2026-07-29T17:36:42.129" v="2360" actId="700"/>
          <ac:picMkLst>
            <pc:docMk/>
            <pc:sldMk cId="736639235" sldId="304"/>
            <ac:picMk id="16" creationId="{180B44B5-0FDA-30A0-E43B-DC8BF2E4514D}"/>
          </ac:picMkLst>
        </pc:picChg>
        <pc:picChg chg="mod ord">
          <ac:chgData name="Guilherme da Costa Criscuolo" userId="ca8b11d29e1e8585" providerId="LiveId" clId="{E7E5DE29-60A4-4D58-A8C4-A0E1502ACE36}" dt="2026-07-29T17:36:42.129" v="2360" actId="700"/>
          <ac:picMkLst>
            <pc:docMk/>
            <pc:sldMk cId="736639235" sldId="304"/>
            <ac:picMk id="27" creationId="{3ED5F263-26B3-9F28-D8BF-1DA469F82AE2}"/>
          </ac:picMkLst>
        </pc:picChg>
        <pc:picChg chg="mod ord">
          <ac:chgData name="Guilherme da Costa Criscuolo" userId="ca8b11d29e1e8585" providerId="LiveId" clId="{E7E5DE29-60A4-4D58-A8C4-A0E1502ACE36}" dt="2026-07-29T17:36:42.129" v="2360" actId="700"/>
          <ac:picMkLst>
            <pc:docMk/>
            <pc:sldMk cId="736639235" sldId="304"/>
            <ac:picMk id="29" creationId="{6096650F-1174-0DC4-48C3-C1A49854EE00}"/>
          </ac:picMkLst>
        </pc:picChg>
      </pc:sldChg>
      <pc:sldChg chg="add del">
        <pc:chgData name="Guilherme da Costa Criscuolo" userId="ca8b11d29e1e8585" providerId="LiveId" clId="{E7E5DE29-60A4-4D58-A8C4-A0E1502ACE36}" dt="2026-07-30T12:16:36.348" v="4410" actId="47"/>
        <pc:sldMkLst>
          <pc:docMk/>
          <pc:sldMk cId="850301227" sldId="305"/>
        </pc:sldMkLst>
      </pc:sldChg>
      <pc:sldChg chg="addSp delSp modSp add mod modClrScheme chgLayout">
        <pc:chgData name="Guilherme da Costa Criscuolo" userId="ca8b11d29e1e8585" providerId="LiveId" clId="{E7E5DE29-60A4-4D58-A8C4-A0E1502ACE36}" dt="2026-07-29T17:40:51.136" v="2491" actId="700"/>
        <pc:sldMkLst>
          <pc:docMk/>
          <pc:sldMk cId="2894850026" sldId="306"/>
        </pc:sldMkLst>
        <pc:spChg chg="mod ord">
          <ac:chgData name="Guilherme da Costa Criscuolo" userId="ca8b11d29e1e8585" providerId="LiveId" clId="{E7E5DE29-60A4-4D58-A8C4-A0E1502ACE36}" dt="2026-07-29T17:40:51.136" v="2491" actId="700"/>
          <ac:spMkLst>
            <pc:docMk/>
            <pc:sldMk cId="2894850026" sldId="306"/>
            <ac:spMk id="2" creationId="{C3A22684-EBB0-192C-55A5-454DE99A64C4}"/>
          </ac:spMkLst>
        </pc:spChg>
        <pc:spChg chg="mod ord">
          <ac:chgData name="Guilherme da Costa Criscuolo" userId="ca8b11d29e1e8585" providerId="LiveId" clId="{E7E5DE29-60A4-4D58-A8C4-A0E1502ACE36}" dt="2026-07-29T17:40:51.136" v="2491" actId="700"/>
          <ac:spMkLst>
            <pc:docMk/>
            <pc:sldMk cId="2894850026" sldId="306"/>
            <ac:spMk id="3" creationId="{A0A4C713-DEFF-0A2A-2AE2-184180540C65}"/>
          </ac:spMkLst>
        </pc:spChg>
        <pc:spChg chg="mod ord">
          <ac:chgData name="Guilherme da Costa Criscuolo" userId="ca8b11d29e1e8585" providerId="LiveId" clId="{E7E5DE29-60A4-4D58-A8C4-A0E1502ACE36}" dt="2026-07-29T17:40:51.136" v="2491" actId="700"/>
          <ac:spMkLst>
            <pc:docMk/>
            <pc:sldMk cId="2894850026" sldId="306"/>
            <ac:spMk id="4" creationId="{061394E6-8D77-95E3-2DF1-FAC8F324D19F}"/>
          </ac:spMkLst>
        </pc:spChg>
        <pc:spChg chg="mod ord">
          <ac:chgData name="Guilherme da Costa Criscuolo" userId="ca8b11d29e1e8585" providerId="LiveId" clId="{E7E5DE29-60A4-4D58-A8C4-A0E1502ACE36}" dt="2026-07-29T17:40:51.136" v="2491" actId="700"/>
          <ac:spMkLst>
            <pc:docMk/>
            <pc:sldMk cId="2894850026" sldId="306"/>
            <ac:spMk id="6" creationId="{512EB963-7943-A375-4C5D-BD9EC8435121}"/>
          </ac:spMkLst>
        </pc:spChg>
        <pc:spChg chg="add mod">
          <ac:chgData name="Guilherme da Costa Criscuolo" userId="ca8b11d29e1e8585" providerId="LiveId" clId="{E7E5DE29-60A4-4D58-A8C4-A0E1502ACE36}" dt="2026-07-29T17:40:47.401" v="2490" actId="478"/>
          <ac:spMkLst>
            <pc:docMk/>
            <pc:sldMk cId="2894850026" sldId="306"/>
            <ac:spMk id="7" creationId="{3EA4BFC6-D7FA-20CA-EAE0-59A250B0CDB7}"/>
          </ac:spMkLst>
        </pc:spChg>
        <pc:spChg chg="mod ord">
          <ac:chgData name="Guilherme da Costa Criscuolo" userId="ca8b11d29e1e8585" providerId="LiveId" clId="{E7E5DE29-60A4-4D58-A8C4-A0E1502ACE36}" dt="2026-07-29T17:40:51.136" v="2491" actId="700"/>
          <ac:spMkLst>
            <pc:docMk/>
            <pc:sldMk cId="2894850026" sldId="306"/>
            <ac:spMk id="8" creationId="{74FFDAEE-8237-ADF6-756B-08D1574AB845}"/>
          </ac:spMkLst>
        </pc:spChg>
        <pc:spChg chg="del">
          <ac:chgData name="Guilherme da Costa Criscuolo" userId="ca8b11d29e1e8585" providerId="LiveId" clId="{E7E5DE29-60A4-4D58-A8C4-A0E1502ACE36}" dt="2026-07-29T17:40:47.401" v="2490" actId="478"/>
          <ac:spMkLst>
            <pc:docMk/>
            <pc:sldMk cId="2894850026" sldId="306"/>
            <ac:spMk id="10" creationId="{313290FA-30DC-4225-10A8-E28231D6CEF8}"/>
          </ac:spMkLst>
        </pc:spChg>
        <pc:spChg chg="add del mod ord">
          <ac:chgData name="Guilherme da Costa Criscuolo" userId="ca8b11d29e1e8585" providerId="LiveId" clId="{E7E5DE29-60A4-4D58-A8C4-A0E1502ACE36}" dt="2026-07-29T17:40:51.136" v="2491" actId="700"/>
          <ac:spMkLst>
            <pc:docMk/>
            <pc:sldMk cId="2894850026" sldId="306"/>
            <ac:spMk id="11" creationId="{04BD7FED-109A-87C1-F419-DBF40ECA2327}"/>
          </ac:spMkLst>
        </pc:spChg>
        <pc:spChg chg="mod ord">
          <ac:chgData name="Guilherme da Costa Criscuolo" userId="ca8b11d29e1e8585" providerId="LiveId" clId="{E7E5DE29-60A4-4D58-A8C4-A0E1502ACE36}" dt="2026-07-29T17:40:51.136" v="2491" actId="700"/>
          <ac:spMkLst>
            <pc:docMk/>
            <pc:sldMk cId="2894850026" sldId="306"/>
            <ac:spMk id="12" creationId="{F2BF58DE-8F68-0A07-2D0D-053605555FAE}"/>
          </ac:spMkLst>
        </pc:spChg>
        <pc:spChg chg="mod ord">
          <ac:chgData name="Guilherme da Costa Criscuolo" userId="ca8b11d29e1e8585" providerId="LiveId" clId="{E7E5DE29-60A4-4D58-A8C4-A0E1502ACE36}" dt="2026-07-29T17:40:51.136" v="2491" actId="700"/>
          <ac:spMkLst>
            <pc:docMk/>
            <pc:sldMk cId="2894850026" sldId="306"/>
            <ac:spMk id="14" creationId="{98E4C4B2-9624-A511-4CF2-89783C4FC216}"/>
          </ac:spMkLst>
        </pc:spChg>
        <pc:spChg chg="add mod">
          <ac:chgData name="Guilherme da Costa Criscuolo" userId="ca8b11d29e1e8585" providerId="LiveId" clId="{E7E5DE29-60A4-4D58-A8C4-A0E1502ACE36}" dt="2026-07-29T17:40:47.401" v="2490" actId="478"/>
          <ac:spMkLst>
            <pc:docMk/>
            <pc:sldMk cId="2894850026" sldId="306"/>
            <ac:spMk id="15" creationId="{B83D8634-71E4-68B3-E719-FF1CE53B7C8E}"/>
          </ac:spMkLst>
        </pc:spChg>
        <pc:spChg chg="mod ord">
          <ac:chgData name="Guilherme da Costa Criscuolo" userId="ca8b11d29e1e8585" providerId="LiveId" clId="{E7E5DE29-60A4-4D58-A8C4-A0E1502ACE36}" dt="2026-07-29T17:40:51.136" v="2491" actId="700"/>
          <ac:spMkLst>
            <pc:docMk/>
            <pc:sldMk cId="2894850026" sldId="306"/>
            <ac:spMk id="16" creationId="{F7199022-08BA-17B3-F2C7-FFC554CA652D}"/>
          </ac:spMkLst>
        </pc:spChg>
        <pc:spChg chg="del">
          <ac:chgData name="Guilherme da Costa Criscuolo" userId="ca8b11d29e1e8585" providerId="LiveId" clId="{E7E5DE29-60A4-4D58-A8C4-A0E1502ACE36}" dt="2026-07-29T17:40:47.401" v="2490" actId="478"/>
          <ac:spMkLst>
            <pc:docMk/>
            <pc:sldMk cId="2894850026" sldId="306"/>
            <ac:spMk id="18" creationId="{CC6DF728-B623-CB4E-5681-6932A548CC69}"/>
          </ac:spMkLst>
        </pc:spChg>
        <pc:spChg chg="add del mod">
          <ac:chgData name="Guilherme da Costa Criscuolo" userId="ca8b11d29e1e8585" providerId="LiveId" clId="{E7E5DE29-60A4-4D58-A8C4-A0E1502ACE36}" dt="2026-07-29T17:40:51.136" v="2491" actId="700"/>
          <ac:spMkLst>
            <pc:docMk/>
            <pc:sldMk cId="2894850026" sldId="306"/>
            <ac:spMk id="19" creationId="{0288A208-4DAF-805F-66C7-65C4534A541A}"/>
          </ac:spMkLst>
        </pc:spChg>
        <pc:picChg chg="del">
          <ac:chgData name="Guilherme da Costa Criscuolo" userId="ca8b11d29e1e8585" providerId="LiveId" clId="{E7E5DE29-60A4-4D58-A8C4-A0E1502ACE36}" dt="2026-07-29T17:40:47.401" v="2490" actId="478"/>
          <ac:picMkLst>
            <pc:docMk/>
            <pc:sldMk cId="2894850026" sldId="306"/>
            <ac:picMk id="27" creationId="{8CAB6E13-EBBF-1EC6-1AB3-0F5422459389}"/>
          </ac:picMkLst>
        </pc:picChg>
        <pc:picChg chg="del">
          <ac:chgData name="Guilherme da Costa Criscuolo" userId="ca8b11d29e1e8585" providerId="LiveId" clId="{E7E5DE29-60A4-4D58-A8C4-A0E1502ACE36}" dt="2026-07-29T17:40:47.401" v="2490" actId="478"/>
          <ac:picMkLst>
            <pc:docMk/>
            <pc:sldMk cId="2894850026" sldId="306"/>
            <ac:picMk id="35" creationId="{F8DB8059-9466-1E78-11E7-036132CCC547}"/>
          </ac:picMkLst>
        </pc:picChg>
      </pc:sldChg>
      <pc:sldChg chg="addSp delSp modSp add mod modClrScheme chgLayout">
        <pc:chgData name="Guilherme da Costa Criscuolo" userId="ca8b11d29e1e8585" providerId="LiveId" clId="{E7E5DE29-60A4-4D58-A8C4-A0E1502ACE36}" dt="2026-07-29T17:40:39.811" v="2489" actId="700"/>
        <pc:sldMkLst>
          <pc:docMk/>
          <pc:sldMk cId="3049871621" sldId="307"/>
        </pc:sldMkLst>
        <pc:spChg chg="mod ord">
          <ac:chgData name="Guilherme da Costa Criscuolo" userId="ca8b11d29e1e8585" providerId="LiveId" clId="{E7E5DE29-60A4-4D58-A8C4-A0E1502ACE36}" dt="2026-07-29T17:40:39.811" v="2489" actId="700"/>
          <ac:spMkLst>
            <pc:docMk/>
            <pc:sldMk cId="3049871621" sldId="307"/>
            <ac:spMk id="3" creationId="{1644584F-FA17-1042-5E1D-46129689625C}"/>
          </ac:spMkLst>
        </pc:spChg>
        <pc:spChg chg="mod ord">
          <ac:chgData name="Guilherme da Costa Criscuolo" userId="ca8b11d29e1e8585" providerId="LiveId" clId="{E7E5DE29-60A4-4D58-A8C4-A0E1502ACE36}" dt="2026-07-29T17:40:39.811" v="2489" actId="700"/>
          <ac:spMkLst>
            <pc:docMk/>
            <pc:sldMk cId="3049871621" sldId="307"/>
            <ac:spMk id="4" creationId="{D851F064-72F6-7A08-E3C7-97A4327BAD0A}"/>
          </ac:spMkLst>
        </pc:spChg>
        <pc:spChg chg="mod ord">
          <ac:chgData name="Guilherme da Costa Criscuolo" userId="ca8b11d29e1e8585" providerId="LiveId" clId="{E7E5DE29-60A4-4D58-A8C4-A0E1502ACE36}" dt="2026-07-29T17:40:39.811" v="2489" actId="700"/>
          <ac:spMkLst>
            <pc:docMk/>
            <pc:sldMk cId="3049871621" sldId="307"/>
            <ac:spMk id="6" creationId="{C9BCA7E6-D6C7-A9AB-8054-FC6235A8B47E}"/>
          </ac:spMkLst>
        </pc:spChg>
        <pc:spChg chg="add del mod">
          <ac:chgData name="Guilherme da Costa Criscuolo" userId="ca8b11d29e1e8585" providerId="LiveId" clId="{E7E5DE29-60A4-4D58-A8C4-A0E1502ACE36}" dt="2026-07-29T17:40:39.811" v="2489" actId="700"/>
          <ac:spMkLst>
            <pc:docMk/>
            <pc:sldMk cId="3049871621" sldId="307"/>
            <ac:spMk id="7" creationId="{ABBCBB91-677E-AD0E-C3E6-CAB1198B729D}"/>
          </ac:spMkLst>
        </pc:spChg>
        <pc:spChg chg="mod ord">
          <ac:chgData name="Guilherme da Costa Criscuolo" userId="ca8b11d29e1e8585" providerId="LiveId" clId="{E7E5DE29-60A4-4D58-A8C4-A0E1502ACE36}" dt="2026-07-29T17:40:39.811" v="2489" actId="700"/>
          <ac:spMkLst>
            <pc:docMk/>
            <pc:sldMk cId="3049871621" sldId="307"/>
            <ac:spMk id="8" creationId="{A8BD9571-DE46-4C57-942A-950F0368679C}"/>
          </ac:spMkLst>
        </pc:spChg>
        <pc:spChg chg="del">
          <ac:chgData name="Guilherme da Costa Criscuolo" userId="ca8b11d29e1e8585" providerId="LiveId" clId="{E7E5DE29-60A4-4D58-A8C4-A0E1502ACE36}" dt="2026-07-29T17:40:34.970" v="2488" actId="478"/>
          <ac:spMkLst>
            <pc:docMk/>
            <pc:sldMk cId="3049871621" sldId="307"/>
            <ac:spMk id="10" creationId="{285F3D58-424C-5B7D-740C-879E1F9EBC35}"/>
          </ac:spMkLst>
        </pc:spChg>
        <pc:spChg chg="add del mod">
          <ac:chgData name="Guilherme da Costa Criscuolo" userId="ca8b11d29e1e8585" providerId="LiveId" clId="{E7E5DE29-60A4-4D58-A8C4-A0E1502ACE36}" dt="2026-07-29T17:40:39.811" v="2489" actId="700"/>
          <ac:spMkLst>
            <pc:docMk/>
            <pc:sldMk cId="3049871621" sldId="307"/>
            <ac:spMk id="11" creationId="{E78694E9-611C-4F48-CB2B-9874A1B6F991}"/>
          </ac:spMkLst>
        </pc:spChg>
        <pc:spChg chg="mod ord">
          <ac:chgData name="Guilherme da Costa Criscuolo" userId="ca8b11d29e1e8585" providerId="LiveId" clId="{E7E5DE29-60A4-4D58-A8C4-A0E1502ACE36}" dt="2026-07-29T17:40:39.811" v="2489" actId="700"/>
          <ac:spMkLst>
            <pc:docMk/>
            <pc:sldMk cId="3049871621" sldId="307"/>
            <ac:spMk id="12" creationId="{AE3CC6B9-78AE-39C4-49D7-7CA8CB5F7DD9}"/>
          </ac:spMkLst>
        </pc:spChg>
        <pc:spChg chg="add mod">
          <ac:chgData name="Guilherme da Costa Criscuolo" userId="ca8b11d29e1e8585" providerId="LiveId" clId="{E7E5DE29-60A4-4D58-A8C4-A0E1502ACE36}" dt="2026-07-29T17:40:34.970" v="2488" actId="478"/>
          <ac:spMkLst>
            <pc:docMk/>
            <pc:sldMk cId="3049871621" sldId="307"/>
            <ac:spMk id="15" creationId="{3519E737-310B-1987-27FC-78510CE8AE77}"/>
          </ac:spMkLst>
        </pc:spChg>
        <pc:spChg chg="del">
          <ac:chgData name="Guilherme da Costa Criscuolo" userId="ca8b11d29e1e8585" providerId="LiveId" clId="{E7E5DE29-60A4-4D58-A8C4-A0E1502ACE36}" dt="2026-07-29T17:40:34.970" v="2488" actId="478"/>
          <ac:spMkLst>
            <pc:docMk/>
            <pc:sldMk cId="3049871621" sldId="307"/>
            <ac:spMk id="16" creationId="{7739347A-38E8-E722-8F36-BC741F51DE9D}"/>
          </ac:spMkLst>
        </pc:spChg>
        <pc:spChg chg="del">
          <ac:chgData name="Guilherme da Costa Criscuolo" userId="ca8b11d29e1e8585" providerId="LiveId" clId="{E7E5DE29-60A4-4D58-A8C4-A0E1502ACE36}" dt="2026-07-29T17:40:34.970" v="2488" actId="478"/>
          <ac:spMkLst>
            <pc:docMk/>
            <pc:sldMk cId="3049871621" sldId="307"/>
            <ac:spMk id="18" creationId="{19C01CDD-7B8F-CACB-CF8A-F1C7E2399079}"/>
          </ac:spMkLst>
        </pc:spChg>
        <pc:spChg chg="add del mod">
          <ac:chgData name="Guilherme da Costa Criscuolo" userId="ca8b11d29e1e8585" providerId="LiveId" clId="{E7E5DE29-60A4-4D58-A8C4-A0E1502ACE36}" dt="2026-07-29T17:40:39.811" v="2489" actId="700"/>
          <ac:spMkLst>
            <pc:docMk/>
            <pc:sldMk cId="3049871621" sldId="307"/>
            <ac:spMk id="19" creationId="{F524B01F-C023-5A19-A34C-D504E8CDB651}"/>
          </ac:spMkLst>
        </pc:spChg>
        <pc:spChg chg="add del mod ord">
          <ac:chgData name="Guilherme da Costa Criscuolo" userId="ca8b11d29e1e8585" providerId="LiveId" clId="{E7E5DE29-60A4-4D58-A8C4-A0E1502ACE36}" dt="2026-07-29T17:40:39.811" v="2489" actId="700"/>
          <ac:spMkLst>
            <pc:docMk/>
            <pc:sldMk cId="3049871621" sldId="307"/>
            <ac:spMk id="22" creationId="{EBF1C31E-06BA-59F5-B9BF-1C3B8A1FA55E}"/>
          </ac:spMkLst>
        </pc:spChg>
        <pc:spChg chg="add del mod ord">
          <ac:chgData name="Guilherme da Costa Criscuolo" userId="ca8b11d29e1e8585" providerId="LiveId" clId="{E7E5DE29-60A4-4D58-A8C4-A0E1502ACE36}" dt="2026-07-29T17:40:39.811" v="2489" actId="700"/>
          <ac:spMkLst>
            <pc:docMk/>
            <pc:sldMk cId="3049871621" sldId="307"/>
            <ac:spMk id="26" creationId="{8D0B99BF-3B96-F312-E12F-300C23BE1F53}"/>
          </ac:spMkLst>
        </pc:spChg>
        <pc:picChg chg="del">
          <ac:chgData name="Guilherme da Costa Criscuolo" userId="ca8b11d29e1e8585" providerId="LiveId" clId="{E7E5DE29-60A4-4D58-A8C4-A0E1502ACE36}" dt="2026-07-29T17:40:34.970" v="2488" actId="478"/>
          <ac:picMkLst>
            <pc:docMk/>
            <pc:sldMk cId="3049871621" sldId="307"/>
            <ac:picMk id="33" creationId="{9F6E9473-CBF3-B2EF-B641-5CD317183469}"/>
          </ac:picMkLst>
        </pc:picChg>
      </pc:sldChg>
      <pc:sldChg chg="addSp delSp modSp add mod modClrScheme chgLayout">
        <pc:chgData name="Guilherme da Costa Criscuolo" userId="ca8b11d29e1e8585" providerId="LiveId" clId="{E7E5DE29-60A4-4D58-A8C4-A0E1502ACE36}" dt="2026-07-29T17:41:01.125" v="2493" actId="700"/>
        <pc:sldMkLst>
          <pc:docMk/>
          <pc:sldMk cId="3793351249" sldId="308"/>
        </pc:sldMkLst>
        <pc:spChg chg="mod ord">
          <ac:chgData name="Guilherme da Costa Criscuolo" userId="ca8b11d29e1e8585" providerId="LiveId" clId="{E7E5DE29-60A4-4D58-A8C4-A0E1502ACE36}" dt="2026-07-29T17:41:01.125" v="2493" actId="700"/>
          <ac:spMkLst>
            <pc:docMk/>
            <pc:sldMk cId="3793351249" sldId="308"/>
            <ac:spMk id="2" creationId="{BCC65A9D-191E-BAF3-F10A-6500C68428DE}"/>
          </ac:spMkLst>
        </pc:spChg>
        <pc:spChg chg="mod ord">
          <ac:chgData name="Guilherme da Costa Criscuolo" userId="ca8b11d29e1e8585" providerId="LiveId" clId="{E7E5DE29-60A4-4D58-A8C4-A0E1502ACE36}" dt="2026-07-29T17:41:01.125" v="2493" actId="700"/>
          <ac:spMkLst>
            <pc:docMk/>
            <pc:sldMk cId="3793351249" sldId="308"/>
            <ac:spMk id="3" creationId="{90FD7D24-1B80-5BDB-CF38-B260F0E84AC2}"/>
          </ac:spMkLst>
        </pc:spChg>
        <pc:spChg chg="mod ord">
          <ac:chgData name="Guilherme da Costa Criscuolo" userId="ca8b11d29e1e8585" providerId="LiveId" clId="{E7E5DE29-60A4-4D58-A8C4-A0E1502ACE36}" dt="2026-07-29T17:41:01.125" v="2493" actId="700"/>
          <ac:spMkLst>
            <pc:docMk/>
            <pc:sldMk cId="3793351249" sldId="308"/>
            <ac:spMk id="4" creationId="{1FF91D19-188F-8912-4FB8-63B9098BFA3E}"/>
          </ac:spMkLst>
        </pc:spChg>
        <pc:spChg chg="mod ord">
          <ac:chgData name="Guilherme da Costa Criscuolo" userId="ca8b11d29e1e8585" providerId="LiveId" clId="{E7E5DE29-60A4-4D58-A8C4-A0E1502ACE36}" dt="2026-07-29T17:41:01.125" v="2493" actId="700"/>
          <ac:spMkLst>
            <pc:docMk/>
            <pc:sldMk cId="3793351249" sldId="308"/>
            <ac:spMk id="6" creationId="{D1CCBE84-9339-37E9-1976-5F4140A2D806}"/>
          </ac:spMkLst>
        </pc:spChg>
        <pc:spChg chg="add del mod">
          <ac:chgData name="Guilherme da Costa Criscuolo" userId="ca8b11d29e1e8585" providerId="LiveId" clId="{E7E5DE29-60A4-4D58-A8C4-A0E1502ACE36}" dt="2026-07-29T17:41:01.125" v="2493" actId="700"/>
          <ac:spMkLst>
            <pc:docMk/>
            <pc:sldMk cId="3793351249" sldId="308"/>
            <ac:spMk id="7" creationId="{25DC98FA-DED9-E970-44C3-9425CD702B14}"/>
          </ac:spMkLst>
        </pc:spChg>
        <pc:spChg chg="mod ord">
          <ac:chgData name="Guilherme da Costa Criscuolo" userId="ca8b11d29e1e8585" providerId="LiveId" clId="{E7E5DE29-60A4-4D58-A8C4-A0E1502ACE36}" dt="2026-07-29T17:41:01.125" v="2493" actId="700"/>
          <ac:spMkLst>
            <pc:docMk/>
            <pc:sldMk cId="3793351249" sldId="308"/>
            <ac:spMk id="8" creationId="{BBA816B1-61AA-DEEA-6205-E738F62F8A8E}"/>
          </ac:spMkLst>
        </pc:spChg>
        <pc:spChg chg="mod ord">
          <ac:chgData name="Guilherme da Costa Criscuolo" userId="ca8b11d29e1e8585" providerId="LiveId" clId="{E7E5DE29-60A4-4D58-A8C4-A0E1502ACE36}" dt="2026-07-29T17:41:01.125" v="2493" actId="700"/>
          <ac:spMkLst>
            <pc:docMk/>
            <pc:sldMk cId="3793351249" sldId="308"/>
            <ac:spMk id="10" creationId="{723E170B-68A3-B7F8-5698-7F5FC39CEF0D}"/>
          </ac:spMkLst>
        </pc:spChg>
        <pc:spChg chg="add del mod">
          <ac:chgData name="Guilherme da Costa Criscuolo" userId="ca8b11d29e1e8585" providerId="LiveId" clId="{E7E5DE29-60A4-4D58-A8C4-A0E1502ACE36}" dt="2026-07-29T17:41:01.125" v="2493" actId="700"/>
          <ac:spMkLst>
            <pc:docMk/>
            <pc:sldMk cId="3793351249" sldId="308"/>
            <ac:spMk id="11" creationId="{529E6415-B2F8-07F7-8EF7-002B2DE7AACF}"/>
          </ac:spMkLst>
        </pc:spChg>
        <pc:spChg chg="mod ord">
          <ac:chgData name="Guilherme da Costa Criscuolo" userId="ca8b11d29e1e8585" providerId="LiveId" clId="{E7E5DE29-60A4-4D58-A8C4-A0E1502ACE36}" dt="2026-07-29T17:41:01.125" v="2493" actId="700"/>
          <ac:spMkLst>
            <pc:docMk/>
            <pc:sldMk cId="3793351249" sldId="308"/>
            <ac:spMk id="12" creationId="{C2CDD2A1-8179-8B5D-C3EC-48889262CC9E}"/>
          </ac:spMkLst>
        </pc:spChg>
        <pc:spChg chg="mod ord">
          <ac:chgData name="Guilherme da Costa Criscuolo" userId="ca8b11d29e1e8585" providerId="LiveId" clId="{E7E5DE29-60A4-4D58-A8C4-A0E1502ACE36}" dt="2026-07-29T17:41:01.125" v="2493" actId="700"/>
          <ac:spMkLst>
            <pc:docMk/>
            <pc:sldMk cId="3793351249" sldId="308"/>
            <ac:spMk id="14" creationId="{C3AE3B71-D3F6-A282-24FB-2A02A73B942F}"/>
          </ac:spMkLst>
        </pc:spChg>
        <pc:spChg chg="del">
          <ac:chgData name="Guilherme da Costa Criscuolo" userId="ca8b11d29e1e8585" providerId="LiveId" clId="{E7E5DE29-60A4-4D58-A8C4-A0E1502ACE36}" dt="2026-07-29T17:40:57.445" v="2492" actId="478"/>
          <ac:spMkLst>
            <pc:docMk/>
            <pc:sldMk cId="3793351249" sldId="308"/>
            <ac:spMk id="18" creationId="{039D3BB8-D8B3-3057-0C48-6EB94D49537F}"/>
          </ac:spMkLst>
        </pc:spChg>
        <pc:picChg chg="del">
          <ac:chgData name="Guilherme da Costa Criscuolo" userId="ca8b11d29e1e8585" providerId="LiveId" clId="{E7E5DE29-60A4-4D58-A8C4-A0E1502ACE36}" dt="2026-07-29T17:40:57.445" v="2492" actId="478"/>
          <ac:picMkLst>
            <pc:docMk/>
            <pc:sldMk cId="3793351249" sldId="308"/>
            <ac:picMk id="35" creationId="{26536FA7-6721-44A9-501E-540E96B52331}"/>
          </ac:picMkLst>
        </pc:picChg>
      </pc:sldChg>
      <pc:sldChg chg="add replId">
        <pc:chgData name="Guilherme da Costa Criscuolo" userId="ca8b11d29e1e8585" providerId="LiveId" clId="{E7E5DE29-60A4-4D58-A8C4-A0E1502ACE36}" dt="2026-07-29T17:40:02.842" v="2477" actId="2890"/>
        <pc:sldMkLst>
          <pc:docMk/>
          <pc:sldMk cId="3503817015" sldId="309"/>
        </pc:sldMkLst>
      </pc:sldChg>
      <pc:sldChg chg="add del replId">
        <pc:chgData name="Guilherme da Costa Criscuolo" userId="ca8b11d29e1e8585" providerId="LiveId" clId="{E7E5DE29-60A4-4D58-A8C4-A0E1502ACE36}" dt="2026-07-30T12:16:35.530" v="4409" actId="47"/>
        <pc:sldMkLst>
          <pc:docMk/>
          <pc:sldMk cId="3034366776" sldId="310"/>
        </pc:sldMkLst>
      </pc:sldChg>
      <pc:sldChg chg="addSp modSp add del mod modClrScheme chgLayout">
        <pc:chgData name="Guilherme da Costa Criscuolo" userId="ca8b11d29e1e8585" providerId="LiveId" clId="{E7E5DE29-60A4-4D58-A8C4-A0E1502ACE36}" dt="2026-07-29T17:52:34.222" v="2578" actId="47"/>
        <pc:sldMkLst>
          <pc:docMk/>
          <pc:sldMk cId="1724169133" sldId="311"/>
        </pc:sldMkLst>
        <pc:spChg chg="mod ord">
          <ac:chgData name="Guilherme da Costa Criscuolo" userId="ca8b11d29e1e8585" providerId="LiveId" clId="{E7E5DE29-60A4-4D58-A8C4-A0E1502ACE36}" dt="2026-07-29T17:52:20.682" v="2574" actId="700"/>
          <ac:spMkLst>
            <pc:docMk/>
            <pc:sldMk cId="1724169133" sldId="311"/>
            <ac:spMk id="2" creationId="{7E70B072-B26A-4052-8042-20A3AF3A2CAF}"/>
          </ac:spMkLst>
        </pc:spChg>
        <pc:spChg chg="mod ord">
          <ac:chgData name="Guilherme da Costa Criscuolo" userId="ca8b11d29e1e8585" providerId="LiveId" clId="{E7E5DE29-60A4-4D58-A8C4-A0E1502ACE36}" dt="2026-07-29T17:52:20.682" v="2574" actId="700"/>
          <ac:spMkLst>
            <pc:docMk/>
            <pc:sldMk cId="1724169133" sldId="311"/>
            <ac:spMk id="3" creationId="{2E55EADC-1E2A-E5A9-DBD4-3DE82C6F628D}"/>
          </ac:spMkLst>
        </pc:spChg>
        <pc:spChg chg="mod ord">
          <ac:chgData name="Guilherme da Costa Criscuolo" userId="ca8b11d29e1e8585" providerId="LiveId" clId="{E7E5DE29-60A4-4D58-A8C4-A0E1502ACE36}" dt="2026-07-29T17:52:20.695" v="2576" actId="27636"/>
          <ac:spMkLst>
            <pc:docMk/>
            <pc:sldMk cId="1724169133" sldId="311"/>
            <ac:spMk id="4" creationId="{93B85051-3290-E1AF-2102-B6D1B7FF1C19}"/>
          </ac:spMkLst>
        </pc:spChg>
        <pc:spChg chg="mod ord">
          <ac:chgData name="Guilherme da Costa Criscuolo" userId="ca8b11d29e1e8585" providerId="LiveId" clId="{E7E5DE29-60A4-4D58-A8C4-A0E1502ACE36}" dt="2026-07-29T17:52:20.693" v="2575" actId="27636"/>
          <ac:spMkLst>
            <pc:docMk/>
            <pc:sldMk cId="1724169133" sldId="311"/>
            <ac:spMk id="5" creationId="{0E9076B0-6D6B-7B16-37E4-682476F9D8F4}"/>
          </ac:spMkLst>
        </pc:spChg>
        <pc:spChg chg="add mod ord">
          <ac:chgData name="Guilherme da Costa Criscuolo" userId="ca8b11d29e1e8585" providerId="LiveId" clId="{E7E5DE29-60A4-4D58-A8C4-A0E1502ACE36}" dt="2026-07-29T17:52:20.682" v="2574" actId="700"/>
          <ac:spMkLst>
            <pc:docMk/>
            <pc:sldMk cId="1724169133" sldId="311"/>
            <ac:spMk id="6" creationId="{7CAB1E68-0AB7-88D8-E914-51DF08AE1CB8}"/>
          </ac:spMkLst>
        </pc:spChg>
        <pc:spChg chg="add mod ord">
          <ac:chgData name="Guilherme da Costa Criscuolo" userId="ca8b11d29e1e8585" providerId="LiveId" clId="{E7E5DE29-60A4-4D58-A8C4-A0E1502ACE36}" dt="2026-07-29T17:52:20.682" v="2574" actId="700"/>
          <ac:spMkLst>
            <pc:docMk/>
            <pc:sldMk cId="1724169133" sldId="311"/>
            <ac:spMk id="7" creationId="{D0043C58-BFF9-0C96-A9F7-FB0A061A8C45}"/>
          </ac:spMkLst>
        </pc:spChg>
        <pc:spChg chg="mod ord">
          <ac:chgData name="Guilherme da Costa Criscuolo" userId="ca8b11d29e1e8585" providerId="LiveId" clId="{E7E5DE29-60A4-4D58-A8C4-A0E1502ACE36}" dt="2026-07-29T17:52:20.682" v="2574" actId="700"/>
          <ac:spMkLst>
            <pc:docMk/>
            <pc:sldMk cId="1724169133" sldId="311"/>
            <ac:spMk id="8" creationId="{0E9513D9-D980-338B-FA17-9173C07BAC5B}"/>
          </ac:spMkLst>
        </pc:spChg>
        <pc:spChg chg="mod ord">
          <ac:chgData name="Guilherme da Costa Criscuolo" userId="ca8b11d29e1e8585" providerId="LiveId" clId="{E7E5DE29-60A4-4D58-A8C4-A0E1502ACE36}" dt="2026-07-29T17:52:20.682" v="2574" actId="700"/>
          <ac:spMkLst>
            <pc:docMk/>
            <pc:sldMk cId="1724169133" sldId="311"/>
            <ac:spMk id="9" creationId="{DA899C48-D3C9-9179-A964-3D9994DB4800}"/>
          </ac:spMkLst>
        </pc:spChg>
        <pc:spChg chg="add mod ord">
          <ac:chgData name="Guilherme da Costa Criscuolo" userId="ca8b11d29e1e8585" providerId="LiveId" clId="{E7E5DE29-60A4-4D58-A8C4-A0E1502ACE36}" dt="2026-07-29T17:52:20.682" v="2574" actId="700"/>
          <ac:spMkLst>
            <pc:docMk/>
            <pc:sldMk cId="1724169133" sldId="311"/>
            <ac:spMk id="10" creationId="{14220BAD-D3AE-4DB5-0C2F-837B39DF539B}"/>
          </ac:spMkLst>
        </pc:spChg>
        <pc:picChg chg="mod ord">
          <ac:chgData name="Guilherme da Costa Criscuolo" userId="ca8b11d29e1e8585" providerId="LiveId" clId="{E7E5DE29-60A4-4D58-A8C4-A0E1502ACE36}" dt="2026-07-29T17:52:20.682" v="2574" actId="700"/>
          <ac:picMkLst>
            <pc:docMk/>
            <pc:sldMk cId="1724169133" sldId="311"/>
            <ac:picMk id="15" creationId="{D3B0A0EB-DA19-3BD5-6BBE-94811C6FD30E}"/>
          </ac:picMkLst>
        </pc:picChg>
      </pc:sldChg>
      <pc:sldChg chg="addSp delSp modSp add mod modClrScheme chgLayout">
        <pc:chgData name="Guilherme da Costa Criscuolo" userId="ca8b11d29e1e8585" providerId="LiveId" clId="{E7E5DE29-60A4-4D58-A8C4-A0E1502ACE36}" dt="2026-07-30T12:21:47.188" v="4419" actId="27636"/>
        <pc:sldMkLst>
          <pc:docMk/>
          <pc:sldMk cId="2141117515" sldId="311"/>
        </pc:sldMkLst>
        <pc:spChg chg="mod ord">
          <ac:chgData name="Guilherme da Costa Criscuolo" userId="ca8b11d29e1e8585" providerId="LiveId" clId="{E7E5DE29-60A4-4D58-A8C4-A0E1502ACE36}" dt="2026-07-29T17:52:43.233" v="2582" actId="700"/>
          <ac:spMkLst>
            <pc:docMk/>
            <pc:sldMk cId="2141117515" sldId="311"/>
            <ac:spMk id="2" creationId="{D97FFE94-E592-B156-DC8A-F890C3E83AFE}"/>
          </ac:spMkLst>
        </pc:spChg>
        <pc:spChg chg="mod ord">
          <ac:chgData name="Guilherme da Costa Criscuolo" userId="ca8b11d29e1e8585" providerId="LiveId" clId="{E7E5DE29-60A4-4D58-A8C4-A0E1502ACE36}" dt="2026-07-29T17:52:43.233" v="2582" actId="700"/>
          <ac:spMkLst>
            <pc:docMk/>
            <pc:sldMk cId="2141117515" sldId="311"/>
            <ac:spMk id="3" creationId="{267D90BD-14D3-58EC-B83E-6BB4862C3E69}"/>
          </ac:spMkLst>
        </pc:spChg>
        <pc:spChg chg="mod ord">
          <ac:chgData name="Guilherme da Costa Criscuolo" userId="ca8b11d29e1e8585" providerId="LiveId" clId="{E7E5DE29-60A4-4D58-A8C4-A0E1502ACE36}" dt="2026-07-30T12:21:47.188" v="4418" actId="27636"/>
          <ac:spMkLst>
            <pc:docMk/>
            <pc:sldMk cId="2141117515" sldId="311"/>
            <ac:spMk id="4" creationId="{A3D1AA53-DBEA-C20E-1AAC-41800584A743}"/>
          </ac:spMkLst>
        </pc:spChg>
        <pc:spChg chg="mod ord">
          <ac:chgData name="Guilherme da Costa Criscuolo" userId="ca8b11d29e1e8585" providerId="LiveId" clId="{E7E5DE29-60A4-4D58-A8C4-A0E1502ACE36}" dt="2026-07-30T12:21:47.188" v="4417" actId="27636"/>
          <ac:spMkLst>
            <pc:docMk/>
            <pc:sldMk cId="2141117515" sldId="311"/>
            <ac:spMk id="5" creationId="{E8FC9617-32E2-04B2-67FE-D0670AFCB5D8}"/>
          </ac:spMkLst>
        </pc:spChg>
        <pc:spChg chg="add del mod ord">
          <ac:chgData name="Guilherme da Costa Criscuolo" userId="ca8b11d29e1e8585" providerId="LiveId" clId="{E7E5DE29-60A4-4D58-A8C4-A0E1502ACE36}" dt="2026-07-29T17:53:06.545" v="2605" actId="931"/>
          <ac:spMkLst>
            <pc:docMk/>
            <pc:sldMk cId="2141117515" sldId="311"/>
            <ac:spMk id="6" creationId="{971BDAB2-76D7-1BCB-D391-AC57969CD986}"/>
          </ac:spMkLst>
        </pc:spChg>
        <pc:spChg chg="add mod ord">
          <ac:chgData name="Guilherme da Costa Criscuolo" userId="ca8b11d29e1e8585" providerId="LiveId" clId="{E7E5DE29-60A4-4D58-A8C4-A0E1502ACE36}" dt="2026-07-29T17:52:48.215" v="2586" actId="20577"/>
          <ac:spMkLst>
            <pc:docMk/>
            <pc:sldMk cId="2141117515" sldId="311"/>
            <ac:spMk id="7" creationId="{59EC8D58-E69A-9203-18A4-47DD728A43C7}"/>
          </ac:spMkLst>
        </pc:spChg>
        <pc:spChg chg="mod ord">
          <ac:chgData name="Guilherme da Costa Criscuolo" userId="ca8b11d29e1e8585" providerId="LiveId" clId="{E7E5DE29-60A4-4D58-A8C4-A0E1502ACE36}" dt="2026-07-30T12:21:47.188" v="4419" actId="27636"/>
          <ac:spMkLst>
            <pc:docMk/>
            <pc:sldMk cId="2141117515" sldId="311"/>
            <ac:spMk id="8" creationId="{9FA89107-E315-F3F2-8C43-7DA3BF03E929}"/>
          </ac:spMkLst>
        </pc:spChg>
        <pc:spChg chg="mod ord">
          <ac:chgData name="Guilherme da Costa Criscuolo" userId="ca8b11d29e1e8585" providerId="LiveId" clId="{E7E5DE29-60A4-4D58-A8C4-A0E1502ACE36}" dt="2026-07-29T17:52:43.233" v="2582" actId="700"/>
          <ac:spMkLst>
            <pc:docMk/>
            <pc:sldMk cId="2141117515" sldId="311"/>
            <ac:spMk id="9" creationId="{7A7C4D28-1FE0-5B6C-184E-16AA680A7B80}"/>
          </ac:spMkLst>
        </pc:spChg>
        <pc:spChg chg="add mod ord">
          <ac:chgData name="Guilherme da Costa Criscuolo" userId="ca8b11d29e1e8585" providerId="LiveId" clId="{E7E5DE29-60A4-4D58-A8C4-A0E1502ACE36}" dt="2026-07-29T17:53:03.331" v="2604" actId="20577"/>
          <ac:spMkLst>
            <pc:docMk/>
            <pc:sldMk cId="2141117515" sldId="311"/>
            <ac:spMk id="10" creationId="{DB69C0F8-F5E7-11F3-476E-0C11EEFC6139}"/>
          </ac:spMkLst>
        </pc:spChg>
        <pc:picChg chg="add mod ord">
          <ac:chgData name="Guilherme da Costa Criscuolo" userId="ca8b11d29e1e8585" providerId="LiveId" clId="{E7E5DE29-60A4-4D58-A8C4-A0E1502ACE36}" dt="2026-07-29T17:53:06.545" v="2605" actId="931"/>
          <ac:picMkLst>
            <pc:docMk/>
            <pc:sldMk cId="2141117515" sldId="311"/>
            <ac:picMk id="13" creationId="{83453F35-417A-DD0B-DCEC-89C9620680C6}"/>
          </ac:picMkLst>
        </pc:picChg>
        <pc:picChg chg="mod ord">
          <ac:chgData name="Guilherme da Costa Criscuolo" userId="ca8b11d29e1e8585" providerId="LiveId" clId="{E7E5DE29-60A4-4D58-A8C4-A0E1502ACE36}" dt="2026-07-29T17:52:43.233" v="2582" actId="700"/>
          <ac:picMkLst>
            <pc:docMk/>
            <pc:sldMk cId="2141117515" sldId="311"/>
            <ac:picMk id="15" creationId="{B0121A60-EC45-66C9-3862-3CA1E77219CE}"/>
          </ac:picMkLst>
        </pc:picChg>
      </pc:sldChg>
      <pc:sldChg chg="modSp add mod">
        <pc:chgData name="Guilherme da Costa Criscuolo" userId="ca8b11d29e1e8585" providerId="LiveId" clId="{E7E5DE29-60A4-4D58-A8C4-A0E1502ACE36}" dt="2026-07-30T11:09:02.591" v="4059" actId="27636"/>
        <pc:sldMkLst>
          <pc:docMk/>
          <pc:sldMk cId="2237399871" sldId="312"/>
        </pc:sldMkLst>
        <pc:spChg chg="mod">
          <ac:chgData name="Guilherme da Costa Criscuolo" userId="ca8b11d29e1e8585" providerId="LiveId" clId="{E7E5DE29-60A4-4D58-A8C4-A0E1502ACE36}" dt="2026-07-30T11:08:36.071" v="4049" actId="27636"/>
          <ac:spMkLst>
            <pc:docMk/>
            <pc:sldMk cId="2237399871" sldId="312"/>
            <ac:spMk id="4" creationId="{F4D70CA3-77F1-038C-B5B3-DDAEA6019703}"/>
          </ac:spMkLst>
        </pc:spChg>
        <pc:spChg chg="mod">
          <ac:chgData name="Guilherme da Costa Criscuolo" userId="ca8b11d29e1e8585" providerId="LiveId" clId="{E7E5DE29-60A4-4D58-A8C4-A0E1502ACE36}" dt="2026-07-30T11:08:40.215" v="4051" actId="27636"/>
          <ac:spMkLst>
            <pc:docMk/>
            <pc:sldMk cId="2237399871" sldId="312"/>
            <ac:spMk id="13" creationId="{98B8F23B-2546-A1E7-4B28-DBE7441C8CB0}"/>
          </ac:spMkLst>
        </pc:spChg>
        <pc:spChg chg="mod">
          <ac:chgData name="Guilherme da Costa Criscuolo" userId="ca8b11d29e1e8585" providerId="LiveId" clId="{E7E5DE29-60A4-4D58-A8C4-A0E1502ACE36}" dt="2026-07-30T11:08:47.707" v="4053" actId="27636"/>
          <ac:spMkLst>
            <pc:docMk/>
            <pc:sldMk cId="2237399871" sldId="312"/>
            <ac:spMk id="14" creationId="{ADD143C8-F152-110E-38A5-773068B1108B}"/>
          </ac:spMkLst>
        </pc:spChg>
        <pc:spChg chg="mod">
          <ac:chgData name="Guilherme da Costa Criscuolo" userId="ca8b11d29e1e8585" providerId="LiveId" clId="{E7E5DE29-60A4-4D58-A8C4-A0E1502ACE36}" dt="2026-07-30T11:08:52.028" v="4055" actId="27636"/>
          <ac:spMkLst>
            <pc:docMk/>
            <pc:sldMk cId="2237399871" sldId="312"/>
            <ac:spMk id="15" creationId="{3C1E965D-06D0-2872-D12F-F3D388225D68}"/>
          </ac:spMkLst>
        </pc:spChg>
        <pc:spChg chg="mod">
          <ac:chgData name="Guilherme da Costa Criscuolo" userId="ca8b11d29e1e8585" providerId="LiveId" clId="{E7E5DE29-60A4-4D58-A8C4-A0E1502ACE36}" dt="2026-07-30T11:08:55.979" v="4057" actId="27636"/>
          <ac:spMkLst>
            <pc:docMk/>
            <pc:sldMk cId="2237399871" sldId="312"/>
            <ac:spMk id="17" creationId="{F6DE0BA6-8181-9919-B383-1BEB95117798}"/>
          </ac:spMkLst>
        </pc:spChg>
        <pc:spChg chg="mod">
          <ac:chgData name="Guilherme da Costa Criscuolo" userId="ca8b11d29e1e8585" providerId="LiveId" clId="{E7E5DE29-60A4-4D58-A8C4-A0E1502ACE36}" dt="2026-07-30T11:09:02.591" v="4059" actId="27636"/>
          <ac:spMkLst>
            <pc:docMk/>
            <pc:sldMk cId="2237399871" sldId="312"/>
            <ac:spMk id="19" creationId="{FED6E04D-236E-70FD-7671-CD51B24111D7}"/>
          </ac:spMkLst>
        </pc:spChg>
      </pc:sldChg>
      <pc:sldChg chg="modSp add mod">
        <pc:chgData name="Guilherme da Costa Criscuolo" userId="ca8b11d29e1e8585" providerId="LiveId" clId="{E7E5DE29-60A4-4D58-A8C4-A0E1502ACE36}" dt="2026-07-30T11:08:31.077" v="4047" actId="27636"/>
        <pc:sldMkLst>
          <pc:docMk/>
          <pc:sldMk cId="2919720138" sldId="313"/>
        </pc:sldMkLst>
        <pc:spChg chg="mod">
          <ac:chgData name="Guilherme da Costa Criscuolo" userId="ca8b11d29e1e8585" providerId="LiveId" clId="{E7E5DE29-60A4-4D58-A8C4-A0E1502ACE36}" dt="2026-07-30T11:08:11.930" v="4039" actId="27636"/>
          <ac:spMkLst>
            <pc:docMk/>
            <pc:sldMk cId="2919720138" sldId="313"/>
            <ac:spMk id="4" creationId="{D4CA164C-80B4-2384-0780-7852B6E15268}"/>
          </ac:spMkLst>
        </pc:spChg>
        <pc:spChg chg="mod">
          <ac:chgData name="Guilherme da Costa Criscuolo" userId="ca8b11d29e1e8585" providerId="LiveId" clId="{E7E5DE29-60A4-4D58-A8C4-A0E1502ACE36}" dt="2026-07-30T11:08:16.111" v="4041" actId="27636"/>
          <ac:spMkLst>
            <pc:docMk/>
            <pc:sldMk cId="2919720138" sldId="313"/>
            <ac:spMk id="13" creationId="{D2719A19-D076-0CF3-2921-F62F7C2A6676}"/>
          </ac:spMkLst>
        </pc:spChg>
        <pc:spChg chg="mod">
          <ac:chgData name="Guilherme da Costa Criscuolo" userId="ca8b11d29e1e8585" providerId="LiveId" clId="{E7E5DE29-60A4-4D58-A8C4-A0E1502ACE36}" dt="2026-07-30T11:08:21.686" v="4043" actId="27636"/>
          <ac:spMkLst>
            <pc:docMk/>
            <pc:sldMk cId="2919720138" sldId="313"/>
            <ac:spMk id="14" creationId="{888DFB5D-ABDE-D258-EE65-B139514BB648}"/>
          </ac:spMkLst>
        </pc:spChg>
        <pc:spChg chg="mod">
          <ac:chgData name="Guilherme da Costa Criscuolo" userId="ca8b11d29e1e8585" providerId="LiveId" clId="{E7E5DE29-60A4-4D58-A8C4-A0E1502ACE36}" dt="2026-07-30T11:08:26.394" v="4045" actId="27636"/>
          <ac:spMkLst>
            <pc:docMk/>
            <pc:sldMk cId="2919720138" sldId="313"/>
            <ac:spMk id="15" creationId="{B1F70EEB-9D00-7686-C568-FC0972DDCA84}"/>
          </ac:spMkLst>
        </pc:spChg>
        <pc:spChg chg="mod">
          <ac:chgData name="Guilherme da Costa Criscuolo" userId="ca8b11d29e1e8585" providerId="LiveId" clId="{E7E5DE29-60A4-4D58-A8C4-A0E1502ACE36}" dt="2026-07-30T11:08:31.077" v="4047" actId="27636"/>
          <ac:spMkLst>
            <pc:docMk/>
            <pc:sldMk cId="2919720138" sldId="313"/>
            <ac:spMk id="17" creationId="{B44D796B-3EDF-3947-FCB2-B2C3E48CE7CA}"/>
          </ac:spMkLst>
        </pc:spChg>
      </pc:sldChg>
      <pc:sldChg chg="add">
        <pc:chgData name="Guilherme da Costa Criscuolo" userId="ca8b11d29e1e8585" providerId="LiveId" clId="{E7E5DE29-60A4-4D58-A8C4-A0E1502ACE36}" dt="2026-07-29T18:01:39.414" v="2783" actId="2890"/>
        <pc:sldMkLst>
          <pc:docMk/>
          <pc:sldMk cId="588164921" sldId="314"/>
        </pc:sldMkLst>
      </pc:sldChg>
      <pc:sldChg chg="add">
        <pc:chgData name="Guilherme da Costa Criscuolo" userId="ca8b11d29e1e8585" providerId="LiveId" clId="{E7E5DE29-60A4-4D58-A8C4-A0E1502ACE36}" dt="2026-07-29T18:01:48.766" v="2787" actId="2890"/>
        <pc:sldMkLst>
          <pc:docMk/>
          <pc:sldMk cId="4212208766" sldId="315"/>
        </pc:sldMkLst>
      </pc:sldChg>
      <pc:sldChg chg="addSp delSp modSp add mod ord modClrScheme chgLayout">
        <pc:chgData name="Guilherme da Costa Criscuolo" userId="ca8b11d29e1e8585" providerId="LiveId" clId="{E7E5DE29-60A4-4D58-A8C4-A0E1502ACE36}" dt="2026-07-29T18:04:56.261" v="2865"/>
        <pc:sldMkLst>
          <pc:docMk/>
          <pc:sldMk cId="468818176" sldId="316"/>
        </pc:sldMkLst>
        <pc:spChg chg="mod ord">
          <ac:chgData name="Guilherme da Costa Criscuolo" userId="ca8b11d29e1e8585" providerId="LiveId" clId="{E7E5DE29-60A4-4D58-A8C4-A0E1502ACE36}" dt="2026-07-29T18:04:52.786" v="2864" actId="6264"/>
          <ac:spMkLst>
            <pc:docMk/>
            <pc:sldMk cId="468818176" sldId="316"/>
            <ac:spMk id="2" creationId="{3E81F633-60D0-1127-C816-BE9BA8EFFFA4}"/>
          </ac:spMkLst>
        </pc:spChg>
        <pc:spChg chg="mod ord">
          <ac:chgData name="Guilherme da Costa Criscuolo" userId="ca8b11d29e1e8585" providerId="LiveId" clId="{E7E5DE29-60A4-4D58-A8C4-A0E1502ACE36}" dt="2026-07-29T18:04:52.786" v="2864" actId="6264"/>
          <ac:spMkLst>
            <pc:docMk/>
            <pc:sldMk cId="468818176" sldId="316"/>
            <ac:spMk id="3" creationId="{CD57995E-A434-8C4A-30A3-865F0BAA9329}"/>
          </ac:spMkLst>
        </pc:spChg>
        <pc:spChg chg="add del mod">
          <ac:chgData name="Guilherme da Costa Criscuolo" userId="ca8b11d29e1e8585" providerId="LiveId" clId="{E7E5DE29-60A4-4D58-A8C4-A0E1502ACE36}" dt="2026-07-29T18:02:02.647" v="2792" actId="700"/>
          <ac:spMkLst>
            <pc:docMk/>
            <pc:sldMk cId="468818176" sldId="316"/>
            <ac:spMk id="5" creationId="{DB89D5E7-758D-B27D-A724-3E14D99A1DF0}"/>
          </ac:spMkLst>
        </pc:spChg>
        <pc:spChg chg="add del mod">
          <ac:chgData name="Guilherme da Costa Criscuolo" userId="ca8b11d29e1e8585" providerId="LiveId" clId="{E7E5DE29-60A4-4D58-A8C4-A0E1502ACE36}" dt="2026-07-29T18:02:49.141" v="2799" actId="6264"/>
          <ac:spMkLst>
            <pc:docMk/>
            <pc:sldMk cId="468818176" sldId="316"/>
            <ac:spMk id="6" creationId="{381A0F95-96B4-973B-2466-214FF2D086FE}"/>
          </ac:spMkLst>
        </pc:spChg>
        <pc:spChg chg="mod ord">
          <ac:chgData name="Guilherme da Costa Criscuolo" userId="ca8b11d29e1e8585" providerId="LiveId" clId="{E7E5DE29-60A4-4D58-A8C4-A0E1502ACE36}" dt="2026-07-29T18:04:52.786" v="2864" actId="6264"/>
          <ac:spMkLst>
            <pc:docMk/>
            <pc:sldMk cId="468818176" sldId="316"/>
            <ac:spMk id="7" creationId="{ED4C2EF8-EB1B-D097-951A-533B622AD799}"/>
          </ac:spMkLst>
        </pc:spChg>
        <pc:spChg chg="del mod ord">
          <ac:chgData name="Guilherme da Costa Criscuolo" userId="ca8b11d29e1e8585" providerId="LiveId" clId="{E7E5DE29-60A4-4D58-A8C4-A0E1502ACE36}" dt="2026-07-29T18:02:57.230" v="2804" actId="478"/>
          <ac:spMkLst>
            <pc:docMk/>
            <pc:sldMk cId="468818176" sldId="316"/>
            <ac:spMk id="8" creationId="{6161D59B-6B84-EDA8-F930-024DFC947761}"/>
          </ac:spMkLst>
        </pc:spChg>
        <pc:spChg chg="del mod ord">
          <ac:chgData name="Guilherme da Costa Criscuolo" userId="ca8b11d29e1e8585" providerId="LiveId" clId="{E7E5DE29-60A4-4D58-A8C4-A0E1502ACE36}" dt="2026-07-29T18:02:57.230" v="2804" actId="478"/>
          <ac:spMkLst>
            <pc:docMk/>
            <pc:sldMk cId="468818176" sldId="316"/>
            <ac:spMk id="9" creationId="{D8BA5402-CFAC-EEBD-5DC7-208E45F0492F}"/>
          </ac:spMkLst>
        </pc:spChg>
        <pc:spChg chg="del">
          <ac:chgData name="Guilherme da Costa Criscuolo" userId="ca8b11d29e1e8585" providerId="LiveId" clId="{E7E5DE29-60A4-4D58-A8C4-A0E1502ACE36}" dt="2026-07-29T18:01:59.631" v="2791" actId="478"/>
          <ac:spMkLst>
            <pc:docMk/>
            <pc:sldMk cId="468818176" sldId="316"/>
            <ac:spMk id="10" creationId="{E387C55F-2A89-139E-9D63-E2CBA7CAC95A}"/>
          </ac:spMkLst>
        </pc:spChg>
        <pc:spChg chg="add del mod">
          <ac:chgData name="Guilherme da Costa Criscuolo" userId="ca8b11d29e1e8585" providerId="LiveId" clId="{E7E5DE29-60A4-4D58-A8C4-A0E1502ACE36}" dt="2026-07-29T18:02:49.141" v="2799" actId="6264"/>
          <ac:spMkLst>
            <pc:docMk/>
            <pc:sldMk cId="468818176" sldId="316"/>
            <ac:spMk id="11" creationId="{37199769-40CF-3E10-10B0-AA5A3478B747}"/>
          </ac:spMkLst>
        </pc:spChg>
        <pc:spChg chg="add del mod">
          <ac:chgData name="Guilherme da Costa Criscuolo" userId="ca8b11d29e1e8585" providerId="LiveId" clId="{E7E5DE29-60A4-4D58-A8C4-A0E1502ACE36}" dt="2026-07-29T18:02:49.141" v="2799" actId="6264"/>
          <ac:spMkLst>
            <pc:docMk/>
            <pc:sldMk cId="468818176" sldId="316"/>
            <ac:spMk id="12" creationId="{49C65FC9-AED1-4DEC-2C1C-23CA14347EEC}"/>
          </ac:spMkLst>
        </pc:spChg>
        <pc:spChg chg="add del mod">
          <ac:chgData name="Guilherme da Costa Criscuolo" userId="ca8b11d29e1e8585" providerId="LiveId" clId="{E7E5DE29-60A4-4D58-A8C4-A0E1502ACE36}" dt="2026-07-29T18:02:49.141" v="2799" actId="6264"/>
          <ac:spMkLst>
            <pc:docMk/>
            <pc:sldMk cId="468818176" sldId="316"/>
            <ac:spMk id="13" creationId="{14CE9A39-A04C-EFE3-1D3D-061F5334932C}"/>
          </ac:spMkLst>
        </pc:spChg>
        <pc:spChg chg="add del mod">
          <ac:chgData name="Guilherme da Costa Criscuolo" userId="ca8b11d29e1e8585" providerId="LiveId" clId="{E7E5DE29-60A4-4D58-A8C4-A0E1502ACE36}" dt="2026-07-29T18:02:49.141" v="2799" actId="6264"/>
          <ac:spMkLst>
            <pc:docMk/>
            <pc:sldMk cId="468818176" sldId="316"/>
            <ac:spMk id="14" creationId="{A6D72D81-41DB-8987-A0B4-A315DF82E606}"/>
          </ac:spMkLst>
        </pc:spChg>
        <pc:spChg chg="add del mod">
          <ac:chgData name="Guilherme da Costa Criscuolo" userId="ca8b11d29e1e8585" providerId="LiveId" clId="{E7E5DE29-60A4-4D58-A8C4-A0E1502ACE36}" dt="2026-07-29T18:02:49.701" v="2800" actId="6264"/>
          <ac:spMkLst>
            <pc:docMk/>
            <pc:sldMk cId="468818176" sldId="316"/>
            <ac:spMk id="15" creationId="{6833AE76-C191-45DB-27DE-1C833DDAC1CB}"/>
          </ac:spMkLst>
        </pc:spChg>
        <pc:spChg chg="add del mod">
          <ac:chgData name="Guilherme da Costa Criscuolo" userId="ca8b11d29e1e8585" providerId="LiveId" clId="{E7E5DE29-60A4-4D58-A8C4-A0E1502ACE36}" dt="2026-07-29T18:02:49.701" v="2800" actId="6264"/>
          <ac:spMkLst>
            <pc:docMk/>
            <pc:sldMk cId="468818176" sldId="316"/>
            <ac:spMk id="16" creationId="{7040FBAA-8AED-012D-8F0A-BCE824910AE9}"/>
          </ac:spMkLst>
        </pc:spChg>
        <pc:spChg chg="add del mod">
          <ac:chgData name="Guilherme da Costa Criscuolo" userId="ca8b11d29e1e8585" providerId="LiveId" clId="{E7E5DE29-60A4-4D58-A8C4-A0E1502ACE36}" dt="2026-07-29T18:02:49.701" v="2800" actId="6264"/>
          <ac:spMkLst>
            <pc:docMk/>
            <pc:sldMk cId="468818176" sldId="316"/>
            <ac:spMk id="17" creationId="{51D14A2F-136C-DC6F-CCEF-D917AFBA6DCD}"/>
          </ac:spMkLst>
        </pc:spChg>
        <pc:spChg chg="add del mod">
          <ac:chgData name="Guilherme da Costa Criscuolo" userId="ca8b11d29e1e8585" providerId="LiveId" clId="{E7E5DE29-60A4-4D58-A8C4-A0E1502ACE36}" dt="2026-07-29T18:02:49.701" v="2800" actId="6264"/>
          <ac:spMkLst>
            <pc:docMk/>
            <pc:sldMk cId="468818176" sldId="316"/>
            <ac:spMk id="18" creationId="{451CCDC2-39E1-C658-9EFE-9F7344F81628}"/>
          </ac:spMkLst>
        </pc:spChg>
        <pc:spChg chg="add del mod">
          <ac:chgData name="Guilherme da Costa Criscuolo" userId="ca8b11d29e1e8585" providerId="LiveId" clId="{E7E5DE29-60A4-4D58-A8C4-A0E1502ACE36}" dt="2026-07-29T18:02:49.701" v="2800" actId="6264"/>
          <ac:spMkLst>
            <pc:docMk/>
            <pc:sldMk cId="468818176" sldId="316"/>
            <ac:spMk id="19" creationId="{8C1C47EE-4230-DDFF-654B-03D42084878B}"/>
          </ac:spMkLst>
        </pc:spChg>
        <pc:spChg chg="add del mod">
          <ac:chgData name="Guilherme da Costa Criscuolo" userId="ca8b11d29e1e8585" providerId="LiveId" clId="{E7E5DE29-60A4-4D58-A8C4-A0E1502ACE36}" dt="2026-07-29T18:02:49.911" v="2801" actId="6264"/>
          <ac:spMkLst>
            <pc:docMk/>
            <pc:sldMk cId="468818176" sldId="316"/>
            <ac:spMk id="20" creationId="{8A0BA8A6-1882-2B8F-56E0-1BC9972A8D68}"/>
          </ac:spMkLst>
        </pc:spChg>
        <pc:spChg chg="add del mod">
          <ac:chgData name="Guilherme da Costa Criscuolo" userId="ca8b11d29e1e8585" providerId="LiveId" clId="{E7E5DE29-60A4-4D58-A8C4-A0E1502ACE36}" dt="2026-07-29T18:02:49.911" v="2801" actId="6264"/>
          <ac:spMkLst>
            <pc:docMk/>
            <pc:sldMk cId="468818176" sldId="316"/>
            <ac:spMk id="21" creationId="{D4394CC4-038D-154A-264E-677044470A93}"/>
          </ac:spMkLst>
        </pc:spChg>
        <pc:spChg chg="add del mod">
          <ac:chgData name="Guilherme da Costa Criscuolo" userId="ca8b11d29e1e8585" providerId="LiveId" clId="{E7E5DE29-60A4-4D58-A8C4-A0E1502ACE36}" dt="2026-07-29T18:02:49.911" v="2801" actId="6264"/>
          <ac:spMkLst>
            <pc:docMk/>
            <pc:sldMk cId="468818176" sldId="316"/>
            <ac:spMk id="22" creationId="{36079B69-E8C2-2DE2-FC3B-8E36609946DD}"/>
          </ac:spMkLst>
        </pc:spChg>
        <pc:spChg chg="add del mod">
          <ac:chgData name="Guilherme da Costa Criscuolo" userId="ca8b11d29e1e8585" providerId="LiveId" clId="{E7E5DE29-60A4-4D58-A8C4-A0E1502ACE36}" dt="2026-07-29T18:02:49.911" v="2801" actId="6264"/>
          <ac:spMkLst>
            <pc:docMk/>
            <pc:sldMk cId="468818176" sldId="316"/>
            <ac:spMk id="23" creationId="{7755AFC2-7C24-AD3E-D793-A7118C9CA871}"/>
          </ac:spMkLst>
        </pc:spChg>
        <pc:spChg chg="add del mod">
          <ac:chgData name="Guilherme da Costa Criscuolo" userId="ca8b11d29e1e8585" providerId="LiveId" clId="{E7E5DE29-60A4-4D58-A8C4-A0E1502ACE36}" dt="2026-07-29T18:02:49.911" v="2801" actId="6264"/>
          <ac:spMkLst>
            <pc:docMk/>
            <pc:sldMk cId="468818176" sldId="316"/>
            <ac:spMk id="24" creationId="{87684042-1524-B3E6-1E27-460EAF45FFB1}"/>
          </ac:spMkLst>
        </pc:spChg>
        <pc:spChg chg="add del mod">
          <ac:chgData name="Guilherme da Costa Criscuolo" userId="ca8b11d29e1e8585" providerId="LiveId" clId="{E7E5DE29-60A4-4D58-A8C4-A0E1502ACE36}" dt="2026-07-29T18:02:50.174" v="2802" actId="6264"/>
          <ac:spMkLst>
            <pc:docMk/>
            <pc:sldMk cId="468818176" sldId="316"/>
            <ac:spMk id="25" creationId="{9179C4B4-4372-B614-060B-3531D7836311}"/>
          </ac:spMkLst>
        </pc:spChg>
        <pc:spChg chg="add del mod">
          <ac:chgData name="Guilherme da Costa Criscuolo" userId="ca8b11d29e1e8585" providerId="LiveId" clId="{E7E5DE29-60A4-4D58-A8C4-A0E1502ACE36}" dt="2026-07-29T18:02:50.174" v="2802" actId="6264"/>
          <ac:spMkLst>
            <pc:docMk/>
            <pc:sldMk cId="468818176" sldId="316"/>
            <ac:spMk id="26" creationId="{59B7EA19-572B-3086-5087-CBCC72FA85F4}"/>
          </ac:spMkLst>
        </pc:spChg>
        <pc:spChg chg="add del mod">
          <ac:chgData name="Guilherme da Costa Criscuolo" userId="ca8b11d29e1e8585" providerId="LiveId" clId="{E7E5DE29-60A4-4D58-A8C4-A0E1502ACE36}" dt="2026-07-29T18:02:50.174" v="2802" actId="6264"/>
          <ac:spMkLst>
            <pc:docMk/>
            <pc:sldMk cId="468818176" sldId="316"/>
            <ac:spMk id="27" creationId="{EAD9944B-C071-A30D-D289-BB671C99672B}"/>
          </ac:spMkLst>
        </pc:spChg>
        <pc:spChg chg="add del mod">
          <ac:chgData name="Guilherme da Costa Criscuolo" userId="ca8b11d29e1e8585" providerId="LiveId" clId="{E7E5DE29-60A4-4D58-A8C4-A0E1502ACE36}" dt="2026-07-29T18:02:50.174" v="2802" actId="6264"/>
          <ac:spMkLst>
            <pc:docMk/>
            <pc:sldMk cId="468818176" sldId="316"/>
            <ac:spMk id="28" creationId="{586C0703-28AF-ED66-FE8B-98278DB776B6}"/>
          </ac:spMkLst>
        </pc:spChg>
        <pc:spChg chg="add del mod">
          <ac:chgData name="Guilherme da Costa Criscuolo" userId="ca8b11d29e1e8585" providerId="LiveId" clId="{E7E5DE29-60A4-4D58-A8C4-A0E1502ACE36}" dt="2026-07-29T18:02:50.174" v="2802" actId="6264"/>
          <ac:spMkLst>
            <pc:docMk/>
            <pc:sldMk cId="468818176" sldId="316"/>
            <ac:spMk id="29" creationId="{0AE64DAE-4716-E95B-B2F4-D461B4D46D4E}"/>
          </ac:spMkLst>
        </pc:spChg>
        <pc:spChg chg="add mod ord">
          <ac:chgData name="Guilherme da Costa Criscuolo" userId="ca8b11d29e1e8585" providerId="LiveId" clId="{E7E5DE29-60A4-4D58-A8C4-A0E1502ACE36}" dt="2026-07-29T18:04:56.261" v="2865"/>
          <ac:spMkLst>
            <pc:docMk/>
            <pc:sldMk cId="468818176" sldId="316"/>
            <ac:spMk id="31" creationId="{62071936-BA5F-1FDB-5D52-B189380DCC1B}"/>
          </ac:spMkLst>
        </pc:spChg>
        <pc:spChg chg="add del mod">
          <ac:chgData name="Guilherme da Costa Criscuolo" userId="ca8b11d29e1e8585" providerId="LiveId" clId="{E7E5DE29-60A4-4D58-A8C4-A0E1502ACE36}" dt="2026-07-29T18:04:18.191" v="2827" actId="478"/>
          <ac:spMkLst>
            <pc:docMk/>
            <pc:sldMk cId="468818176" sldId="316"/>
            <ac:spMk id="33" creationId="{76F24D91-AA06-CBB7-AC9C-4255F7EC5E2B}"/>
          </ac:spMkLst>
        </pc:spChg>
        <pc:spChg chg="add del mod">
          <ac:chgData name="Guilherme da Costa Criscuolo" userId="ca8b11d29e1e8585" providerId="LiveId" clId="{E7E5DE29-60A4-4D58-A8C4-A0E1502ACE36}" dt="2026-07-29T18:04:12.787" v="2825" actId="478"/>
          <ac:spMkLst>
            <pc:docMk/>
            <pc:sldMk cId="468818176" sldId="316"/>
            <ac:spMk id="35" creationId="{0D261E66-27CF-E681-DC8E-E1A386B681B2}"/>
          </ac:spMkLst>
        </pc:spChg>
        <pc:spChg chg="add del mod">
          <ac:chgData name="Guilherme da Costa Criscuolo" userId="ca8b11d29e1e8585" providerId="LiveId" clId="{E7E5DE29-60A4-4D58-A8C4-A0E1502ACE36}" dt="2026-07-29T18:04:22.328" v="2828" actId="700"/>
          <ac:spMkLst>
            <pc:docMk/>
            <pc:sldMk cId="468818176" sldId="316"/>
            <ac:spMk id="37" creationId="{B8FD1C00-499D-4359-911C-90A3CCC56A2B}"/>
          </ac:spMkLst>
        </pc:spChg>
        <pc:spChg chg="add del mod">
          <ac:chgData name="Guilherme da Costa Criscuolo" userId="ca8b11d29e1e8585" providerId="LiveId" clId="{E7E5DE29-60A4-4D58-A8C4-A0E1502ACE36}" dt="2026-07-29T18:04:52.786" v="2864" actId="6264"/>
          <ac:spMkLst>
            <pc:docMk/>
            <pc:sldMk cId="468818176" sldId="316"/>
            <ac:spMk id="38" creationId="{69CEF9E2-AD04-81CD-45CF-F5CB55DE013E}"/>
          </ac:spMkLst>
        </pc:spChg>
        <pc:spChg chg="add del mod">
          <ac:chgData name="Guilherme da Costa Criscuolo" userId="ca8b11d29e1e8585" providerId="LiveId" clId="{E7E5DE29-60A4-4D58-A8C4-A0E1502ACE36}" dt="2026-07-29T18:04:52.786" v="2864" actId="6264"/>
          <ac:spMkLst>
            <pc:docMk/>
            <pc:sldMk cId="468818176" sldId="316"/>
            <ac:spMk id="39" creationId="{9C6A9453-69C5-514B-CF40-0BDB4F456156}"/>
          </ac:spMkLst>
        </pc:spChg>
        <pc:spChg chg="add del mod">
          <ac:chgData name="Guilherme da Costa Criscuolo" userId="ca8b11d29e1e8585" providerId="LiveId" clId="{E7E5DE29-60A4-4D58-A8C4-A0E1502ACE36}" dt="2026-07-29T18:04:52.786" v="2864" actId="6264"/>
          <ac:spMkLst>
            <pc:docMk/>
            <pc:sldMk cId="468818176" sldId="316"/>
            <ac:spMk id="40" creationId="{1A8132DE-1EB6-14FC-F143-1DFFA67D0D4B}"/>
          </ac:spMkLst>
        </pc:spChg>
        <pc:spChg chg="add del mod">
          <ac:chgData name="Guilherme da Costa Criscuolo" userId="ca8b11d29e1e8585" providerId="LiveId" clId="{E7E5DE29-60A4-4D58-A8C4-A0E1502ACE36}" dt="2026-07-29T18:04:52.786" v="2864" actId="6264"/>
          <ac:spMkLst>
            <pc:docMk/>
            <pc:sldMk cId="468818176" sldId="316"/>
            <ac:spMk id="41" creationId="{1417B5A9-2150-B769-77CA-73A371B0024B}"/>
          </ac:spMkLst>
        </pc:spChg>
      </pc:sldChg>
      <pc:sldChg chg="add">
        <pc:chgData name="Guilherme da Costa Criscuolo" userId="ca8b11d29e1e8585" providerId="LiveId" clId="{E7E5DE29-60A4-4D58-A8C4-A0E1502ACE36}" dt="2026-07-29T18:04:15.104" v="2826" actId="2890"/>
        <pc:sldMkLst>
          <pc:docMk/>
          <pc:sldMk cId="701448830" sldId="317"/>
        </pc:sldMkLst>
      </pc:sldChg>
      <pc:sldChg chg="add del">
        <pc:chgData name="Guilherme da Costa Criscuolo" userId="ca8b11d29e1e8585" providerId="LiveId" clId="{E7E5DE29-60A4-4D58-A8C4-A0E1502ACE36}" dt="2026-07-29T18:04:11.897" v="2824" actId="2890"/>
        <pc:sldMkLst>
          <pc:docMk/>
          <pc:sldMk cId="2968276513" sldId="317"/>
        </pc:sldMkLst>
      </pc:sldChg>
      <pc:sldChg chg="addSp delSp modSp add mod ord modClrScheme chgLayout">
        <pc:chgData name="Guilherme da Costa Criscuolo" userId="ca8b11d29e1e8585" providerId="LiveId" clId="{E7E5DE29-60A4-4D58-A8C4-A0E1502ACE36}" dt="2026-07-29T18:08:19.346" v="2979" actId="6264"/>
        <pc:sldMkLst>
          <pc:docMk/>
          <pc:sldMk cId="151389996" sldId="318"/>
        </pc:sldMkLst>
        <pc:spChg chg="mod ord">
          <ac:chgData name="Guilherme da Costa Criscuolo" userId="ca8b11d29e1e8585" providerId="LiveId" clId="{E7E5DE29-60A4-4D58-A8C4-A0E1502ACE36}" dt="2026-07-29T18:08:19.346" v="2979" actId="6264"/>
          <ac:spMkLst>
            <pc:docMk/>
            <pc:sldMk cId="151389996" sldId="318"/>
            <ac:spMk id="2" creationId="{CE61B47C-20D8-3FA8-2535-F9770262938C}"/>
          </ac:spMkLst>
        </pc:spChg>
        <pc:spChg chg="mod ord">
          <ac:chgData name="Guilherme da Costa Criscuolo" userId="ca8b11d29e1e8585" providerId="LiveId" clId="{E7E5DE29-60A4-4D58-A8C4-A0E1502ACE36}" dt="2026-07-29T18:08:19.346" v="2979" actId="6264"/>
          <ac:spMkLst>
            <pc:docMk/>
            <pc:sldMk cId="151389996" sldId="318"/>
            <ac:spMk id="3" creationId="{67B8A6BE-8843-D481-A3C9-40C025BFD1FF}"/>
          </ac:spMkLst>
        </pc:spChg>
        <pc:spChg chg="add del mod">
          <ac:chgData name="Guilherme da Costa Criscuolo" userId="ca8b11d29e1e8585" providerId="LiveId" clId="{E7E5DE29-60A4-4D58-A8C4-A0E1502ACE36}" dt="2026-07-29T18:07:38.961" v="2958" actId="700"/>
          <ac:spMkLst>
            <pc:docMk/>
            <pc:sldMk cId="151389996" sldId="318"/>
            <ac:spMk id="5" creationId="{5E12CB99-12D5-C523-0C64-EB5C590A14FC}"/>
          </ac:spMkLst>
        </pc:spChg>
        <pc:spChg chg="add del mod">
          <ac:chgData name="Guilherme da Costa Criscuolo" userId="ca8b11d29e1e8585" providerId="LiveId" clId="{E7E5DE29-60A4-4D58-A8C4-A0E1502ACE36}" dt="2026-07-29T18:07:38.961" v="2958" actId="700"/>
          <ac:spMkLst>
            <pc:docMk/>
            <pc:sldMk cId="151389996" sldId="318"/>
            <ac:spMk id="7" creationId="{78812A86-2C1B-EB0D-A3A1-3059D651EB86}"/>
          </ac:spMkLst>
        </pc:spChg>
        <pc:spChg chg="add del mod">
          <ac:chgData name="Guilherme da Costa Criscuolo" userId="ca8b11d29e1e8585" providerId="LiveId" clId="{E7E5DE29-60A4-4D58-A8C4-A0E1502ACE36}" dt="2026-07-29T18:08:19.346" v="2979" actId="6264"/>
          <ac:spMkLst>
            <pc:docMk/>
            <pc:sldMk cId="151389996" sldId="318"/>
            <ac:spMk id="8" creationId="{1DB547A7-E2B1-ED43-EE61-3844AC3D5E0E}"/>
          </ac:spMkLst>
        </pc:spChg>
        <pc:spChg chg="add del mod">
          <ac:chgData name="Guilherme da Costa Criscuolo" userId="ca8b11d29e1e8585" providerId="LiveId" clId="{E7E5DE29-60A4-4D58-A8C4-A0E1502ACE36}" dt="2026-07-29T18:08:19.346" v="2979" actId="6264"/>
          <ac:spMkLst>
            <pc:docMk/>
            <pc:sldMk cId="151389996" sldId="318"/>
            <ac:spMk id="9" creationId="{860BC002-2918-2D6B-96A6-8B3C14936FBE}"/>
          </ac:spMkLst>
        </pc:spChg>
        <pc:spChg chg="add del mod">
          <ac:chgData name="Guilherme da Costa Criscuolo" userId="ca8b11d29e1e8585" providerId="LiveId" clId="{E7E5DE29-60A4-4D58-A8C4-A0E1502ACE36}" dt="2026-07-29T18:08:19.346" v="2979" actId="6264"/>
          <ac:spMkLst>
            <pc:docMk/>
            <pc:sldMk cId="151389996" sldId="318"/>
            <ac:spMk id="10" creationId="{311D561D-6546-107F-A3C5-9B50545838EE}"/>
          </ac:spMkLst>
        </pc:spChg>
        <pc:spChg chg="add del mod">
          <ac:chgData name="Guilherme da Costa Criscuolo" userId="ca8b11d29e1e8585" providerId="LiveId" clId="{E7E5DE29-60A4-4D58-A8C4-A0E1502ACE36}" dt="2026-07-29T18:08:19.346" v="2979" actId="6264"/>
          <ac:spMkLst>
            <pc:docMk/>
            <pc:sldMk cId="151389996" sldId="318"/>
            <ac:spMk id="11" creationId="{EFB7E262-E93A-347A-9E3B-D8A8D3F64661}"/>
          </ac:spMkLst>
        </pc:spChg>
        <pc:spChg chg="add del mod">
          <ac:chgData name="Guilherme da Costa Criscuolo" userId="ca8b11d29e1e8585" providerId="LiveId" clId="{E7E5DE29-60A4-4D58-A8C4-A0E1502ACE36}" dt="2026-07-29T18:08:19.346" v="2979" actId="6264"/>
          <ac:spMkLst>
            <pc:docMk/>
            <pc:sldMk cId="151389996" sldId="318"/>
            <ac:spMk id="12" creationId="{7F2CCC50-B198-4D24-ADCB-510BD0F6BAFF}"/>
          </ac:spMkLst>
        </pc:spChg>
        <pc:spChg chg="add del mod">
          <ac:chgData name="Guilherme da Costa Criscuolo" userId="ca8b11d29e1e8585" providerId="LiveId" clId="{E7E5DE29-60A4-4D58-A8C4-A0E1502ACE36}" dt="2026-07-29T18:08:19.346" v="2979" actId="6264"/>
          <ac:spMkLst>
            <pc:docMk/>
            <pc:sldMk cId="151389996" sldId="318"/>
            <ac:spMk id="13" creationId="{88F728A4-CDD9-5550-2DDE-1E1C05FB813E}"/>
          </ac:spMkLst>
        </pc:spChg>
        <pc:spChg chg="add del mod">
          <ac:chgData name="Guilherme da Costa Criscuolo" userId="ca8b11d29e1e8585" providerId="LiveId" clId="{E7E5DE29-60A4-4D58-A8C4-A0E1502ACE36}" dt="2026-07-29T18:08:19.346" v="2979" actId="6264"/>
          <ac:spMkLst>
            <pc:docMk/>
            <pc:sldMk cId="151389996" sldId="318"/>
            <ac:spMk id="14" creationId="{28D3656B-BF31-F762-BA8F-7D1E053A3FF5}"/>
          </ac:spMkLst>
        </pc:spChg>
        <pc:spChg chg="mod ord">
          <ac:chgData name="Guilherme da Costa Criscuolo" userId="ca8b11d29e1e8585" providerId="LiveId" clId="{E7E5DE29-60A4-4D58-A8C4-A0E1502ACE36}" dt="2026-07-29T18:08:03.632" v="2972"/>
          <ac:spMkLst>
            <pc:docMk/>
            <pc:sldMk cId="151389996" sldId="318"/>
            <ac:spMk id="17" creationId="{9C72A91C-A490-E82E-DCC4-515846C23A68}"/>
          </ac:spMkLst>
        </pc:spChg>
        <pc:spChg chg="mod ord">
          <ac:chgData name="Guilherme da Costa Criscuolo" userId="ca8b11d29e1e8585" providerId="LiveId" clId="{E7E5DE29-60A4-4D58-A8C4-A0E1502ACE36}" dt="2026-07-29T18:08:19.346" v="2979" actId="6264"/>
          <ac:spMkLst>
            <pc:docMk/>
            <pc:sldMk cId="151389996" sldId="318"/>
            <ac:spMk id="18" creationId="{E98ADFE6-2A89-7A43-A16C-8B78183DCC46}"/>
          </ac:spMkLst>
        </pc:spChg>
        <pc:spChg chg="del">
          <ac:chgData name="Guilherme da Costa Criscuolo" userId="ca8b11d29e1e8585" providerId="LiveId" clId="{E7E5DE29-60A4-4D58-A8C4-A0E1502ACE36}" dt="2026-07-29T18:07:34.688" v="2957" actId="478"/>
          <ac:spMkLst>
            <pc:docMk/>
            <pc:sldMk cId="151389996" sldId="318"/>
            <ac:spMk id="21" creationId="{F2D2AA5A-0B2D-A114-F9F9-778014CF15C0}"/>
          </ac:spMkLst>
        </pc:spChg>
        <pc:graphicFrameChg chg="mod ord">
          <ac:chgData name="Guilherme da Costa Criscuolo" userId="ca8b11d29e1e8585" providerId="LiveId" clId="{E7E5DE29-60A4-4D58-A8C4-A0E1502ACE36}" dt="2026-07-29T18:07:38.961" v="2958" actId="700"/>
          <ac:graphicFrameMkLst>
            <pc:docMk/>
            <pc:sldMk cId="151389996" sldId="318"/>
            <ac:graphicFrameMk id="16" creationId="{AD991507-1D06-A0C0-7229-84450EC47200}"/>
          </ac:graphicFrameMkLst>
        </pc:graphicFrameChg>
        <pc:picChg chg="mod ord">
          <ac:chgData name="Guilherme da Costa Criscuolo" userId="ca8b11d29e1e8585" providerId="LiveId" clId="{E7E5DE29-60A4-4D58-A8C4-A0E1502ACE36}" dt="2026-07-29T18:07:38.961" v="2958" actId="700"/>
          <ac:picMkLst>
            <pc:docMk/>
            <pc:sldMk cId="151389996" sldId="318"/>
            <ac:picMk id="24" creationId="{514FD1C1-C9ED-ECC5-2BDB-C1A510ECBEAF}"/>
          </ac:picMkLst>
        </pc:picChg>
        <pc:picChg chg="mod ord">
          <ac:chgData name="Guilherme da Costa Criscuolo" userId="ca8b11d29e1e8585" providerId="LiveId" clId="{E7E5DE29-60A4-4D58-A8C4-A0E1502ACE36}" dt="2026-07-29T18:07:38.961" v="2958" actId="700"/>
          <ac:picMkLst>
            <pc:docMk/>
            <pc:sldMk cId="151389996" sldId="318"/>
            <ac:picMk id="26" creationId="{92DDB52B-D1C8-40B1-BA14-4BDEE66834D3}"/>
          </ac:picMkLst>
        </pc:picChg>
        <pc:picChg chg="del">
          <ac:chgData name="Guilherme da Costa Criscuolo" userId="ca8b11d29e1e8585" providerId="LiveId" clId="{E7E5DE29-60A4-4D58-A8C4-A0E1502ACE36}" dt="2026-07-29T18:07:34.688" v="2957" actId="478"/>
          <ac:picMkLst>
            <pc:docMk/>
            <pc:sldMk cId="151389996" sldId="318"/>
            <ac:picMk id="28" creationId="{33022D01-303C-500A-F9F6-BD4B88B22930}"/>
          </ac:picMkLst>
        </pc:picChg>
      </pc:sldChg>
      <pc:sldChg chg="addSp delSp modSp add mod ord modClrScheme chgLayout">
        <pc:chgData name="Guilherme da Costa Criscuolo" userId="ca8b11d29e1e8585" providerId="LiveId" clId="{E7E5DE29-60A4-4D58-A8C4-A0E1502ACE36}" dt="2026-07-29T18:28:24.184" v="3392" actId="700"/>
        <pc:sldMkLst>
          <pc:docMk/>
          <pc:sldMk cId="1984353033" sldId="319"/>
        </pc:sldMkLst>
        <pc:spChg chg="mod ord">
          <ac:chgData name="Guilherme da Costa Criscuolo" userId="ca8b11d29e1e8585" providerId="LiveId" clId="{E7E5DE29-60A4-4D58-A8C4-A0E1502ACE36}" dt="2026-07-29T18:28:24.184" v="3392" actId="700"/>
          <ac:spMkLst>
            <pc:docMk/>
            <pc:sldMk cId="1984353033" sldId="319"/>
            <ac:spMk id="3" creationId="{07DE23C3-63DB-C776-58EF-C94DF7B7C008}"/>
          </ac:spMkLst>
        </pc:spChg>
        <pc:spChg chg="add del mod ord">
          <ac:chgData name="Guilherme da Costa Criscuolo" userId="ca8b11d29e1e8585" providerId="LiveId" clId="{E7E5DE29-60A4-4D58-A8C4-A0E1502ACE36}" dt="2026-07-29T18:27:50.688" v="3382" actId="700"/>
          <ac:spMkLst>
            <pc:docMk/>
            <pc:sldMk cId="1984353033" sldId="319"/>
            <ac:spMk id="4" creationId="{8F4EE0DE-23E5-CC59-E361-A08AD3B4C165}"/>
          </ac:spMkLst>
        </pc:spChg>
        <pc:spChg chg="add del mod ord">
          <ac:chgData name="Guilherme da Costa Criscuolo" userId="ca8b11d29e1e8585" providerId="LiveId" clId="{E7E5DE29-60A4-4D58-A8C4-A0E1502ACE36}" dt="2026-07-29T18:28:24.184" v="3392" actId="700"/>
          <ac:spMkLst>
            <pc:docMk/>
            <pc:sldMk cId="1984353033" sldId="319"/>
            <ac:spMk id="5" creationId="{4A1BD61E-B9C3-8930-7E85-9E77FAAE56FD}"/>
          </ac:spMkLst>
        </pc:spChg>
        <pc:spChg chg="mod ord">
          <ac:chgData name="Guilherme da Costa Criscuolo" userId="ca8b11d29e1e8585" providerId="LiveId" clId="{E7E5DE29-60A4-4D58-A8C4-A0E1502ACE36}" dt="2026-07-29T18:28:24.184" v="3392" actId="700"/>
          <ac:spMkLst>
            <pc:docMk/>
            <pc:sldMk cId="1984353033" sldId="319"/>
            <ac:spMk id="7" creationId="{6F2FB286-C631-050E-0649-0B89A26ADB0C}"/>
          </ac:spMkLst>
        </pc:spChg>
        <pc:spChg chg="mod ord">
          <ac:chgData name="Guilherme da Costa Criscuolo" userId="ca8b11d29e1e8585" providerId="LiveId" clId="{E7E5DE29-60A4-4D58-A8C4-A0E1502ACE36}" dt="2026-07-29T18:28:24.184" v="3392" actId="700"/>
          <ac:spMkLst>
            <pc:docMk/>
            <pc:sldMk cId="1984353033" sldId="319"/>
            <ac:spMk id="8" creationId="{C899F5C9-AF48-E35A-583A-50C9C77A149C}"/>
          </ac:spMkLst>
        </pc:spChg>
        <pc:spChg chg="mod ord">
          <ac:chgData name="Guilherme da Costa Criscuolo" userId="ca8b11d29e1e8585" providerId="LiveId" clId="{E7E5DE29-60A4-4D58-A8C4-A0E1502ACE36}" dt="2026-07-29T18:28:24.184" v="3392" actId="700"/>
          <ac:spMkLst>
            <pc:docMk/>
            <pc:sldMk cId="1984353033" sldId="319"/>
            <ac:spMk id="9" creationId="{1A6058BA-406C-4E01-4FBB-BF6A399A14D7}"/>
          </ac:spMkLst>
        </pc:spChg>
        <pc:spChg chg="mod ord">
          <ac:chgData name="Guilherme da Costa Criscuolo" userId="ca8b11d29e1e8585" providerId="LiveId" clId="{E7E5DE29-60A4-4D58-A8C4-A0E1502ACE36}" dt="2026-07-29T18:28:24.184" v="3392" actId="700"/>
          <ac:spMkLst>
            <pc:docMk/>
            <pc:sldMk cId="1984353033" sldId="319"/>
            <ac:spMk id="10" creationId="{87DFCFC3-8B9B-8422-CB5D-99DEE55FEB54}"/>
          </ac:spMkLst>
        </pc:spChg>
        <pc:spChg chg="mod ord">
          <ac:chgData name="Guilherme da Costa Criscuolo" userId="ca8b11d29e1e8585" providerId="LiveId" clId="{E7E5DE29-60A4-4D58-A8C4-A0E1502ACE36}" dt="2026-07-29T18:28:24.184" v="3392" actId="700"/>
          <ac:spMkLst>
            <pc:docMk/>
            <pc:sldMk cId="1984353033" sldId="319"/>
            <ac:spMk id="11" creationId="{381489E3-F3C4-47F2-502B-554126074BE1}"/>
          </ac:spMkLst>
        </pc:spChg>
        <pc:spChg chg="mod ord">
          <ac:chgData name="Guilherme da Costa Criscuolo" userId="ca8b11d29e1e8585" providerId="LiveId" clId="{E7E5DE29-60A4-4D58-A8C4-A0E1502ACE36}" dt="2026-07-29T18:28:24.184" v="3392" actId="700"/>
          <ac:spMkLst>
            <pc:docMk/>
            <pc:sldMk cId="1984353033" sldId="319"/>
            <ac:spMk id="12" creationId="{D69D0D99-57A2-29B5-C284-91178741F45E}"/>
          </ac:spMkLst>
        </pc:spChg>
        <pc:spChg chg="mod ord">
          <ac:chgData name="Guilherme da Costa Criscuolo" userId="ca8b11d29e1e8585" providerId="LiveId" clId="{E7E5DE29-60A4-4D58-A8C4-A0E1502ACE36}" dt="2026-07-29T18:27:50.688" v="3382" actId="700"/>
          <ac:spMkLst>
            <pc:docMk/>
            <pc:sldMk cId="1984353033" sldId="319"/>
            <ac:spMk id="13" creationId="{D0ECE797-8056-6340-58B8-A21AE8CCF259}"/>
          </ac:spMkLst>
        </pc:spChg>
        <pc:spChg chg="del mod ord">
          <ac:chgData name="Guilherme da Costa Criscuolo" userId="ca8b11d29e1e8585" providerId="LiveId" clId="{E7E5DE29-60A4-4D58-A8C4-A0E1502ACE36}" dt="2026-07-29T18:28:20.625" v="3391" actId="478"/>
          <ac:spMkLst>
            <pc:docMk/>
            <pc:sldMk cId="1984353033" sldId="319"/>
            <ac:spMk id="14" creationId="{1D20866A-9518-6BDE-A9FA-6122CE31DE27}"/>
          </ac:spMkLst>
        </pc:spChg>
        <pc:spChg chg="del mod ord">
          <ac:chgData name="Guilherme da Costa Criscuolo" userId="ca8b11d29e1e8585" providerId="LiveId" clId="{E7E5DE29-60A4-4D58-A8C4-A0E1502ACE36}" dt="2026-07-29T18:28:20.625" v="3391" actId="478"/>
          <ac:spMkLst>
            <pc:docMk/>
            <pc:sldMk cId="1984353033" sldId="319"/>
            <ac:spMk id="15" creationId="{7F2DEA51-D55A-EB93-933E-6A072941E5B3}"/>
          </ac:spMkLst>
        </pc:spChg>
        <pc:spChg chg="del mod ord">
          <ac:chgData name="Guilherme da Costa Criscuolo" userId="ca8b11d29e1e8585" providerId="LiveId" clId="{E7E5DE29-60A4-4D58-A8C4-A0E1502ACE36}" dt="2026-07-29T18:28:08.760" v="3388" actId="478"/>
          <ac:spMkLst>
            <pc:docMk/>
            <pc:sldMk cId="1984353033" sldId="319"/>
            <ac:spMk id="16" creationId="{8712C440-1F84-EFF4-B420-BEF35E3096E5}"/>
          </ac:spMkLst>
        </pc:spChg>
        <pc:spChg chg="del">
          <ac:chgData name="Guilherme da Costa Criscuolo" userId="ca8b11d29e1e8585" providerId="LiveId" clId="{E7E5DE29-60A4-4D58-A8C4-A0E1502ACE36}" dt="2026-07-29T18:28:08.760" v="3388" actId="478"/>
          <ac:spMkLst>
            <pc:docMk/>
            <pc:sldMk cId="1984353033" sldId="319"/>
            <ac:spMk id="17" creationId="{37E61E81-929F-F836-FEE8-F2E150716C7F}"/>
          </ac:spMkLst>
        </pc:spChg>
        <pc:spChg chg="del">
          <ac:chgData name="Guilherme da Costa Criscuolo" userId="ca8b11d29e1e8585" providerId="LiveId" clId="{E7E5DE29-60A4-4D58-A8C4-A0E1502ACE36}" dt="2026-07-29T18:27:56.304" v="3384" actId="478"/>
          <ac:spMkLst>
            <pc:docMk/>
            <pc:sldMk cId="1984353033" sldId="319"/>
            <ac:spMk id="18" creationId="{CB99B68C-A7F6-8992-3667-0B815871B498}"/>
          </ac:spMkLst>
        </pc:spChg>
        <pc:spChg chg="del mod ord">
          <ac:chgData name="Guilherme da Costa Criscuolo" userId="ca8b11d29e1e8585" providerId="LiveId" clId="{E7E5DE29-60A4-4D58-A8C4-A0E1502ACE36}" dt="2026-07-29T18:27:57.041" v="3385" actId="478"/>
          <ac:spMkLst>
            <pc:docMk/>
            <pc:sldMk cId="1984353033" sldId="319"/>
            <ac:spMk id="19" creationId="{9BD21059-7C52-62DA-51E0-C605B98402EF}"/>
          </ac:spMkLst>
        </pc:spChg>
        <pc:spChg chg="del mod ord">
          <ac:chgData name="Guilherme da Costa Criscuolo" userId="ca8b11d29e1e8585" providerId="LiveId" clId="{E7E5DE29-60A4-4D58-A8C4-A0E1502ACE36}" dt="2026-07-29T18:27:44.078" v="3381" actId="478"/>
          <ac:spMkLst>
            <pc:docMk/>
            <pc:sldMk cId="1984353033" sldId="319"/>
            <ac:spMk id="20" creationId="{A3126EEE-86C4-9BEB-216E-C776BB8B62DB}"/>
          </ac:spMkLst>
        </pc:spChg>
        <pc:spChg chg="del mod ord">
          <ac:chgData name="Guilherme da Costa Criscuolo" userId="ca8b11d29e1e8585" providerId="LiveId" clId="{E7E5DE29-60A4-4D58-A8C4-A0E1502ACE36}" dt="2026-07-29T18:27:44.078" v="3381" actId="478"/>
          <ac:spMkLst>
            <pc:docMk/>
            <pc:sldMk cId="1984353033" sldId="319"/>
            <ac:spMk id="21" creationId="{F51A382C-2CFB-0BBE-9E6F-81A195166813}"/>
          </ac:spMkLst>
        </pc:spChg>
        <pc:spChg chg="del mod ord">
          <ac:chgData name="Guilherme da Costa Criscuolo" userId="ca8b11d29e1e8585" providerId="LiveId" clId="{E7E5DE29-60A4-4D58-A8C4-A0E1502ACE36}" dt="2026-07-29T18:27:32.344" v="3376" actId="478"/>
          <ac:spMkLst>
            <pc:docMk/>
            <pc:sldMk cId="1984353033" sldId="319"/>
            <ac:spMk id="22" creationId="{88165557-FB5C-2165-8F1D-A45648077BE4}"/>
          </ac:spMkLst>
        </pc:spChg>
        <pc:spChg chg="del mod ord">
          <ac:chgData name="Guilherme da Costa Criscuolo" userId="ca8b11d29e1e8585" providerId="LiveId" clId="{E7E5DE29-60A4-4D58-A8C4-A0E1502ACE36}" dt="2026-07-29T18:27:32.344" v="3376" actId="478"/>
          <ac:spMkLst>
            <pc:docMk/>
            <pc:sldMk cId="1984353033" sldId="319"/>
            <ac:spMk id="23" creationId="{768B5CB6-841E-0B5C-2821-20BE93913175}"/>
          </ac:spMkLst>
        </pc:spChg>
        <pc:spChg chg="add del mod ord">
          <ac:chgData name="Guilherme da Costa Criscuolo" userId="ca8b11d29e1e8585" providerId="LiveId" clId="{E7E5DE29-60A4-4D58-A8C4-A0E1502ACE36}" dt="2026-07-29T18:27:27.504" v="3375" actId="478"/>
          <ac:spMkLst>
            <pc:docMk/>
            <pc:sldMk cId="1984353033" sldId="319"/>
            <ac:spMk id="24" creationId="{AB6B299A-6507-F22F-B01B-ECD241B1F513}"/>
          </ac:spMkLst>
        </pc:spChg>
        <pc:spChg chg="add del mod">
          <ac:chgData name="Guilherme da Costa Criscuolo" userId="ca8b11d29e1e8585" providerId="LiveId" clId="{E7E5DE29-60A4-4D58-A8C4-A0E1502ACE36}" dt="2026-07-29T18:27:27.504" v="3375" actId="478"/>
          <ac:spMkLst>
            <pc:docMk/>
            <pc:sldMk cId="1984353033" sldId="319"/>
            <ac:spMk id="26" creationId="{93A6B3A0-F449-E9AF-618F-F35C1D1C6E60}"/>
          </ac:spMkLst>
        </pc:spChg>
        <pc:spChg chg="add del mod">
          <ac:chgData name="Guilherme da Costa Criscuolo" userId="ca8b11d29e1e8585" providerId="LiveId" clId="{E7E5DE29-60A4-4D58-A8C4-A0E1502ACE36}" dt="2026-07-29T18:27:37.977" v="3377" actId="700"/>
          <ac:spMkLst>
            <pc:docMk/>
            <pc:sldMk cId="1984353033" sldId="319"/>
            <ac:spMk id="28" creationId="{FCBF8AB5-A4E0-9E78-03C4-329F35193B2B}"/>
          </ac:spMkLst>
        </pc:spChg>
        <pc:spChg chg="add del mod">
          <ac:chgData name="Guilherme da Costa Criscuolo" userId="ca8b11d29e1e8585" providerId="LiveId" clId="{E7E5DE29-60A4-4D58-A8C4-A0E1502ACE36}" dt="2026-07-29T18:27:37.977" v="3377" actId="700"/>
          <ac:spMkLst>
            <pc:docMk/>
            <pc:sldMk cId="1984353033" sldId="319"/>
            <ac:spMk id="30" creationId="{9E3E6C26-5A75-37C2-4574-1A22AE0BFAF6}"/>
          </ac:spMkLst>
        </pc:spChg>
        <pc:spChg chg="add del mod">
          <ac:chgData name="Guilherme da Costa Criscuolo" userId="ca8b11d29e1e8585" providerId="LiveId" clId="{E7E5DE29-60A4-4D58-A8C4-A0E1502ACE36}" dt="2026-07-29T18:27:50.688" v="3382" actId="700"/>
          <ac:spMkLst>
            <pc:docMk/>
            <pc:sldMk cId="1984353033" sldId="319"/>
            <ac:spMk id="32" creationId="{9FC06726-2CD5-C18B-BB62-38DF37066F4A}"/>
          </ac:spMkLst>
        </pc:spChg>
        <pc:spChg chg="add mod">
          <ac:chgData name="Guilherme da Costa Criscuolo" userId="ca8b11d29e1e8585" providerId="LiveId" clId="{E7E5DE29-60A4-4D58-A8C4-A0E1502ACE36}" dt="2026-07-29T18:27:44.078" v="3381" actId="478"/>
          <ac:spMkLst>
            <pc:docMk/>
            <pc:sldMk cId="1984353033" sldId="319"/>
            <ac:spMk id="34" creationId="{D631DD2A-DEED-3571-9232-2A9DE1609B5E}"/>
          </ac:spMkLst>
        </pc:spChg>
        <pc:spChg chg="add del mod">
          <ac:chgData name="Guilherme da Costa Criscuolo" userId="ca8b11d29e1e8585" providerId="LiveId" clId="{E7E5DE29-60A4-4D58-A8C4-A0E1502ACE36}" dt="2026-07-29T18:28:01.382" v="3386" actId="700"/>
          <ac:spMkLst>
            <pc:docMk/>
            <pc:sldMk cId="1984353033" sldId="319"/>
            <ac:spMk id="36" creationId="{EA79864C-E270-DA6B-CF26-A21C8A8904ED}"/>
          </ac:spMkLst>
        </pc:spChg>
        <pc:spChg chg="add del mod">
          <ac:chgData name="Guilherme da Costa Criscuolo" userId="ca8b11d29e1e8585" providerId="LiveId" clId="{E7E5DE29-60A4-4D58-A8C4-A0E1502ACE36}" dt="2026-07-29T18:28:01.382" v="3386" actId="700"/>
          <ac:spMkLst>
            <pc:docMk/>
            <pc:sldMk cId="1984353033" sldId="319"/>
            <ac:spMk id="38" creationId="{219395B5-4195-7738-6F84-615E80CBBD14}"/>
          </ac:spMkLst>
        </pc:spChg>
        <pc:spChg chg="add mod">
          <ac:chgData name="Guilherme da Costa Criscuolo" userId="ca8b11d29e1e8585" providerId="LiveId" clId="{E7E5DE29-60A4-4D58-A8C4-A0E1502ACE36}" dt="2026-07-29T18:28:08.760" v="3388" actId="478"/>
          <ac:spMkLst>
            <pc:docMk/>
            <pc:sldMk cId="1984353033" sldId="319"/>
            <ac:spMk id="40" creationId="{FEE4DAC9-5DD2-3780-D654-450044001772}"/>
          </ac:spMkLst>
        </pc:spChg>
        <pc:spChg chg="add del mod">
          <ac:chgData name="Guilherme da Costa Criscuolo" userId="ca8b11d29e1e8585" providerId="LiveId" clId="{E7E5DE29-60A4-4D58-A8C4-A0E1502ACE36}" dt="2026-07-29T18:28:11.961" v="3389" actId="700"/>
          <ac:spMkLst>
            <pc:docMk/>
            <pc:sldMk cId="1984353033" sldId="319"/>
            <ac:spMk id="42" creationId="{04AAD5B6-E364-7A9F-1F42-DC161CE4D115}"/>
          </ac:spMkLst>
        </pc:spChg>
        <pc:spChg chg="add mod">
          <ac:chgData name="Guilherme da Costa Criscuolo" userId="ca8b11d29e1e8585" providerId="LiveId" clId="{E7E5DE29-60A4-4D58-A8C4-A0E1502ACE36}" dt="2026-07-29T18:28:20.625" v="3391" actId="478"/>
          <ac:spMkLst>
            <pc:docMk/>
            <pc:sldMk cId="1984353033" sldId="319"/>
            <ac:spMk id="44" creationId="{3E93B3A9-DA00-747D-0DA7-03811986FEEA}"/>
          </ac:spMkLst>
        </pc:spChg>
        <pc:spChg chg="add del mod">
          <ac:chgData name="Guilherme da Costa Criscuolo" userId="ca8b11d29e1e8585" providerId="LiveId" clId="{E7E5DE29-60A4-4D58-A8C4-A0E1502ACE36}" dt="2026-07-29T18:28:24.184" v="3392" actId="700"/>
          <ac:spMkLst>
            <pc:docMk/>
            <pc:sldMk cId="1984353033" sldId="319"/>
            <ac:spMk id="46" creationId="{3EFDAF5C-F476-43B1-DBFE-D2593630B725}"/>
          </ac:spMkLst>
        </pc:spChg>
        <pc:spChg chg="mod ord">
          <ac:chgData name="Guilherme da Costa Criscuolo" userId="ca8b11d29e1e8585" providerId="LiveId" clId="{E7E5DE29-60A4-4D58-A8C4-A0E1502ACE36}" dt="2026-07-29T18:28:24.184" v="3392" actId="700"/>
          <ac:spMkLst>
            <pc:docMk/>
            <pc:sldMk cId="1984353033" sldId="319"/>
            <ac:spMk id="111" creationId="{3C2B4004-4954-67A0-7EDB-85DEE14FF5C2}"/>
          </ac:spMkLst>
        </pc:spChg>
      </pc:sldChg>
      <pc:sldChg chg="add">
        <pc:chgData name="Guilherme da Costa Criscuolo" userId="ca8b11d29e1e8585" providerId="LiveId" clId="{E7E5DE29-60A4-4D58-A8C4-A0E1502ACE36}" dt="2026-07-29T18:27:41.966" v="3380" actId="2890"/>
        <pc:sldMkLst>
          <pc:docMk/>
          <pc:sldMk cId="1690795080" sldId="320"/>
        </pc:sldMkLst>
      </pc:sldChg>
      <pc:sldChg chg="add">
        <pc:chgData name="Guilherme da Costa Criscuolo" userId="ca8b11d29e1e8585" providerId="LiveId" clId="{E7E5DE29-60A4-4D58-A8C4-A0E1502ACE36}" dt="2026-07-29T18:27:53.594" v="3383" actId="2890"/>
        <pc:sldMkLst>
          <pc:docMk/>
          <pc:sldMk cId="183539885" sldId="321"/>
        </pc:sldMkLst>
      </pc:sldChg>
      <pc:sldChg chg="add">
        <pc:chgData name="Guilherme da Costa Criscuolo" userId="ca8b11d29e1e8585" providerId="LiveId" clId="{E7E5DE29-60A4-4D58-A8C4-A0E1502ACE36}" dt="2026-07-29T18:28:06.002" v="3387" actId="2890"/>
        <pc:sldMkLst>
          <pc:docMk/>
          <pc:sldMk cId="3987556564" sldId="322"/>
        </pc:sldMkLst>
      </pc:sldChg>
      <pc:sldChg chg="add">
        <pc:chgData name="Guilherme da Costa Criscuolo" userId="ca8b11d29e1e8585" providerId="LiveId" clId="{E7E5DE29-60A4-4D58-A8C4-A0E1502ACE36}" dt="2026-07-29T18:28:14.320" v="3390" actId="2890"/>
        <pc:sldMkLst>
          <pc:docMk/>
          <pc:sldMk cId="3298680434" sldId="323"/>
        </pc:sldMkLst>
      </pc:sldChg>
      <pc:sldChg chg="addSp delSp modSp add mod ord modClrScheme chgLayout">
        <pc:chgData name="Guilherme da Costa Criscuolo" userId="ca8b11d29e1e8585" providerId="LiveId" clId="{E7E5DE29-60A4-4D58-A8C4-A0E1502ACE36}" dt="2026-07-29T18:28:45.157" v="3401" actId="14100"/>
        <pc:sldMkLst>
          <pc:docMk/>
          <pc:sldMk cId="1654395653" sldId="324"/>
        </pc:sldMkLst>
        <pc:spChg chg="mod ord">
          <ac:chgData name="Guilherme da Costa Criscuolo" userId="ca8b11d29e1e8585" providerId="LiveId" clId="{E7E5DE29-60A4-4D58-A8C4-A0E1502ACE36}" dt="2026-07-29T18:28:40.398" v="3400" actId="700"/>
          <ac:spMkLst>
            <pc:docMk/>
            <pc:sldMk cId="1654395653" sldId="324"/>
            <ac:spMk id="3" creationId="{7E00BB8F-FFCB-1743-DAAE-8B4961C87738}"/>
          </ac:spMkLst>
        </pc:spChg>
        <pc:spChg chg="mod ord">
          <ac:chgData name="Guilherme da Costa Criscuolo" userId="ca8b11d29e1e8585" providerId="LiveId" clId="{E7E5DE29-60A4-4D58-A8C4-A0E1502ACE36}" dt="2026-07-29T18:28:40.398" v="3400" actId="700"/>
          <ac:spMkLst>
            <pc:docMk/>
            <pc:sldMk cId="1654395653" sldId="324"/>
            <ac:spMk id="4" creationId="{43A43282-AF11-5E0C-2D3B-9232638B6BB9}"/>
          </ac:spMkLst>
        </pc:spChg>
        <pc:spChg chg="mod ord">
          <ac:chgData name="Guilherme da Costa Criscuolo" userId="ca8b11d29e1e8585" providerId="LiveId" clId="{E7E5DE29-60A4-4D58-A8C4-A0E1502ACE36}" dt="2026-07-29T18:28:45.157" v="3401" actId="14100"/>
          <ac:spMkLst>
            <pc:docMk/>
            <pc:sldMk cId="1654395653" sldId="324"/>
            <ac:spMk id="5" creationId="{AC2754A1-C3E6-CCEA-B0AC-A898D0B1B293}"/>
          </ac:spMkLst>
        </pc:spChg>
        <pc:spChg chg="mod ord">
          <ac:chgData name="Guilherme da Costa Criscuolo" userId="ca8b11d29e1e8585" providerId="LiveId" clId="{E7E5DE29-60A4-4D58-A8C4-A0E1502ACE36}" dt="2026-07-29T18:28:40.398" v="3400" actId="700"/>
          <ac:spMkLst>
            <pc:docMk/>
            <pc:sldMk cId="1654395653" sldId="324"/>
            <ac:spMk id="6" creationId="{43528419-5372-20AA-C670-48D3E4EC5DF0}"/>
          </ac:spMkLst>
        </pc:spChg>
        <pc:spChg chg="mod ord">
          <ac:chgData name="Guilherme da Costa Criscuolo" userId="ca8b11d29e1e8585" providerId="LiveId" clId="{E7E5DE29-60A4-4D58-A8C4-A0E1502ACE36}" dt="2026-07-29T18:28:45.157" v="3401" actId="14100"/>
          <ac:spMkLst>
            <pc:docMk/>
            <pc:sldMk cId="1654395653" sldId="324"/>
            <ac:spMk id="7" creationId="{4655EBE7-E49A-10C1-1045-CA7579439AD8}"/>
          </ac:spMkLst>
        </pc:spChg>
        <pc:spChg chg="mod ord">
          <ac:chgData name="Guilherme da Costa Criscuolo" userId="ca8b11d29e1e8585" providerId="LiveId" clId="{E7E5DE29-60A4-4D58-A8C4-A0E1502ACE36}" dt="2026-07-29T18:28:40.398" v="3400" actId="700"/>
          <ac:spMkLst>
            <pc:docMk/>
            <pc:sldMk cId="1654395653" sldId="324"/>
            <ac:spMk id="8" creationId="{6011C564-5FAC-BA46-670A-5D4C96162597}"/>
          </ac:spMkLst>
        </pc:spChg>
        <pc:spChg chg="mod ord">
          <ac:chgData name="Guilherme da Costa Criscuolo" userId="ca8b11d29e1e8585" providerId="LiveId" clId="{E7E5DE29-60A4-4D58-A8C4-A0E1502ACE36}" dt="2026-07-29T18:28:45.157" v="3401" actId="14100"/>
          <ac:spMkLst>
            <pc:docMk/>
            <pc:sldMk cId="1654395653" sldId="324"/>
            <ac:spMk id="9" creationId="{CF4DF80C-2242-9D1D-E388-3DB78EDFC7C3}"/>
          </ac:spMkLst>
        </pc:spChg>
        <pc:spChg chg="del mod ord">
          <ac:chgData name="Guilherme da Costa Criscuolo" userId="ca8b11d29e1e8585" providerId="LiveId" clId="{E7E5DE29-60A4-4D58-A8C4-A0E1502ACE36}" dt="2026-07-29T18:28:37.232" v="3399" actId="478"/>
          <ac:spMkLst>
            <pc:docMk/>
            <pc:sldMk cId="1654395653" sldId="324"/>
            <ac:spMk id="10" creationId="{BB22B6A7-F36A-7107-2DE1-D6C44011B1AF}"/>
          </ac:spMkLst>
        </pc:spChg>
        <pc:spChg chg="del">
          <ac:chgData name="Guilherme da Costa Criscuolo" userId="ca8b11d29e1e8585" providerId="LiveId" clId="{E7E5DE29-60A4-4D58-A8C4-A0E1502ACE36}" dt="2026-07-29T18:28:37.232" v="3399" actId="478"/>
          <ac:spMkLst>
            <pc:docMk/>
            <pc:sldMk cId="1654395653" sldId="324"/>
            <ac:spMk id="11" creationId="{66D436D2-0AB1-39E0-D8CA-08F823671887}"/>
          </ac:spMkLst>
        </pc:spChg>
        <pc:spChg chg="del">
          <ac:chgData name="Guilherme da Costa Criscuolo" userId="ca8b11d29e1e8585" providerId="LiveId" clId="{E7E5DE29-60A4-4D58-A8C4-A0E1502ACE36}" dt="2026-07-29T18:28:29.527" v="3394" actId="478"/>
          <ac:spMkLst>
            <pc:docMk/>
            <pc:sldMk cId="1654395653" sldId="324"/>
            <ac:spMk id="12" creationId="{B09ED8DA-1C5D-073D-B9C8-2FD13BE6D927}"/>
          </ac:spMkLst>
        </pc:spChg>
        <pc:spChg chg="del">
          <ac:chgData name="Guilherme da Costa Criscuolo" userId="ca8b11d29e1e8585" providerId="LiveId" clId="{E7E5DE29-60A4-4D58-A8C4-A0E1502ACE36}" dt="2026-07-29T18:28:29.527" v="3394" actId="478"/>
          <ac:spMkLst>
            <pc:docMk/>
            <pc:sldMk cId="1654395653" sldId="324"/>
            <ac:spMk id="13" creationId="{8128775C-151F-D25D-AF2B-C48C836D07FB}"/>
          </ac:spMkLst>
        </pc:spChg>
        <pc:spChg chg="add del mod">
          <ac:chgData name="Guilherme da Costa Criscuolo" userId="ca8b11d29e1e8585" providerId="LiveId" clId="{E7E5DE29-60A4-4D58-A8C4-A0E1502ACE36}" dt="2026-07-29T18:28:32.992" v="3397" actId="700"/>
          <ac:spMkLst>
            <pc:docMk/>
            <pc:sldMk cId="1654395653" sldId="324"/>
            <ac:spMk id="14" creationId="{42DE2768-C505-179B-D73E-871B818BC963}"/>
          </ac:spMkLst>
        </pc:spChg>
        <pc:spChg chg="add del mod">
          <ac:chgData name="Guilherme da Costa Criscuolo" userId="ca8b11d29e1e8585" providerId="LiveId" clId="{E7E5DE29-60A4-4D58-A8C4-A0E1502ACE36}" dt="2026-07-29T18:28:32.992" v="3397" actId="700"/>
          <ac:spMkLst>
            <pc:docMk/>
            <pc:sldMk cId="1654395653" sldId="324"/>
            <ac:spMk id="16" creationId="{A5A66A7A-9FC3-58BB-B532-F152738D56FB}"/>
          </ac:spMkLst>
        </pc:spChg>
        <pc:spChg chg="add del mod">
          <ac:chgData name="Guilherme da Costa Criscuolo" userId="ca8b11d29e1e8585" providerId="LiveId" clId="{E7E5DE29-60A4-4D58-A8C4-A0E1502ACE36}" dt="2026-07-29T18:28:40.398" v="3400" actId="700"/>
          <ac:spMkLst>
            <pc:docMk/>
            <pc:sldMk cId="1654395653" sldId="324"/>
            <ac:spMk id="18" creationId="{D36A9D97-3434-F5A7-71EC-7A3A81C26A8E}"/>
          </ac:spMkLst>
        </pc:spChg>
        <pc:spChg chg="add del mod">
          <ac:chgData name="Guilherme da Costa Criscuolo" userId="ca8b11d29e1e8585" providerId="LiveId" clId="{E7E5DE29-60A4-4D58-A8C4-A0E1502ACE36}" dt="2026-07-29T18:28:40.398" v="3400" actId="700"/>
          <ac:spMkLst>
            <pc:docMk/>
            <pc:sldMk cId="1654395653" sldId="324"/>
            <ac:spMk id="20" creationId="{BB136D32-463C-CD81-0DFC-43A7CBD6BA42}"/>
          </ac:spMkLst>
        </pc:spChg>
        <pc:spChg chg="mod ord">
          <ac:chgData name="Guilherme da Costa Criscuolo" userId="ca8b11d29e1e8585" providerId="LiveId" clId="{E7E5DE29-60A4-4D58-A8C4-A0E1502ACE36}" dt="2026-07-29T18:28:40.398" v="3400" actId="700"/>
          <ac:spMkLst>
            <pc:docMk/>
            <pc:sldMk cId="1654395653" sldId="324"/>
            <ac:spMk id="111" creationId="{3D007671-E736-7D35-D756-A64063B471FE}"/>
          </ac:spMkLst>
        </pc:spChg>
      </pc:sldChg>
      <pc:sldChg chg="add">
        <pc:chgData name="Guilherme da Costa Criscuolo" userId="ca8b11d29e1e8585" providerId="LiveId" clId="{E7E5DE29-60A4-4D58-A8C4-A0E1502ACE36}" dt="2026-07-29T18:28:35.087" v="3398" actId="2890"/>
        <pc:sldMkLst>
          <pc:docMk/>
          <pc:sldMk cId="2337566975" sldId="325"/>
        </pc:sldMkLst>
      </pc:sldChg>
      <pc:sldChg chg="addSp modSp new mod">
        <pc:chgData name="Guilherme da Costa Criscuolo" userId="ca8b11d29e1e8585" providerId="LiveId" clId="{E7E5DE29-60A4-4D58-A8C4-A0E1502ACE36}" dt="2026-07-29T18:41:24.278" v="3763" actId="1076"/>
        <pc:sldMkLst>
          <pc:docMk/>
          <pc:sldMk cId="744100988" sldId="326"/>
        </pc:sldMkLst>
        <pc:spChg chg="mod">
          <ac:chgData name="Guilherme da Costa Criscuolo" userId="ca8b11d29e1e8585" providerId="LiveId" clId="{E7E5DE29-60A4-4D58-A8C4-A0E1502ACE36}" dt="2026-07-29T18:41:08.307" v="3757"/>
          <ac:spMkLst>
            <pc:docMk/>
            <pc:sldMk cId="744100988" sldId="326"/>
            <ac:spMk id="2" creationId="{5835CBF2-0D0A-7DC4-29D0-73A50FD3BEB2}"/>
          </ac:spMkLst>
        </pc:spChg>
        <pc:graphicFrameChg chg="add mod">
          <ac:chgData name="Guilherme da Costa Criscuolo" userId="ca8b11d29e1e8585" providerId="LiveId" clId="{E7E5DE29-60A4-4D58-A8C4-A0E1502ACE36}" dt="2026-07-29T18:41:24.278" v="3763" actId="1076"/>
          <ac:graphicFrameMkLst>
            <pc:docMk/>
            <pc:sldMk cId="744100988" sldId="326"/>
            <ac:graphicFrameMk id="5" creationId="{524E2D36-7E9C-26A1-4AC5-EF47D624C00F}"/>
          </ac:graphicFrameMkLst>
        </pc:graphicFrameChg>
      </pc:sldChg>
      <pc:sldChg chg="addSp modSp new mod">
        <pc:chgData name="Guilherme da Costa Criscuolo" userId="ca8b11d29e1e8585" providerId="LiveId" clId="{E7E5DE29-60A4-4D58-A8C4-A0E1502ACE36}" dt="2026-07-29T18:42:27.129" v="3777" actId="207"/>
        <pc:sldMkLst>
          <pc:docMk/>
          <pc:sldMk cId="1678574199" sldId="327"/>
        </pc:sldMkLst>
        <pc:spChg chg="mod">
          <ac:chgData name="Guilherme da Costa Criscuolo" userId="ca8b11d29e1e8585" providerId="LiveId" clId="{E7E5DE29-60A4-4D58-A8C4-A0E1502ACE36}" dt="2026-07-29T18:41:34.843" v="3768"/>
          <ac:spMkLst>
            <pc:docMk/>
            <pc:sldMk cId="1678574199" sldId="327"/>
            <ac:spMk id="2" creationId="{06635F9B-AB37-456A-EEE5-F4879BE8D346}"/>
          </ac:spMkLst>
        </pc:spChg>
        <pc:spChg chg="mod">
          <ac:chgData name="Guilherme da Costa Criscuolo" userId="ca8b11d29e1e8585" providerId="LiveId" clId="{E7E5DE29-60A4-4D58-A8C4-A0E1502ACE36}" dt="2026-07-29T18:42:02.315" v="3772" actId="207"/>
          <ac:spMkLst>
            <pc:docMk/>
            <pc:sldMk cId="1678574199" sldId="327"/>
            <ac:spMk id="4" creationId="{3D8AD819-6001-C2D1-A2E1-E5BE7F10EB7E}"/>
          </ac:spMkLst>
        </pc:spChg>
        <pc:spChg chg="mod">
          <ac:chgData name="Guilherme da Costa Criscuolo" userId="ca8b11d29e1e8585" providerId="LiveId" clId="{E7E5DE29-60A4-4D58-A8C4-A0E1502ACE36}" dt="2026-07-29T18:42:02.315" v="3772" actId="207"/>
          <ac:spMkLst>
            <pc:docMk/>
            <pc:sldMk cId="1678574199" sldId="327"/>
            <ac:spMk id="6" creationId="{1D3DEF25-2A33-963A-E0C6-93AAAA0392A9}"/>
          </ac:spMkLst>
        </pc:spChg>
        <pc:spChg chg="mod">
          <ac:chgData name="Guilherme da Costa Criscuolo" userId="ca8b11d29e1e8585" providerId="LiveId" clId="{E7E5DE29-60A4-4D58-A8C4-A0E1502ACE36}" dt="2026-07-29T18:42:10.197" v="3774" actId="207"/>
          <ac:spMkLst>
            <pc:docMk/>
            <pc:sldMk cId="1678574199" sldId="327"/>
            <ac:spMk id="7" creationId="{B32EA996-D0D4-1401-1E1D-53A4C5D9E219}"/>
          </ac:spMkLst>
        </pc:spChg>
        <pc:spChg chg="mod">
          <ac:chgData name="Guilherme da Costa Criscuolo" userId="ca8b11d29e1e8585" providerId="LiveId" clId="{E7E5DE29-60A4-4D58-A8C4-A0E1502ACE36}" dt="2026-07-29T18:42:10.197" v="3774" actId="207"/>
          <ac:spMkLst>
            <pc:docMk/>
            <pc:sldMk cId="1678574199" sldId="327"/>
            <ac:spMk id="10" creationId="{C19A14C4-2CDD-BD92-012A-6F0B057FD8C9}"/>
          </ac:spMkLst>
        </pc:spChg>
        <pc:spChg chg="mod">
          <ac:chgData name="Guilherme da Costa Criscuolo" userId="ca8b11d29e1e8585" providerId="LiveId" clId="{E7E5DE29-60A4-4D58-A8C4-A0E1502ACE36}" dt="2026-07-29T18:42:02.315" v="3772" actId="207"/>
          <ac:spMkLst>
            <pc:docMk/>
            <pc:sldMk cId="1678574199" sldId="327"/>
            <ac:spMk id="15" creationId="{7E407BB7-2794-50B4-F910-AA4DDE82B4D9}"/>
          </ac:spMkLst>
        </pc:spChg>
        <pc:spChg chg="add mod">
          <ac:chgData name="Guilherme da Costa Criscuolo" userId="ca8b11d29e1e8585" providerId="LiveId" clId="{E7E5DE29-60A4-4D58-A8C4-A0E1502ACE36}" dt="2026-07-29T18:42:10.197" v="3774" actId="207"/>
          <ac:spMkLst>
            <pc:docMk/>
            <pc:sldMk cId="1678574199" sldId="327"/>
            <ac:spMk id="17" creationId="{E5CAE892-FB1C-6D06-943F-2FB7874EBC6A}"/>
          </ac:spMkLst>
        </pc:spChg>
        <pc:spChg chg="mod">
          <ac:chgData name="Guilherme da Costa Criscuolo" userId="ca8b11d29e1e8585" providerId="LiveId" clId="{E7E5DE29-60A4-4D58-A8C4-A0E1502ACE36}" dt="2026-07-29T18:42:10.197" v="3774" actId="207"/>
          <ac:spMkLst>
            <pc:docMk/>
            <pc:sldMk cId="1678574199" sldId="327"/>
            <ac:spMk id="19" creationId="{424FA238-AD34-3B40-8C34-A9FAE09CF951}"/>
          </ac:spMkLst>
        </pc:spChg>
        <pc:spChg chg="add mod">
          <ac:chgData name="Guilherme da Costa Criscuolo" userId="ca8b11d29e1e8585" providerId="LiveId" clId="{E7E5DE29-60A4-4D58-A8C4-A0E1502ACE36}" dt="2026-07-29T18:42:10.197" v="3774" actId="207"/>
          <ac:spMkLst>
            <pc:docMk/>
            <pc:sldMk cId="1678574199" sldId="327"/>
            <ac:spMk id="20" creationId="{046C52CE-E747-089F-7393-1AEAA047BC26}"/>
          </ac:spMkLst>
        </pc:spChg>
        <pc:spChg chg="mod">
          <ac:chgData name="Guilherme da Costa Criscuolo" userId="ca8b11d29e1e8585" providerId="LiveId" clId="{E7E5DE29-60A4-4D58-A8C4-A0E1502ACE36}" dt="2026-07-29T18:42:10.197" v="3774" actId="207"/>
          <ac:spMkLst>
            <pc:docMk/>
            <pc:sldMk cId="1678574199" sldId="327"/>
            <ac:spMk id="29" creationId="{8F593F08-04D6-A481-0093-337FBA9C7989}"/>
          </ac:spMkLst>
        </pc:spChg>
        <pc:spChg chg="add mod">
          <ac:chgData name="Guilherme da Costa Criscuolo" userId="ca8b11d29e1e8585" providerId="LiveId" clId="{E7E5DE29-60A4-4D58-A8C4-A0E1502ACE36}" dt="2026-07-29T18:42:02.315" v="3772" actId="207"/>
          <ac:spMkLst>
            <pc:docMk/>
            <pc:sldMk cId="1678574199" sldId="327"/>
            <ac:spMk id="36" creationId="{E6120518-0A3E-4139-6054-C62DE5D78CBC}"/>
          </ac:spMkLst>
        </pc:spChg>
        <pc:spChg chg="mod">
          <ac:chgData name="Guilherme da Costa Criscuolo" userId="ca8b11d29e1e8585" providerId="LiveId" clId="{E7E5DE29-60A4-4D58-A8C4-A0E1502ACE36}" dt="2026-07-29T18:42:10.197" v="3774" actId="207"/>
          <ac:spMkLst>
            <pc:docMk/>
            <pc:sldMk cId="1678574199" sldId="327"/>
            <ac:spMk id="38" creationId="{1CD2EC48-066E-9381-62C3-14D06A59C1A0}"/>
          </ac:spMkLst>
        </pc:spChg>
        <pc:spChg chg="mod">
          <ac:chgData name="Guilherme da Costa Criscuolo" userId="ca8b11d29e1e8585" providerId="LiveId" clId="{E7E5DE29-60A4-4D58-A8C4-A0E1502ACE36}" dt="2026-07-29T18:42:02.315" v="3772" actId="207"/>
          <ac:spMkLst>
            <pc:docMk/>
            <pc:sldMk cId="1678574199" sldId="327"/>
            <ac:spMk id="44" creationId="{DAA3324F-023D-259F-B0A8-788C76BFB5E9}"/>
          </ac:spMkLst>
        </pc:spChg>
        <pc:spChg chg="mod">
          <ac:chgData name="Guilherme da Costa Criscuolo" userId="ca8b11d29e1e8585" providerId="LiveId" clId="{E7E5DE29-60A4-4D58-A8C4-A0E1502ACE36}" dt="2026-07-29T18:42:02.315" v="3772" actId="207"/>
          <ac:spMkLst>
            <pc:docMk/>
            <pc:sldMk cId="1678574199" sldId="327"/>
            <ac:spMk id="45" creationId="{B3D67F80-AA61-890D-5BBF-12A0991F2208}"/>
          </ac:spMkLst>
        </pc:spChg>
        <pc:spChg chg="add mod">
          <ac:chgData name="Guilherme da Costa Criscuolo" userId="ca8b11d29e1e8585" providerId="LiveId" clId="{E7E5DE29-60A4-4D58-A8C4-A0E1502ACE36}" dt="2026-07-29T18:41:53.171" v="3771" actId="1076"/>
          <ac:spMkLst>
            <pc:docMk/>
            <pc:sldMk cId="1678574199" sldId="327"/>
            <ac:spMk id="46" creationId="{BB97958B-4D9C-B1A6-CA75-40FFC8DC665C}"/>
          </ac:spMkLst>
        </pc:spChg>
        <pc:spChg chg="mod">
          <ac:chgData name="Guilherme da Costa Criscuolo" userId="ca8b11d29e1e8585" providerId="LiveId" clId="{E7E5DE29-60A4-4D58-A8C4-A0E1502ACE36}" dt="2026-07-29T18:42:10.197" v="3774" actId="207"/>
          <ac:spMkLst>
            <pc:docMk/>
            <pc:sldMk cId="1678574199" sldId="327"/>
            <ac:spMk id="48" creationId="{5CA6977D-5B11-DB29-733F-8E2DAAAF75A9}"/>
          </ac:spMkLst>
        </pc:spChg>
        <pc:spChg chg="add mod">
          <ac:chgData name="Guilherme da Costa Criscuolo" userId="ca8b11d29e1e8585" providerId="LiveId" clId="{E7E5DE29-60A4-4D58-A8C4-A0E1502ACE36}" dt="2026-07-29T18:41:53.171" v="3771" actId="1076"/>
          <ac:spMkLst>
            <pc:docMk/>
            <pc:sldMk cId="1678574199" sldId="327"/>
            <ac:spMk id="53" creationId="{51AB0DA4-86AF-064A-54D5-D1A5FBED0560}"/>
          </ac:spMkLst>
        </pc:spChg>
        <pc:spChg chg="mod">
          <ac:chgData name="Guilherme da Costa Criscuolo" userId="ca8b11d29e1e8585" providerId="LiveId" clId="{E7E5DE29-60A4-4D58-A8C4-A0E1502ACE36}" dt="2026-07-29T18:42:02.315" v="3772" actId="207"/>
          <ac:spMkLst>
            <pc:docMk/>
            <pc:sldMk cId="1678574199" sldId="327"/>
            <ac:spMk id="56" creationId="{9AA2FC79-79C6-6310-8C66-CF4964ABB268}"/>
          </ac:spMkLst>
        </pc:spChg>
        <pc:spChg chg="mod">
          <ac:chgData name="Guilherme da Costa Criscuolo" userId="ca8b11d29e1e8585" providerId="LiveId" clId="{E7E5DE29-60A4-4D58-A8C4-A0E1502ACE36}" dt="2026-07-29T18:42:10.197" v="3774" actId="207"/>
          <ac:spMkLst>
            <pc:docMk/>
            <pc:sldMk cId="1678574199" sldId="327"/>
            <ac:spMk id="57" creationId="{F1E75965-0E88-4ECE-1F4A-E9F7EAF3926B}"/>
          </ac:spMkLst>
        </pc:spChg>
        <pc:spChg chg="mod">
          <ac:chgData name="Guilherme da Costa Criscuolo" userId="ca8b11d29e1e8585" providerId="LiveId" clId="{E7E5DE29-60A4-4D58-A8C4-A0E1502ACE36}" dt="2026-07-29T18:42:23.149" v="3776" actId="207"/>
          <ac:spMkLst>
            <pc:docMk/>
            <pc:sldMk cId="1678574199" sldId="327"/>
            <ac:spMk id="60" creationId="{28283D71-E767-53FA-D784-5A081F2630A7}"/>
          </ac:spMkLst>
        </pc:spChg>
        <pc:spChg chg="mod">
          <ac:chgData name="Guilherme da Costa Criscuolo" userId="ca8b11d29e1e8585" providerId="LiveId" clId="{E7E5DE29-60A4-4D58-A8C4-A0E1502ACE36}" dt="2026-07-29T18:42:23.149" v="3776" actId="207"/>
          <ac:spMkLst>
            <pc:docMk/>
            <pc:sldMk cId="1678574199" sldId="327"/>
            <ac:spMk id="61" creationId="{F84D486E-BBEA-5DBE-EBB1-8C333D634F9E}"/>
          </ac:spMkLst>
        </pc:spChg>
        <pc:spChg chg="add mod">
          <ac:chgData name="Guilherme da Costa Criscuolo" userId="ca8b11d29e1e8585" providerId="LiveId" clId="{E7E5DE29-60A4-4D58-A8C4-A0E1502ACE36}" dt="2026-07-29T18:42:23.149" v="3776" actId="207"/>
          <ac:spMkLst>
            <pc:docMk/>
            <pc:sldMk cId="1678574199" sldId="327"/>
            <ac:spMk id="63" creationId="{6306F7A2-1B37-B078-BDF9-3593865837B9}"/>
          </ac:spMkLst>
        </pc:spChg>
        <pc:spChg chg="mod">
          <ac:chgData name="Guilherme da Costa Criscuolo" userId="ca8b11d29e1e8585" providerId="LiveId" clId="{E7E5DE29-60A4-4D58-A8C4-A0E1502ACE36}" dt="2026-07-29T18:42:02.315" v="3772" actId="207"/>
          <ac:spMkLst>
            <pc:docMk/>
            <pc:sldMk cId="1678574199" sldId="327"/>
            <ac:spMk id="64" creationId="{5532BD0D-AF7C-F4B2-26A5-F6CD84BF7C77}"/>
          </ac:spMkLst>
        </pc:spChg>
        <pc:spChg chg="add mod">
          <ac:chgData name="Guilherme da Costa Criscuolo" userId="ca8b11d29e1e8585" providerId="LiveId" clId="{E7E5DE29-60A4-4D58-A8C4-A0E1502ACE36}" dt="2026-07-29T18:41:53.171" v="3771" actId="1076"/>
          <ac:spMkLst>
            <pc:docMk/>
            <pc:sldMk cId="1678574199" sldId="327"/>
            <ac:spMk id="67" creationId="{1BA7C61E-F17E-3A73-A2C1-A4214537F99B}"/>
          </ac:spMkLst>
        </pc:spChg>
        <pc:spChg chg="mod">
          <ac:chgData name="Guilherme da Costa Criscuolo" userId="ca8b11d29e1e8585" providerId="LiveId" clId="{E7E5DE29-60A4-4D58-A8C4-A0E1502ACE36}" dt="2026-07-29T18:42:10.197" v="3774" actId="207"/>
          <ac:spMkLst>
            <pc:docMk/>
            <pc:sldMk cId="1678574199" sldId="327"/>
            <ac:spMk id="68" creationId="{48FEF624-D990-9565-5DB1-8FAC380A7E76}"/>
          </ac:spMkLst>
        </pc:spChg>
        <pc:spChg chg="mod">
          <ac:chgData name="Guilherme da Costa Criscuolo" userId="ca8b11d29e1e8585" providerId="LiveId" clId="{E7E5DE29-60A4-4D58-A8C4-A0E1502ACE36}" dt="2026-07-29T18:42:23.149" v="3776" actId="207"/>
          <ac:spMkLst>
            <pc:docMk/>
            <pc:sldMk cId="1678574199" sldId="327"/>
            <ac:spMk id="71" creationId="{C5757AFD-6DCC-C39E-8FC2-CAE7A85FC7D3}"/>
          </ac:spMkLst>
        </pc:spChg>
        <pc:spChg chg="mod">
          <ac:chgData name="Guilherme da Costa Criscuolo" userId="ca8b11d29e1e8585" providerId="LiveId" clId="{E7E5DE29-60A4-4D58-A8C4-A0E1502ACE36}" dt="2026-07-29T18:42:23.149" v="3776" actId="207"/>
          <ac:spMkLst>
            <pc:docMk/>
            <pc:sldMk cId="1678574199" sldId="327"/>
            <ac:spMk id="72" creationId="{7AFEC1C9-F103-246F-7C62-2BFA99F03A36}"/>
          </ac:spMkLst>
        </pc:spChg>
        <pc:spChg chg="mod">
          <ac:chgData name="Guilherme da Costa Criscuolo" userId="ca8b11d29e1e8585" providerId="LiveId" clId="{E7E5DE29-60A4-4D58-A8C4-A0E1502ACE36}" dt="2026-07-29T18:42:23.149" v="3776" actId="207"/>
          <ac:spMkLst>
            <pc:docMk/>
            <pc:sldMk cId="1678574199" sldId="327"/>
            <ac:spMk id="73" creationId="{969D0D18-DEE8-55DF-7461-DEC5A9C93D7E}"/>
          </ac:spMkLst>
        </pc:spChg>
        <pc:spChg chg="mod">
          <ac:chgData name="Guilherme da Costa Criscuolo" userId="ca8b11d29e1e8585" providerId="LiveId" clId="{E7E5DE29-60A4-4D58-A8C4-A0E1502ACE36}" dt="2026-07-29T18:42:23.149" v="3776" actId="207"/>
          <ac:spMkLst>
            <pc:docMk/>
            <pc:sldMk cId="1678574199" sldId="327"/>
            <ac:spMk id="80" creationId="{2F36B7B5-9A9A-28F9-E366-65F1C6CF7685}"/>
          </ac:spMkLst>
        </pc:spChg>
        <pc:spChg chg="add mod">
          <ac:chgData name="Guilherme da Costa Criscuolo" userId="ca8b11d29e1e8585" providerId="LiveId" clId="{E7E5DE29-60A4-4D58-A8C4-A0E1502ACE36}" dt="2026-07-29T18:41:53.171" v="3771" actId="1076"/>
          <ac:spMkLst>
            <pc:docMk/>
            <pc:sldMk cId="1678574199" sldId="327"/>
            <ac:spMk id="81" creationId="{F17CF54E-197E-01E9-1425-3E2C31E18C81}"/>
          </ac:spMkLst>
        </pc:spChg>
        <pc:spChg chg="add mod">
          <ac:chgData name="Guilherme da Costa Criscuolo" userId="ca8b11d29e1e8585" providerId="LiveId" clId="{E7E5DE29-60A4-4D58-A8C4-A0E1502ACE36}" dt="2026-07-29T18:41:53.171" v="3771" actId="1076"/>
          <ac:spMkLst>
            <pc:docMk/>
            <pc:sldMk cId="1678574199" sldId="327"/>
            <ac:spMk id="85" creationId="{0B4B271A-A142-8DC1-1624-1C58C483E3A2}"/>
          </ac:spMkLst>
        </pc:spChg>
        <pc:spChg chg="mod">
          <ac:chgData name="Guilherme da Costa Criscuolo" userId="ca8b11d29e1e8585" providerId="LiveId" clId="{E7E5DE29-60A4-4D58-A8C4-A0E1502ACE36}" dt="2026-07-29T18:42:02.315" v="3772" actId="207"/>
          <ac:spMkLst>
            <pc:docMk/>
            <pc:sldMk cId="1678574199" sldId="327"/>
            <ac:spMk id="86" creationId="{74DE9BA0-E610-D439-17DB-DBF5A4FA513B}"/>
          </ac:spMkLst>
        </pc:spChg>
        <pc:spChg chg="mod">
          <ac:chgData name="Guilherme da Costa Criscuolo" userId="ca8b11d29e1e8585" providerId="LiveId" clId="{E7E5DE29-60A4-4D58-A8C4-A0E1502ACE36}" dt="2026-07-29T18:42:23.149" v="3776" actId="207"/>
          <ac:spMkLst>
            <pc:docMk/>
            <pc:sldMk cId="1678574199" sldId="327"/>
            <ac:spMk id="91" creationId="{35BAEEA4-1284-1021-EA06-575F2FEBAE6E}"/>
          </ac:spMkLst>
        </pc:spChg>
        <pc:spChg chg="mod">
          <ac:chgData name="Guilherme da Costa Criscuolo" userId="ca8b11d29e1e8585" providerId="LiveId" clId="{E7E5DE29-60A4-4D58-A8C4-A0E1502ACE36}" dt="2026-07-29T18:42:23.149" v="3776" actId="207"/>
          <ac:spMkLst>
            <pc:docMk/>
            <pc:sldMk cId="1678574199" sldId="327"/>
            <ac:spMk id="92" creationId="{01BDDFBB-BF70-98AF-D20F-C568604E13C6}"/>
          </ac:spMkLst>
        </pc:spChg>
        <pc:spChg chg="mod">
          <ac:chgData name="Guilherme da Costa Criscuolo" userId="ca8b11d29e1e8585" providerId="LiveId" clId="{E7E5DE29-60A4-4D58-A8C4-A0E1502ACE36}" dt="2026-07-29T18:42:02.315" v="3772" actId="207"/>
          <ac:spMkLst>
            <pc:docMk/>
            <pc:sldMk cId="1678574199" sldId="327"/>
            <ac:spMk id="95" creationId="{065D8973-52B3-9538-CA19-AFDE0B97160B}"/>
          </ac:spMkLst>
        </pc:spChg>
        <pc:spChg chg="add mod">
          <ac:chgData name="Guilherme da Costa Criscuolo" userId="ca8b11d29e1e8585" providerId="LiveId" clId="{E7E5DE29-60A4-4D58-A8C4-A0E1502ACE36}" dt="2026-07-29T18:41:53.171" v="3771" actId="1076"/>
          <ac:spMkLst>
            <pc:docMk/>
            <pc:sldMk cId="1678574199" sldId="327"/>
            <ac:spMk id="102" creationId="{9F70712C-88C7-374E-B12D-5FB3D91E35F2}"/>
          </ac:spMkLst>
        </pc:spChg>
        <pc:spChg chg="mod">
          <ac:chgData name="Guilherme da Costa Criscuolo" userId="ca8b11d29e1e8585" providerId="LiveId" clId="{E7E5DE29-60A4-4D58-A8C4-A0E1502ACE36}" dt="2026-07-29T18:42:23.149" v="3776" actId="207"/>
          <ac:spMkLst>
            <pc:docMk/>
            <pc:sldMk cId="1678574199" sldId="327"/>
            <ac:spMk id="103" creationId="{B91EA431-A592-A267-4443-20211A6DAF80}"/>
          </ac:spMkLst>
        </pc:spChg>
        <pc:spChg chg="mod">
          <ac:chgData name="Guilherme da Costa Criscuolo" userId="ca8b11d29e1e8585" providerId="LiveId" clId="{E7E5DE29-60A4-4D58-A8C4-A0E1502ACE36}" dt="2026-07-29T18:42:04.836" v="3773" actId="207"/>
          <ac:spMkLst>
            <pc:docMk/>
            <pc:sldMk cId="1678574199" sldId="327"/>
            <ac:spMk id="105" creationId="{BBE64E09-9E45-7D45-2CE4-34577EAD5738}"/>
          </ac:spMkLst>
        </pc:spChg>
        <pc:spChg chg="mod">
          <ac:chgData name="Guilherme da Costa Criscuolo" userId="ca8b11d29e1e8585" providerId="LiveId" clId="{E7E5DE29-60A4-4D58-A8C4-A0E1502ACE36}" dt="2026-07-29T18:42:14.938" v="3775" actId="207"/>
          <ac:spMkLst>
            <pc:docMk/>
            <pc:sldMk cId="1678574199" sldId="327"/>
            <ac:spMk id="107" creationId="{2D29F689-C965-6D2F-61AC-9AF3953CAAF1}"/>
          </ac:spMkLst>
        </pc:spChg>
        <pc:spChg chg="mod">
          <ac:chgData name="Guilherme da Costa Criscuolo" userId="ca8b11d29e1e8585" providerId="LiveId" clId="{E7E5DE29-60A4-4D58-A8C4-A0E1502ACE36}" dt="2026-07-29T18:42:27.129" v="3777" actId="207"/>
          <ac:spMkLst>
            <pc:docMk/>
            <pc:sldMk cId="1678574199" sldId="327"/>
            <ac:spMk id="109" creationId="{9FB233A9-292A-E795-0978-F9B86F92E24A}"/>
          </ac:spMkLst>
        </pc:spChg>
      </pc:sldChg>
      <pc:sldChg chg="addSp modSp new mod">
        <pc:chgData name="Guilherme da Costa Criscuolo" userId="ca8b11d29e1e8585" providerId="LiveId" clId="{E7E5DE29-60A4-4D58-A8C4-A0E1502ACE36}" dt="2026-07-29T18:44:10.909" v="3835"/>
        <pc:sldMkLst>
          <pc:docMk/>
          <pc:sldMk cId="1699559475" sldId="328"/>
        </pc:sldMkLst>
        <pc:spChg chg="mod">
          <ac:chgData name="Guilherme da Costa Criscuolo" userId="ca8b11d29e1e8585" providerId="LiveId" clId="{E7E5DE29-60A4-4D58-A8C4-A0E1502ACE36}" dt="2026-07-29T18:44:10.909" v="3835"/>
          <ac:spMkLst>
            <pc:docMk/>
            <pc:sldMk cId="1699559475" sldId="328"/>
            <ac:spMk id="2" creationId="{82BC9D30-F73E-C53F-8E69-C88C9A4167F0}"/>
          </ac:spMkLst>
        </pc:spChg>
        <pc:spChg chg="mod">
          <ac:chgData name="Guilherme da Costa Criscuolo" userId="ca8b11d29e1e8585" providerId="LiveId" clId="{E7E5DE29-60A4-4D58-A8C4-A0E1502ACE36}" dt="2026-07-29T18:42:48.369" v="3782" actId="403"/>
          <ac:spMkLst>
            <pc:docMk/>
            <pc:sldMk cId="1699559475" sldId="328"/>
            <ac:spMk id="5" creationId="{F35665FE-94A3-A47F-4697-C9A5B9F042ED}"/>
          </ac:spMkLst>
        </pc:spChg>
        <pc:spChg chg="mod">
          <ac:chgData name="Guilherme da Costa Criscuolo" userId="ca8b11d29e1e8585" providerId="LiveId" clId="{E7E5DE29-60A4-4D58-A8C4-A0E1502ACE36}" dt="2026-07-29T18:43:07.705" v="3796" actId="207"/>
          <ac:spMkLst>
            <pc:docMk/>
            <pc:sldMk cId="1699559475" sldId="328"/>
            <ac:spMk id="7" creationId="{17E0903B-AADE-6F83-6CCB-6A0F8B012AB6}"/>
          </ac:spMkLst>
        </pc:spChg>
        <pc:spChg chg="mod">
          <ac:chgData name="Guilherme da Costa Criscuolo" userId="ca8b11d29e1e8585" providerId="LiveId" clId="{E7E5DE29-60A4-4D58-A8C4-A0E1502ACE36}" dt="2026-07-29T18:43:05.719" v="3795" actId="207"/>
          <ac:spMkLst>
            <pc:docMk/>
            <pc:sldMk cId="1699559475" sldId="328"/>
            <ac:spMk id="19" creationId="{0D9670D0-90FD-8D12-C45D-5C8B31944301}"/>
          </ac:spMkLst>
        </pc:spChg>
        <pc:spChg chg="mod">
          <ac:chgData name="Guilherme da Costa Criscuolo" userId="ca8b11d29e1e8585" providerId="LiveId" clId="{E7E5DE29-60A4-4D58-A8C4-A0E1502ACE36}" dt="2026-07-29T18:43:05.719" v="3795" actId="207"/>
          <ac:spMkLst>
            <pc:docMk/>
            <pc:sldMk cId="1699559475" sldId="328"/>
            <ac:spMk id="21" creationId="{323B09EE-AABC-16BA-CA4A-C566343155CB}"/>
          </ac:spMkLst>
        </pc:spChg>
        <pc:spChg chg="mod">
          <ac:chgData name="Guilherme da Costa Criscuolo" userId="ca8b11d29e1e8585" providerId="LiveId" clId="{E7E5DE29-60A4-4D58-A8C4-A0E1502ACE36}" dt="2026-07-29T18:43:10.408" v="3797" actId="207"/>
          <ac:spMkLst>
            <pc:docMk/>
            <pc:sldMk cId="1699559475" sldId="328"/>
            <ac:spMk id="23" creationId="{FD87C628-4308-162D-CED5-4CDED37B9993}"/>
          </ac:spMkLst>
        </pc:spChg>
        <pc:spChg chg="mod">
          <ac:chgData name="Guilherme da Costa Criscuolo" userId="ca8b11d29e1e8585" providerId="LiveId" clId="{E7E5DE29-60A4-4D58-A8C4-A0E1502ACE36}" dt="2026-07-29T18:43:05.719" v="3795" actId="207"/>
          <ac:spMkLst>
            <pc:docMk/>
            <pc:sldMk cId="1699559475" sldId="328"/>
            <ac:spMk id="41" creationId="{F23D6532-235F-0EC1-9E4B-89A101980F4B}"/>
          </ac:spMkLst>
        </pc:spChg>
        <pc:spChg chg="mod">
          <ac:chgData name="Guilherme da Costa Criscuolo" userId="ca8b11d29e1e8585" providerId="LiveId" clId="{E7E5DE29-60A4-4D58-A8C4-A0E1502ACE36}" dt="2026-07-29T18:43:10.408" v="3797" actId="207"/>
          <ac:spMkLst>
            <pc:docMk/>
            <pc:sldMk cId="1699559475" sldId="328"/>
            <ac:spMk id="43" creationId="{AD84B60D-7CAF-5490-8CB3-391A406FF8EC}"/>
          </ac:spMkLst>
        </pc:spChg>
        <pc:spChg chg="mod">
          <ac:chgData name="Guilherme da Costa Criscuolo" userId="ca8b11d29e1e8585" providerId="LiveId" clId="{E7E5DE29-60A4-4D58-A8C4-A0E1502ACE36}" dt="2026-07-29T18:43:10.408" v="3797" actId="207"/>
          <ac:spMkLst>
            <pc:docMk/>
            <pc:sldMk cId="1699559475" sldId="328"/>
            <ac:spMk id="63" creationId="{3034F276-2EA8-D92B-4584-8B0E83934EE9}"/>
          </ac:spMkLst>
        </pc:spChg>
        <pc:spChg chg="mod">
          <ac:chgData name="Guilherme da Costa Criscuolo" userId="ca8b11d29e1e8585" providerId="LiveId" clId="{E7E5DE29-60A4-4D58-A8C4-A0E1502ACE36}" dt="2026-07-29T18:43:05.719" v="3795" actId="207"/>
          <ac:spMkLst>
            <pc:docMk/>
            <pc:sldMk cId="1699559475" sldId="328"/>
            <ac:spMk id="71" creationId="{52469D43-F428-1431-ADE4-034184143EF0}"/>
          </ac:spMkLst>
        </pc:spChg>
        <pc:spChg chg="mod">
          <ac:chgData name="Guilherme da Costa Criscuolo" userId="ca8b11d29e1e8585" providerId="LiveId" clId="{E7E5DE29-60A4-4D58-A8C4-A0E1502ACE36}" dt="2026-07-29T18:43:10.408" v="3797" actId="207"/>
          <ac:spMkLst>
            <pc:docMk/>
            <pc:sldMk cId="1699559475" sldId="328"/>
            <ac:spMk id="83" creationId="{025EDC7E-E4EE-9EB0-DCD0-72E0CF50F413}"/>
          </ac:spMkLst>
        </pc:spChg>
        <pc:spChg chg="mod">
          <ac:chgData name="Guilherme da Costa Criscuolo" userId="ca8b11d29e1e8585" providerId="LiveId" clId="{E7E5DE29-60A4-4D58-A8C4-A0E1502ACE36}" dt="2026-07-29T18:43:10.408" v="3797" actId="207"/>
          <ac:spMkLst>
            <pc:docMk/>
            <pc:sldMk cId="1699559475" sldId="328"/>
            <ac:spMk id="93" creationId="{51B67C1D-FBCE-AF03-73FA-E448BAF8A61E}"/>
          </ac:spMkLst>
        </pc:spChg>
        <pc:spChg chg="mod">
          <ac:chgData name="Guilherme da Costa Criscuolo" userId="ca8b11d29e1e8585" providerId="LiveId" clId="{E7E5DE29-60A4-4D58-A8C4-A0E1502ACE36}" dt="2026-07-29T18:43:05.719" v="3795" actId="207"/>
          <ac:spMkLst>
            <pc:docMk/>
            <pc:sldMk cId="1699559475" sldId="328"/>
            <ac:spMk id="111" creationId="{74DBDA76-0AFA-85B6-77C6-347670CF4478}"/>
          </ac:spMkLst>
        </pc:spChg>
        <pc:spChg chg="mod">
          <ac:chgData name="Guilherme da Costa Criscuolo" userId="ca8b11d29e1e8585" providerId="LiveId" clId="{E7E5DE29-60A4-4D58-A8C4-A0E1502ACE36}" dt="2026-07-29T18:43:10.408" v="3797" actId="207"/>
          <ac:spMkLst>
            <pc:docMk/>
            <pc:sldMk cId="1699559475" sldId="328"/>
            <ac:spMk id="123" creationId="{BF705EB8-DC39-6108-C25E-C18F9701404C}"/>
          </ac:spMkLst>
        </pc:spChg>
        <pc:spChg chg="mod">
          <ac:chgData name="Guilherme da Costa Criscuolo" userId="ca8b11d29e1e8585" providerId="LiveId" clId="{E7E5DE29-60A4-4D58-A8C4-A0E1502ACE36}" dt="2026-07-29T18:43:05.719" v="3795" actId="207"/>
          <ac:spMkLst>
            <pc:docMk/>
            <pc:sldMk cId="1699559475" sldId="328"/>
            <ac:spMk id="131" creationId="{CC60D916-94D9-EEA1-361E-ABD60898B50A}"/>
          </ac:spMkLst>
        </pc:spChg>
        <pc:spChg chg="add mod">
          <ac:chgData name="Guilherme da Costa Criscuolo" userId="ca8b11d29e1e8585" providerId="LiveId" clId="{E7E5DE29-60A4-4D58-A8C4-A0E1502ACE36}" dt="2026-07-29T18:43:34.047" v="3832" actId="1036"/>
          <ac:spMkLst>
            <pc:docMk/>
            <pc:sldMk cId="1699559475" sldId="328"/>
            <ac:spMk id="137" creationId="{99DEC85A-0107-0214-46B7-767AE149F654}"/>
          </ac:spMkLst>
        </pc:spChg>
        <pc:spChg chg="mod">
          <ac:chgData name="Guilherme da Costa Criscuolo" userId="ca8b11d29e1e8585" providerId="LiveId" clId="{E7E5DE29-60A4-4D58-A8C4-A0E1502ACE36}" dt="2026-07-29T18:43:10.408" v="3797" actId="207"/>
          <ac:spMkLst>
            <pc:docMk/>
            <pc:sldMk cId="1699559475" sldId="328"/>
            <ac:spMk id="143" creationId="{36BCF6B9-AF5B-6B09-4B26-F8CF89B4A564}"/>
          </ac:spMkLst>
        </pc:spChg>
        <pc:spChg chg="add mod">
          <ac:chgData name="Guilherme da Costa Criscuolo" userId="ca8b11d29e1e8585" providerId="LiveId" clId="{E7E5DE29-60A4-4D58-A8C4-A0E1502ACE36}" dt="2026-07-29T18:43:34.047" v="3832" actId="1036"/>
          <ac:spMkLst>
            <pc:docMk/>
            <pc:sldMk cId="1699559475" sldId="328"/>
            <ac:spMk id="153" creationId="{C85D6A58-75A5-A3B2-87B6-465D7C92F1AC}"/>
          </ac:spMkLst>
        </pc:spChg>
        <pc:spChg chg="mod">
          <ac:chgData name="Guilherme da Costa Criscuolo" userId="ca8b11d29e1e8585" providerId="LiveId" clId="{E7E5DE29-60A4-4D58-A8C4-A0E1502ACE36}" dt="2026-07-29T18:43:05.719" v="3795" actId="207"/>
          <ac:spMkLst>
            <pc:docMk/>
            <pc:sldMk cId="1699559475" sldId="328"/>
            <ac:spMk id="159" creationId="{0F76CE83-7B19-40CB-E0AB-91BF817956A3}"/>
          </ac:spMkLst>
        </pc:spChg>
        <pc:spChg chg="mod">
          <ac:chgData name="Guilherme da Costa Criscuolo" userId="ca8b11d29e1e8585" providerId="LiveId" clId="{E7E5DE29-60A4-4D58-A8C4-A0E1502ACE36}" dt="2026-07-29T18:43:05.719" v="3795" actId="207"/>
          <ac:spMkLst>
            <pc:docMk/>
            <pc:sldMk cId="1699559475" sldId="328"/>
            <ac:spMk id="161" creationId="{0764D4DD-F493-95FC-5368-609222E823AD}"/>
          </ac:spMkLst>
        </pc:spChg>
        <pc:spChg chg="mod">
          <ac:chgData name="Guilherme da Costa Criscuolo" userId="ca8b11d29e1e8585" providerId="LiveId" clId="{E7E5DE29-60A4-4D58-A8C4-A0E1502ACE36}" dt="2026-07-29T18:43:05.719" v="3795" actId="207"/>
          <ac:spMkLst>
            <pc:docMk/>
            <pc:sldMk cId="1699559475" sldId="328"/>
            <ac:spMk id="171" creationId="{DBE75C14-1B8A-758C-A1A8-65276308B5AA}"/>
          </ac:spMkLst>
        </pc:spChg>
        <pc:spChg chg="mod">
          <ac:chgData name="Guilherme da Costa Criscuolo" userId="ca8b11d29e1e8585" providerId="LiveId" clId="{E7E5DE29-60A4-4D58-A8C4-A0E1502ACE36}" dt="2026-07-29T18:43:10.408" v="3797" actId="207"/>
          <ac:spMkLst>
            <pc:docMk/>
            <pc:sldMk cId="1699559475" sldId="328"/>
            <ac:spMk id="173" creationId="{0A6BE0EE-73E6-11D1-730A-325EDD3FECF2}"/>
          </ac:spMkLst>
        </pc:spChg>
        <pc:spChg chg="mod">
          <ac:chgData name="Guilherme da Costa Criscuolo" userId="ca8b11d29e1e8585" providerId="LiveId" clId="{E7E5DE29-60A4-4D58-A8C4-A0E1502ACE36}" dt="2026-07-29T18:43:05.719" v="3795" actId="207"/>
          <ac:spMkLst>
            <pc:docMk/>
            <pc:sldMk cId="1699559475" sldId="328"/>
            <ac:spMk id="179" creationId="{BAB2B3D9-F23A-F470-A954-03233171855C}"/>
          </ac:spMkLst>
        </pc:spChg>
        <pc:spChg chg="mod">
          <ac:chgData name="Guilherme da Costa Criscuolo" userId="ca8b11d29e1e8585" providerId="LiveId" clId="{E7E5DE29-60A4-4D58-A8C4-A0E1502ACE36}" dt="2026-07-29T18:43:10.408" v="3797" actId="207"/>
          <ac:spMkLst>
            <pc:docMk/>
            <pc:sldMk cId="1699559475" sldId="328"/>
            <ac:spMk id="193" creationId="{A3F1E02B-81B7-8BCB-DCDE-DFDCA1A95336}"/>
          </ac:spMkLst>
        </pc:spChg>
        <pc:spChg chg="mod">
          <ac:chgData name="Guilherme da Costa Criscuolo" userId="ca8b11d29e1e8585" providerId="LiveId" clId="{E7E5DE29-60A4-4D58-A8C4-A0E1502ACE36}" dt="2026-07-29T18:42:48.369" v="3782" actId="403"/>
          <ac:spMkLst>
            <pc:docMk/>
            <pc:sldMk cId="1699559475" sldId="328"/>
            <ac:spMk id="209" creationId="{A528B99D-6ECA-76B3-6DFA-B46D08109524}"/>
          </ac:spMkLst>
        </pc:spChg>
        <pc:spChg chg="add mod">
          <ac:chgData name="Guilherme da Costa Criscuolo" userId="ca8b11d29e1e8585" providerId="LiveId" clId="{E7E5DE29-60A4-4D58-A8C4-A0E1502ACE36}" dt="2026-07-29T18:43:34.047" v="3832" actId="1036"/>
          <ac:spMkLst>
            <pc:docMk/>
            <pc:sldMk cId="1699559475" sldId="328"/>
            <ac:spMk id="219" creationId="{9DD9B31D-87CF-A848-570E-B46A78318764}"/>
          </ac:spMkLst>
        </pc:spChg>
        <pc:spChg chg="add mod">
          <ac:chgData name="Guilherme da Costa Criscuolo" userId="ca8b11d29e1e8585" providerId="LiveId" clId="{E7E5DE29-60A4-4D58-A8C4-A0E1502ACE36}" dt="2026-07-29T18:43:34.047" v="3832" actId="1036"/>
          <ac:spMkLst>
            <pc:docMk/>
            <pc:sldMk cId="1699559475" sldId="328"/>
            <ac:spMk id="221" creationId="{7C02A3B5-1B9B-1B77-5D86-9C348CDE5CB3}"/>
          </ac:spMkLst>
        </pc:spChg>
        <pc:spChg chg="mod">
          <ac:chgData name="Guilherme da Costa Criscuolo" userId="ca8b11d29e1e8585" providerId="LiveId" clId="{E7E5DE29-60A4-4D58-A8C4-A0E1502ACE36}" dt="2026-07-29T18:43:18.378" v="3807" actId="1035"/>
          <ac:spMkLst>
            <pc:docMk/>
            <pc:sldMk cId="1699559475" sldId="328"/>
            <ac:spMk id="241" creationId="{E006868A-290F-8D9E-A612-EF7C6D84482E}"/>
          </ac:spMkLst>
        </pc:spChg>
        <pc:spChg chg="mod">
          <ac:chgData name="Guilherme da Costa Criscuolo" userId="ca8b11d29e1e8585" providerId="LiveId" clId="{E7E5DE29-60A4-4D58-A8C4-A0E1502ACE36}" dt="2026-07-29T18:43:18.378" v="3807" actId="1035"/>
          <ac:spMkLst>
            <pc:docMk/>
            <pc:sldMk cId="1699559475" sldId="328"/>
            <ac:spMk id="243" creationId="{48BEFD5F-A8EE-9986-BEAA-1292A3876787}"/>
          </ac:spMkLst>
        </pc:spChg>
        <pc:spChg chg="mod">
          <ac:chgData name="Guilherme da Costa Criscuolo" userId="ca8b11d29e1e8585" providerId="LiveId" clId="{E7E5DE29-60A4-4D58-A8C4-A0E1502ACE36}" dt="2026-07-29T18:43:18.378" v="3807" actId="1035"/>
          <ac:spMkLst>
            <pc:docMk/>
            <pc:sldMk cId="1699559475" sldId="328"/>
            <ac:spMk id="263" creationId="{DCE9E1D0-C73C-7C91-CC1F-C37C792BAB71}"/>
          </ac:spMkLst>
        </pc:spChg>
        <pc:spChg chg="mod">
          <ac:chgData name="Guilherme da Costa Criscuolo" userId="ca8b11d29e1e8585" providerId="LiveId" clId="{E7E5DE29-60A4-4D58-A8C4-A0E1502ACE36}" dt="2026-07-29T18:43:18.378" v="3807" actId="1035"/>
          <ac:spMkLst>
            <pc:docMk/>
            <pc:sldMk cId="1699559475" sldId="328"/>
            <ac:spMk id="307" creationId="{7F66EABA-86FC-AEBB-C0EF-23A1C5D5E46C}"/>
          </ac:spMkLst>
        </pc:spChg>
        <pc:spChg chg="mod">
          <ac:chgData name="Guilherme da Costa Criscuolo" userId="ca8b11d29e1e8585" providerId="LiveId" clId="{E7E5DE29-60A4-4D58-A8C4-A0E1502ACE36}" dt="2026-07-29T18:43:18.378" v="3807" actId="1035"/>
          <ac:spMkLst>
            <pc:docMk/>
            <pc:sldMk cId="1699559475" sldId="328"/>
            <ac:spMk id="333" creationId="{74E7E13D-E861-4505-1D8C-C758316D6ADB}"/>
          </ac:spMkLst>
        </pc:spChg>
        <pc:spChg chg="add mod">
          <ac:chgData name="Guilherme da Costa Criscuolo" userId="ca8b11d29e1e8585" providerId="LiveId" clId="{E7E5DE29-60A4-4D58-A8C4-A0E1502ACE36}" dt="2026-07-29T18:43:34.047" v="3832" actId="1036"/>
          <ac:spMkLst>
            <pc:docMk/>
            <pc:sldMk cId="1699559475" sldId="328"/>
            <ac:spMk id="353" creationId="{7394C8C3-2898-A5ED-7C6A-D5797A31F9BF}"/>
          </ac:spMkLst>
        </pc:spChg>
        <pc:spChg chg="mod">
          <ac:chgData name="Guilherme da Costa Criscuolo" userId="ca8b11d29e1e8585" providerId="LiveId" clId="{E7E5DE29-60A4-4D58-A8C4-A0E1502ACE36}" dt="2026-07-29T18:43:18.378" v="3807" actId="1035"/>
          <ac:spMkLst>
            <pc:docMk/>
            <pc:sldMk cId="1699559475" sldId="328"/>
            <ac:spMk id="361" creationId="{A6C5327A-8CC7-920B-53D8-0E6FD41C9408}"/>
          </ac:spMkLst>
        </pc:spChg>
        <pc:spChg chg="mod">
          <ac:chgData name="Guilherme da Costa Criscuolo" userId="ca8b11d29e1e8585" providerId="LiveId" clId="{E7E5DE29-60A4-4D58-A8C4-A0E1502ACE36}" dt="2026-07-29T18:43:18.378" v="3807" actId="1035"/>
          <ac:spMkLst>
            <pc:docMk/>
            <pc:sldMk cId="1699559475" sldId="328"/>
            <ac:spMk id="371" creationId="{CCC17EC1-9604-DADC-BDD9-8F845AF3D973}"/>
          </ac:spMkLst>
        </pc:spChg>
        <pc:spChg chg="mod">
          <ac:chgData name="Guilherme da Costa Criscuolo" userId="ca8b11d29e1e8585" providerId="LiveId" clId="{E7E5DE29-60A4-4D58-A8C4-A0E1502ACE36}" dt="2026-07-29T18:43:18.378" v="3807" actId="1035"/>
          <ac:spMkLst>
            <pc:docMk/>
            <pc:sldMk cId="1699559475" sldId="328"/>
            <ac:spMk id="381" creationId="{B867FD82-000F-829E-62D3-E3FF5D8AD19E}"/>
          </ac:spMkLst>
        </pc:spChg>
        <pc:spChg chg="add mod">
          <ac:chgData name="Guilherme da Costa Criscuolo" userId="ca8b11d29e1e8585" providerId="LiveId" clId="{E7E5DE29-60A4-4D58-A8C4-A0E1502ACE36}" dt="2026-07-29T18:43:34.047" v="3832" actId="1036"/>
          <ac:spMkLst>
            <pc:docMk/>
            <pc:sldMk cId="1699559475" sldId="328"/>
            <ac:spMk id="391" creationId="{680C69AB-C815-E422-55C3-DDF11FE94F5A}"/>
          </ac:spMkLst>
        </pc:spChg>
        <pc:spChg chg="mod">
          <ac:chgData name="Guilherme da Costa Criscuolo" userId="ca8b11d29e1e8585" providerId="LiveId" clId="{E7E5DE29-60A4-4D58-A8C4-A0E1502ACE36}" dt="2026-07-29T18:43:18.378" v="3807" actId="1035"/>
          <ac:spMkLst>
            <pc:docMk/>
            <pc:sldMk cId="1699559475" sldId="328"/>
            <ac:spMk id="405" creationId="{5ECEAA0D-CB05-19C0-A0DB-C3E1F938E0A7}"/>
          </ac:spMkLst>
        </pc:spChg>
        <pc:spChg chg="mod">
          <ac:chgData name="Guilherme da Costa Criscuolo" userId="ca8b11d29e1e8585" providerId="LiveId" clId="{E7E5DE29-60A4-4D58-A8C4-A0E1502ACE36}" dt="2026-07-29T18:42:48.369" v="3782" actId="403"/>
          <ac:spMkLst>
            <pc:docMk/>
            <pc:sldMk cId="1699559475" sldId="328"/>
            <ac:spMk id="413" creationId="{E732C286-763C-F7CD-2CB8-4A22E524FEF2}"/>
          </ac:spMkLst>
        </pc:spChg>
        <pc:spChg chg="mod">
          <ac:chgData name="Guilherme da Costa Criscuolo" userId="ca8b11d29e1e8585" providerId="LiveId" clId="{E7E5DE29-60A4-4D58-A8C4-A0E1502ACE36}" dt="2026-07-29T18:43:26.238" v="3827" actId="1035"/>
          <ac:spMkLst>
            <pc:docMk/>
            <pc:sldMk cId="1699559475" sldId="328"/>
            <ac:spMk id="421" creationId="{A31BA1EC-DDB9-1226-4E69-C89A1538F58B}"/>
          </ac:spMkLst>
        </pc:spChg>
        <pc:spChg chg="mod">
          <ac:chgData name="Guilherme da Costa Criscuolo" userId="ca8b11d29e1e8585" providerId="LiveId" clId="{E7E5DE29-60A4-4D58-A8C4-A0E1502ACE36}" dt="2026-07-29T18:43:26.238" v="3827" actId="1035"/>
          <ac:spMkLst>
            <pc:docMk/>
            <pc:sldMk cId="1699559475" sldId="328"/>
            <ac:spMk id="431" creationId="{B1548463-041C-C6B2-8677-9E82919A5679}"/>
          </ac:spMkLst>
        </pc:spChg>
        <pc:spChg chg="mod">
          <ac:chgData name="Guilherme da Costa Criscuolo" userId="ca8b11d29e1e8585" providerId="LiveId" clId="{E7E5DE29-60A4-4D58-A8C4-A0E1502ACE36}" dt="2026-07-29T18:43:26.238" v="3827" actId="1035"/>
          <ac:spMkLst>
            <pc:docMk/>
            <pc:sldMk cId="1699559475" sldId="328"/>
            <ac:spMk id="437" creationId="{FC2F3860-8305-B7E2-A2EA-34FA4C5F18C5}"/>
          </ac:spMkLst>
        </pc:spChg>
        <pc:spChg chg="mod">
          <ac:chgData name="Guilherme da Costa Criscuolo" userId="ca8b11d29e1e8585" providerId="LiveId" clId="{E7E5DE29-60A4-4D58-A8C4-A0E1502ACE36}" dt="2026-07-29T18:43:26.238" v="3827" actId="1035"/>
          <ac:spMkLst>
            <pc:docMk/>
            <pc:sldMk cId="1699559475" sldId="328"/>
            <ac:spMk id="455" creationId="{EFAD4A24-D5FF-4A76-803B-0D8204820D3C}"/>
          </ac:spMkLst>
        </pc:spChg>
        <pc:spChg chg="mod">
          <ac:chgData name="Guilherme da Costa Criscuolo" userId="ca8b11d29e1e8585" providerId="LiveId" clId="{E7E5DE29-60A4-4D58-A8C4-A0E1502ACE36}" dt="2026-07-29T18:43:26.238" v="3827" actId="1035"/>
          <ac:spMkLst>
            <pc:docMk/>
            <pc:sldMk cId="1699559475" sldId="328"/>
            <ac:spMk id="461" creationId="{6ADD74D6-E38D-1D14-4B03-E62B2BD836D3}"/>
          </ac:spMkLst>
        </pc:spChg>
        <pc:spChg chg="mod">
          <ac:chgData name="Guilherme da Costa Criscuolo" userId="ca8b11d29e1e8585" providerId="LiveId" clId="{E7E5DE29-60A4-4D58-A8C4-A0E1502ACE36}" dt="2026-07-29T18:43:26.238" v="3827" actId="1035"/>
          <ac:spMkLst>
            <pc:docMk/>
            <pc:sldMk cId="1699559475" sldId="328"/>
            <ac:spMk id="493" creationId="{34B36761-EF3E-4D93-B31B-F6EDF86DF34B}"/>
          </ac:spMkLst>
        </pc:spChg>
        <pc:spChg chg="add mod">
          <ac:chgData name="Guilherme da Costa Criscuolo" userId="ca8b11d29e1e8585" providerId="LiveId" clId="{E7E5DE29-60A4-4D58-A8C4-A0E1502ACE36}" dt="2026-07-29T18:43:34.047" v="3832" actId="1036"/>
          <ac:spMkLst>
            <pc:docMk/>
            <pc:sldMk cId="1699559475" sldId="328"/>
            <ac:spMk id="517" creationId="{44150627-EBED-AEC9-B600-9BD35D1FCA50}"/>
          </ac:spMkLst>
        </pc:spChg>
        <pc:spChg chg="add mod">
          <ac:chgData name="Guilherme da Costa Criscuolo" userId="ca8b11d29e1e8585" providerId="LiveId" clId="{E7E5DE29-60A4-4D58-A8C4-A0E1502ACE36}" dt="2026-07-29T18:43:34.047" v="3832" actId="1036"/>
          <ac:spMkLst>
            <pc:docMk/>
            <pc:sldMk cId="1699559475" sldId="328"/>
            <ac:spMk id="525" creationId="{165E1DC0-838E-4110-A2E9-C361BC2F42A4}"/>
          </ac:spMkLst>
        </pc:spChg>
        <pc:spChg chg="mod">
          <ac:chgData name="Guilherme da Costa Criscuolo" userId="ca8b11d29e1e8585" providerId="LiveId" clId="{E7E5DE29-60A4-4D58-A8C4-A0E1502ACE36}" dt="2026-07-29T18:43:26.238" v="3827" actId="1035"/>
          <ac:spMkLst>
            <pc:docMk/>
            <pc:sldMk cId="1699559475" sldId="328"/>
            <ac:spMk id="533" creationId="{68D1CED9-A124-29F3-83AB-E87616A4E410}"/>
          </ac:spMkLst>
        </pc:spChg>
        <pc:spChg chg="mod">
          <ac:chgData name="Guilherme da Costa Criscuolo" userId="ca8b11d29e1e8585" providerId="LiveId" clId="{E7E5DE29-60A4-4D58-A8C4-A0E1502ACE36}" dt="2026-07-29T18:43:26.238" v="3827" actId="1035"/>
          <ac:spMkLst>
            <pc:docMk/>
            <pc:sldMk cId="1699559475" sldId="328"/>
            <ac:spMk id="535" creationId="{731EF3AE-9B6C-82DA-FB02-E075E46EC78B}"/>
          </ac:spMkLst>
        </pc:spChg>
        <pc:spChg chg="mod">
          <ac:chgData name="Guilherme da Costa Criscuolo" userId="ca8b11d29e1e8585" providerId="LiveId" clId="{E7E5DE29-60A4-4D58-A8C4-A0E1502ACE36}" dt="2026-07-29T18:43:26.238" v="3827" actId="1035"/>
          <ac:spMkLst>
            <pc:docMk/>
            <pc:sldMk cId="1699559475" sldId="328"/>
            <ac:spMk id="541" creationId="{D584537B-C194-6BEE-9174-2DF53A8523E6}"/>
          </ac:spMkLst>
        </pc:spChg>
        <pc:spChg chg="add mod">
          <ac:chgData name="Guilherme da Costa Criscuolo" userId="ca8b11d29e1e8585" providerId="LiveId" clId="{E7E5DE29-60A4-4D58-A8C4-A0E1502ACE36}" dt="2026-07-29T18:43:34.047" v="3832" actId="1036"/>
          <ac:spMkLst>
            <pc:docMk/>
            <pc:sldMk cId="1699559475" sldId="328"/>
            <ac:spMk id="581" creationId="{C34DC942-24AF-5D5C-9AD1-8E389024C65C}"/>
          </ac:spMkLst>
        </pc:spChg>
        <pc:spChg chg="mod">
          <ac:chgData name="Guilherme da Costa Criscuolo" userId="ca8b11d29e1e8585" providerId="LiveId" clId="{E7E5DE29-60A4-4D58-A8C4-A0E1502ACE36}" dt="2026-07-29T18:43:26.238" v="3827" actId="1035"/>
          <ac:spMkLst>
            <pc:docMk/>
            <pc:sldMk cId="1699559475" sldId="328"/>
            <ac:spMk id="591" creationId="{1C3A94A8-AE7D-A83D-4128-EFE61F9BFCD9}"/>
          </ac:spMkLst>
        </pc:spChg>
        <pc:spChg chg="add mod">
          <ac:chgData name="Guilherme da Costa Criscuolo" userId="ca8b11d29e1e8585" providerId="LiveId" clId="{E7E5DE29-60A4-4D58-A8C4-A0E1502ACE36}" dt="2026-07-29T18:43:34.047" v="3832" actId="1036"/>
          <ac:spMkLst>
            <pc:docMk/>
            <pc:sldMk cId="1699559475" sldId="328"/>
            <ac:spMk id="593" creationId="{3B44EF72-40EF-1859-FEF3-BA6A1A94D855}"/>
          </ac:spMkLst>
        </pc:spChg>
      </pc:sldChg>
      <pc:sldChg chg="addSp delSp modSp new mod">
        <pc:chgData name="Guilherme da Costa Criscuolo" userId="ca8b11d29e1e8585" providerId="LiveId" clId="{E7E5DE29-60A4-4D58-A8C4-A0E1502ACE36}" dt="2026-07-30T11:27:40.244" v="4355" actId="167"/>
        <pc:sldMkLst>
          <pc:docMk/>
          <pc:sldMk cId="2383316263" sldId="329"/>
        </pc:sldMkLst>
        <pc:spChg chg="mod">
          <ac:chgData name="Guilherme da Costa Criscuolo" userId="ca8b11d29e1e8585" providerId="LiveId" clId="{E7E5DE29-60A4-4D58-A8C4-A0E1502ACE36}" dt="2026-07-29T18:45:35.351" v="3869" actId="1076"/>
          <ac:spMkLst>
            <pc:docMk/>
            <pc:sldMk cId="2383316263" sldId="329"/>
            <ac:spMk id="2" creationId="{408D31EF-B414-4084-5FCD-74E59CA29FE9}"/>
          </ac:spMkLst>
        </pc:spChg>
        <pc:spChg chg="mod">
          <ac:chgData name="Guilherme da Costa Criscuolo" userId="ca8b11d29e1e8585" providerId="LiveId" clId="{E7E5DE29-60A4-4D58-A8C4-A0E1502ACE36}" dt="2026-07-30T11:27:30.145" v="4352" actId="164"/>
          <ac:spMkLst>
            <pc:docMk/>
            <pc:sldMk cId="2383316263" sldId="329"/>
            <ac:spMk id="5" creationId="{C06121D2-2227-CD0C-D9B7-23ADF0DA850E}"/>
          </ac:spMkLst>
        </pc:spChg>
        <pc:spChg chg="mod">
          <ac:chgData name="Guilherme da Costa Criscuolo" userId="ca8b11d29e1e8585" providerId="LiveId" clId="{E7E5DE29-60A4-4D58-A8C4-A0E1502ACE36}" dt="2026-07-30T11:27:30.145" v="4352" actId="164"/>
          <ac:spMkLst>
            <pc:docMk/>
            <pc:sldMk cId="2383316263" sldId="329"/>
            <ac:spMk id="7" creationId="{B7B29866-A1DD-25F2-F1B5-702BF530534F}"/>
          </ac:spMkLst>
        </pc:spChg>
        <pc:spChg chg="mod">
          <ac:chgData name="Guilherme da Costa Criscuolo" userId="ca8b11d29e1e8585" providerId="LiveId" clId="{E7E5DE29-60A4-4D58-A8C4-A0E1502ACE36}" dt="2026-07-30T11:27:30.145" v="4352" actId="164"/>
          <ac:spMkLst>
            <pc:docMk/>
            <pc:sldMk cId="2383316263" sldId="329"/>
            <ac:spMk id="9" creationId="{69D38310-872F-2951-6E36-A39359482609}"/>
          </ac:spMkLst>
        </pc:spChg>
        <pc:spChg chg="add mod">
          <ac:chgData name="Guilherme da Costa Criscuolo" userId="ca8b11d29e1e8585" providerId="LiveId" clId="{E7E5DE29-60A4-4D58-A8C4-A0E1502ACE36}" dt="2026-07-30T11:27:30.145" v="4352" actId="164"/>
          <ac:spMkLst>
            <pc:docMk/>
            <pc:sldMk cId="2383316263" sldId="329"/>
            <ac:spMk id="11" creationId="{A2718E2F-31F3-3004-7FCE-88FABBD81E90}"/>
          </ac:spMkLst>
        </pc:spChg>
        <pc:spChg chg="mod">
          <ac:chgData name="Guilherme da Costa Criscuolo" userId="ca8b11d29e1e8585" providerId="LiveId" clId="{E7E5DE29-60A4-4D58-A8C4-A0E1502ACE36}" dt="2026-07-30T11:27:30.145" v="4352" actId="164"/>
          <ac:spMkLst>
            <pc:docMk/>
            <pc:sldMk cId="2383316263" sldId="329"/>
            <ac:spMk id="13" creationId="{1A921126-9541-A706-F106-E5A3C3A0F186}"/>
          </ac:spMkLst>
        </pc:spChg>
        <pc:spChg chg="add mod">
          <ac:chgData name="Guilherme da Costa Criscuolo" userId="ca8b11d29e1e8585" providerId="LiveId" clId="{E7E5DE29-60A4-4D58-A8C4-A0E1502ACE36}" dt="2026-07-30T11:27:30.145" v="4352" actId="164"/>
          <ac:spMkLst>
            <pc:docMk/>
            <pc:sldMk cId="2383316263" sldId="329"/>
            <ac:spMk id="15" creationId="{19D063CF-26BF-AAF1-4D0D-52599CF4641C}"/>
          </ac:spMkLst>
        </pc:spChg>
        <pc:spChg chg="mod">
          <ac:chgData name="Guilherme da Costa Criscuolo" userId="ca8b11d29e1e8585" providerId="LiveId" clId="{E7E5DE29-60A4-4D58-A8C4-A0E1502ACE36}" dt="2026-07-30T11:27:30.145" v="4352" actId="164"/>
          <ac:spMkLst>
            <pc:docMk/>
            <pc:sldMk cId="2383316263" sldId="329"/>
            <ac:spMk id="17" creationId="{D1D608A6-9BB1-4833-718C-10042853F43F}"/>
          </ac:spMkLst>
        </pc:spChg>
        <pc:spChg chg="mod">
          <ac:chgData name="Guilherme da Costa Criscuolo" userId="ca8b11d29e1e8585" providerId="LiveId" clId="{E7E5DE29-60A4-4D58-A8C4-A0E1502ACE36}" dt="2026-07-29T18:45:52.615" v="3879" actId="14100"/>
          <ac:spMkLst>
            <pc:docMk/>
            <pc:sldMk cId="2383316263" sldId="329"/>
            <ac:spMk id="23" creationId="{235378F8-1A00-9631-C482-ABBF7F297D23}"/>
          </ac:spMkLst>
        </pc:spChg>
        <pc:spChg chg="add mod">
          <ac:chgData name="Guilherme da Costa Criscuolo" userId="ca8b11d29e1e8585" providerId="LiveId" clId="{E7E5DE29-60A4-4D58-A8C4-A0E1502ACE36}" dt="2026-07-29T18:46:09.975" v="3881" actId="1076"/>
          <ac:spMkLst>
            <pc:docMk/>
            <pc:sldMk cId="2383316263" sldId="329"/>
            <ac:spMk id="25" creationId="{9E6ADE65-ED68-6955-7DEF-FD2339951C2D}"/>
          </ac:spMkLst>
        </pc:spChg>
        <pc:spChg chg="add mod">
          <ac:chgData name="Guilherme da Costa Criscuolo" userId="ca8b11d29e1e8585" providerId="LiveId" clId="{E7E5DE29-60A4-4D58-A8C4-A0E1502ACE36}" dt="2026-07-29T18:46:09.975" v="3881" actId="1076"/>
          <ac:spMkLst>
            <pc:docMk/>
            <pc:sldMk cId="2383316263" sldId="329"/>
            <ac:spMk id="27" creationId="{EC6CA387-8A8A-0B49-85F8-E09676A220B5}"/>
          </ac:spMkLst>
        </pc:spChg>
        <pc:spChg chg="mod">
          <ac:chgData name="Guilherme da Costa Criscuolo" userId="ca8b11d29e1e8585" providerId="LiveId" clId="{E7E5DE29-60A4-4D58-A8C4-A0E1502ACE36}" dt="2026-07-29T18:45:52.615" v="3879" actId="14100"/>
          <ac:spMkLst>
            <pc:docMk/>
            <pc:sldMk cId="2383316263" sldId="329"/>
            <ac:spMk id="29" creationId="{48A37A15-D382-7CCE-4EF9-7742587BD706}"/>
          </ac:spMkLst>
        </pc:spChg>
        <pc:spChg chg="add mod">
          <ac:chgData name="Guilherme da Costa Criscuolo" userId="ca8b11d29e1e8585" providerId="LiveId" clId="{E7E5DE29-60A4-4D58-A8C4-A0E1502ACE36}" dt="2026-07-29T18:46:09.975" v="3881" actId="1076"/>
          <ac:spMkLst>
            <pc:docMk/>
            <pc:sldMk cId="2383316263" sldId="329"/>
            <ac:spMk id="33" creationId="{9B858F48-3592-C3E6-C7EA-5343DFBA8307}"/>
          </ac:spMkLst>
        </pc:spChg>
        <pc:spChg chg="add mod">
          <ac:chgData name="Guilherme da Costa Criscuolo" userId="ca8b11d29e1e8585" providerId="LiveId" clId="{E7E5DE29-60A4-4D58-A8C4-A0E1502ACE36}" dt="2026-07-29T18:46:09.975" v="3881" actId="1076"/>
          <ac:spMkLst>
            <pc:docMk/>
            <pc:sldMk cId="2383316263" sldId="329"/>
            <ac:spMk id="35" creationId="{47D579E6-2BA8-9B69-591E-E852050C0800}"/>
          </ac:spMkLst>
        </pc:spChg>
        <pc:spChg chg="add mod">
          <ac:chgData name="Guilherme da Costa Criscuolo" userId="ca8b11d29e1e8585" providerId="LiveId" clId="{E7E5DE29-60A4-4D58-A8C4-A0E1502ACE36}" dt="2026-07-29T18:46:09.975" v="3881" actId="1076"/>
          <ac:spMkLst>
            <pc:docMk/>
            <pc:sldMk cId="2383316263" sldId="329"/>
            <ac:spMk id="41" creationId="{39E6C1CF-B3A3-D3D2-F11F-D841F263CA08}"/>
          </ac:spMkLst>
        </pc:spChg>
        <pc:spChg chg="add mod">
          <ac:chgData name="Guilherme da Costa Criscuolo" userId="ca8b11d29e1e8585" providerId="LiveId" clId="{E7E5DE29-60A4-4D58-A8C4-A0E1502ACE36}" dt="2026-07-29T18:46:09.975" v="3881" actId="1076"/>
          <ac:spMkLst>
            <pc:docMk/>
            <pc:sldMk cId="2383316263" sldId="329"/>
            <ac:spMk id="47" creationId="{23EB1040-50C5-351D-E24A-DAB4D6277D30}"/>
          </ac:spMkLst>
        </pc:spChg>
        <pc:spChg chg="add mod">
          <ac:chgData name="Guilherme da Costa Criscuolo" userId="ca8b11d29e1e8585" providerId="LiveId" clId="{E7E5DE29-60A4-4D58-A8C4-A0E1502ACE36}" dt="2026-07-29T18:46:09.975" v="3881" actId="1076"/>
          <ac:spMkLst>
            <pc:docMk/>
            <pc:sldMk cId="2383316263" sldId="329"/>
            <ac:spMk id="51" creationId="{8A14ACEB-6498-DDCB-59CB-3EB86FFF489E}"/>
          </ac:spMkLst>
        </pc:spChg>
        <pc:spChg chg="add mod">
          <ac:chgData name="Guilherme da Costa Criscuolo" userId="ca8b11d29e1e8585" providerId="LiveId" clId="{E7E5DE29-60A4-4D58-A8C4-A0E1502ACE36}" dt="2026-07-29T18:46:09.975" v="3881" actId="1076"/>
          <ac:spMkLst>
            <pc:docMk/>
            <pc:sldMk cId="2383316263" sldId="329"/>
            <ac:spMk id="53" creationId="{94004568-823E-6E2E-E767-78C06BAADC79}"/>
          </ac:spMkLst>
        </pc:spChg>
        <pc:spChg chg="mod">
          <ac:chgData name="Guilherme da Costa Criscuolo" userId="ca8b11d29e1e8585" providerId="LiveId" clId="{E7E5DE29-60A4-4D58-A8C4-A0E1502ACE36}" dt="2026-07-30T11:27:38.008" v="4354" actId="164"/>
          <ac:spMkLst>
            <pc:docMk/>
            <pc:sldMk cId="2383316263" sldId="329"/>
            <ac:spMk id="55" creationId="{E00D927E-53E9-E721-B861-9D435B4DE0FF}"/>
          </ac:spMkLst>
        </pc:spChg>
        <pc:spChg chg="mod">
          <ac:chgData name="Guilherme da Costa Criscuolo" userId="ca8b11d29e1e8585" providerId="LiveId" clId="{E7E5DE29-60A4-4D58-A8C4-A0E1502ACE36}" dt="2026-07-29T18:45:57.820" v="3880" actId="207"/>
          <ac:spMkLst>
            <pc:docMk/>
            <pc:sldMk cId="2383316263" sldId="329"/>
            <ac:spMk id="57" creationId="{A4851D2C-F5F6-FA93-BE37-2C0846DB1B31}"/>
          </ac:spMkLst>
        </pc:spChg>
        <pc:grpChg chg="add mod ord">
          <ac:chgData name="Guilherme da Costa Criscuolo" userId="ca8b11d29e1e8585" providerId="LiveId" clId="{E7E5DE29-60A4-4D58-A8C4-A0E1502ACE36}" dt="2026-07-30T11:27:38.008" v="4354" actId="164"/>
          <ac:grpSpMkLst>
            <pc:docMk/>
            <pc:sldMk cId="2383316263" sldId="329"/>
            <ac:grpSpMk id="4" creationId="{150C8D8C-A987-66C6-1565-4B6C5227EAB5}"/>
          </ac:grpSpMkLst>
        </pc:grpChg>
        <pc:grpChg chg="add mod ord">
          <ac:chgData name="Guilherme da Costa Criscuolo" userId="ca8b11d29e1e8585" providerId="LiveId" clId="{E7E5DE29-60A4-4D58-A8C4-A0E1502ACE36}" dt="2026-07-30T11:27:40.244" v="4355" actId="167"/>
          <ac:grpSpMkLst>
            <pc:docMk/>
            <pc:sldMk cId="2383316263" sldId="329"/>
            <ac:grpSpMk id="6" creationId="{3496CA2D-AA63-3414-DBB2-121107CA7C54}"/>
          </ac:grpSpMkLst>
        </pc:grpChg>
        <pc:picChg chg="del">
          <ac:chgData name="Guilherme da Costa Criscuolo" userId="ca8b11d29e1e8585" providerId="LiveId" clId="{E7E5DE29-60A4-4D58-A8C4-A0E1502ACE36}" dt="2026-07-29T18:44:59.989" v="3850" actId="478"/>
          <ac:picMkLst>
            <pc:docMk/>
            <pc:sldMk cId="2383316263" sldId="329"/>
            <ac:picMk id="59" creationId="{452E0B8E-D264-2426-FC4D-FCDA4CA1649B}"/>
          </ac:picMkLst>
        </pc:picChg>
      </pc:sldChg>
      <pc:sldChg chg="addSp delSp modSp new mod">
        <pc:chgData name="Guilherme da Costa Criscuolo" userId="ca8b11d29e1e8585" providerId="LiveId" clId="{E7E5DE29-60A4-4D58-A8C4-A0E1502ACE36}" dt="2026-07-29T18:48:09.798" v="3925" actId="20577"/>
        <pc:sldMkLst>
          <pc:docMk/>
          <pc:sldMk cId="2969536306" sldId="330"/>
        </pc:sldMkLst>
        <pc:spChg chg="mod">
          <ac:chgData name="Guilherme da Costa Criscuolo" userId="ca8b11d29e1e8585" providerId="LiveId" clId="{E7E5DE29-60A4-4D58-A8C4-A0E1502ACE36}" dt="2026-07-29T18:48:09.798" v="3925" actId="20577"/>
          <ac:spMkLst>
            <pc:docMk/>
            <pc:sldMk cId="2969536306" sldId="330"/>
            <ac:spMk id="2" creationId="{35A655E9-ECEC-3BC1-DA2E-0D1F89D4CADA}"/>
          </ac:spMkLst>
        </pc:spChg>
        <pc:spChg chg="add mod topLvl">
          <ac:chgData name="Guilherme da Costa Criscuolo" userId="ca8b11d29e1e8585" providerId="LiveId" clId="{E7E5DE29-60A4-4D58-A8C4-A0E1502ACE36}" dt="2026-07-29T18:48:01.147" v="3908" actId="207"/>
          <ac:spMkLst>
            <pc:docMk/>
            <pc:sldMk cId="2969536306" sldId="330"/>
            <ac:spMk id="5" creationId="{07082677-55E2-F423-9721-714BA82E98BF}"/>
          </ac:spMkLst>
        </pc:spChg>
        <pc:spChg chg="mod">
          <ac:chgData name="Guilherme da Costa Criscuolo" userId="ca8b11d29e1e8585" providerId="LiveId" clId="{E7E5DE29-60A4-4D58-A8C4-A0E1502ACE36}" dt="2026-07-29T18:47:57.856" v="3907" actId="207"/>
          <ac:spMkLst>
            <pc:docMk/>
            <pc:sldMk cId="2969536306" sldId="330"/>
            <ac:spMk id="7" creationId="{68AB7E65-78F8-32BE-4A29-2B161535CF5E}"/>
          </ac:spMkLst>
        </pc:spChg>
        <pc:spChg chg="mod">
          <ac:chgData name="Guilherme da Costa Criscuolo" userId="ca8b11d29e1e8585" providerId="LiveId" clId="{E7E5DE29-60A4-4D58-A8C4-A0E1502ACE36}" dt="2026-07-29T18:47:49.795" v="3905" actId="207"/>
          <ac:spMkLst>
            <pc:docMk/>
            <pc:sldMk cId="2969536306" sldId="330"/>
            <ac:spMk id="9" creationId="{E466AF9F-0ED9-2537-CFAE-AD8A70A8A79F}"/>
          </ac:spMkLst>
        </pc:spChg>
        <pc:spChg chg="add mod topLvl">
          <ac:chgData name="Guilherme da Costa Criscuolo" userId="ca8b11d29e1e8585" providerId="LiveId" clId="{E7E5DE29-60A4-4D58-A8C4-A0E1502ACE36}" dt="2026-07-29T18:47:20.803" v="3895" actId="165"/>
          <ac:spMkLst>
            <pc:docMk/>
            <pc:sldMk cId="2969536306" sldId="330"/>
            <ac:spMk id="11" creationId="{BC93C1AC-267C-616B-B1A7-77F79D60C846}"/>
          </ac:spMkLst>
        </pc:spChg>
        <pc:spChg chg="mod">
          <ac:chgData name="Guilherme da Costa Criscuolo" userId="ca8b11d29e1e8585" providerId="LiveId" clId="{E7E5DE29-60A4-4D58-A8C4-A0E1502ACE36}" dt="2026-07-29T18:47:41.005" v="3902" actId="207"/>
          <ac:spMkLst>
            <pc:docMk/>
            <pc:sldMk cId="2969536306" sldId="330"/>
            <ac:spMk id="13" creationId="{06485AF6-C862-08EF-F1C7-FB142C188CEB}"/>
          </ac:spMkLst>
        </pc:spChg>
        <pc:spChg chg="add mod topLvl">
          <ac:chgData name="Guilherme da Costa Criscuolo" userId="ca8b11d29e1e8585" providerId="LiveId" clId="{E7E5DE29-60A4-4D58-A8C4-A0E1502ACE36}" dt="2026-07-29T18:47:20.803" v="3895" actId="165"/>
          <ac:spMkLst>
            <pc:docMk/>
            <pc:sldMk cId="2969536306" sldId="330"/>
            <ac:spMk id="23" creationId="{FBFFBA18-81B2-1862-C02A-417824E3DC48}"/>
          </ac:spMkLst>
        </pc:spChg>
        <pc:spChg chg="mod">
          <ac:chgData name="Guilherme da Costa Criscuolo" userId="ca8b11d29e1e8585" providerId="LiveId" clId="{E7E5DE29-60A4-4D58-A8C4-A0E1502ACE36}" dt="2026-07-29T18:47:45.066" v="3904" actId="207"/>
          <ac:spMkLst>
            <pc:docMk/>
            <pc:sldMk cId="2969536306" sldId="330"/>
            <ac:spMk id="25" creationId="{5F64D2C2-5C6B-0D1C-1A3C-7EBBF145F25C}"/>
          </ac:spMkLst>
        </pc:spChg>
        <pc:spChg chg="mod">
          <ac:chgData name="Guilherme da Costa Criscuolo" userId="ca8b11d29e1e8585" providerId="LiveId" clId="{E7E5DE29-60A4-4D58-A8C4-A0E1502ACE36}" dt="2026-07-29T18:47:41.005" v="3902" actId="207"/>
          <ac:spMkLst>
            <pc:docMk/>
            <pc:sldMk cId="2969536306" sldId="330"/>
            <ac:spMk id="27" creationId="{A26DB2E0-BDE0-7EBE-39A8-8F4373814549}"/>
          </ac:spMkLst>
        </pc:spChg>
        <pc:spChg chg="mod">
          <ac:chgData name="Guilherme da Costa Criscuolo" userId="ca8b11d29e1e8585" providerId="LiveId" clId="{E7E5DE29-60A4-4D58-A8C4-A0E1502ACE36}" dt="2026-07-29T18:47:41.005" v="3902" actId="207"/>
          <ac:spMkLst>
            <pc:docMk/>
            <pc:sldMk cId="2969536306" sldId="330"/>
            <ac:spMk id="29" creationId="{1DD6175E-8B8D-CCEA-49D4-DCFED5263534}"/>
          </ac:spMkLst>
        </pc:spChg>
        <pc:spChg chg="mod">
          <ac:chgData name="Guilherme da Costa Criscuolo" userId="ca8b11d29e1e8585" providerId="LiveId" clId="{E7E5DE29-60A4-4D58-A8C4-A0E1502ACE36}" dt="2026-07-29T18:47:41.005" v="3902" actId="207"/>
          <ac:spMkLst>
            <pc:docMk/>
            <pc:sldMk cId="2969536306" sldId="330"/>
            <ac:spMk id="31" creationId="{E513CD06-EA26-B56E-3770-513CDDB2E094}"/>
          </ac:spMkLst>
        </pc:spChg>
        <pc:spChg chg="add mod topLvl">
          <ac:chgData name="Guilherme da Costa Criscuolo" userId="ca8b11d29e1e8585" providerId="LiveId" clId="{E7E5DE29-60A4-4D58-A8C4-A0E1502ACE36}" dt="2026-07-29T18:47:20.803" v="3895" actId="165"/>
          <ac:spMkLst>
            <pc:docMk/>
            <pc:sldMk cId="2969536306" sldId="330"/>
            <ac:spMk id="35" creationId="{0B38CDF5-2CF6-2673-ECB9-97A6575A5804}"/>
          </ac:spMkLst>
        </pc:spChg>
        <pc:spChg chg="mod topLvl">
          <ac:chgData name="Guilherme da Costa Criscuolo" userId="ca8b11d29e1e8585" providerId="LiveId" clId="{E7E5DE29-60A4-4D58-A8C4-A0E1502ACE36}" dt="2026-07-29T18:47:20.803" v="3895" actId="165"/>
          <ac:spMkLst>
            <pc:docMk/>
            <pc:sldMk cId="2969536306" sldId="330"/>
            <ac:spMk id="49" creationId="{DF4708AC-290E-8076-3663-92BD5EC43085}"/>
          </ac:spMkLst>
        </pc:spChg>
        <pc:spChg chg="mod topLvl">
          <ac:chgData name="Guilherme da Costa Criscuolo" userId="ca8b11d29e1e8585" providerId="LiveId" clId="{E7E5DE29-60A4-4D58-A8C4-A0E1502ACE36}" dt="2026-07-29T18:47:54.966" v="3906" actId="207"/>
          <ac:spMkLst>
            <pc:docMk/>
            <pc:sldMk cId="2969536306" sldId="330"/>
            <ac:spMk id="51" creationId="{1B200007-3F90-3B52-B669-EF11EB65ADF0}"/>
          </ac:spMkLst>
        </pc:spChg>
        <pc:spChg chg="del">
          <ac:chgData name="Guilherme da Costa Criscuolo" userId="ca8b11d29e1e8585" providerId="LiveId" clId="{E7E5DE29-60A4-4D58-A8C4-A0E1502ACE36}" dt="2026-07-29T18:46:47.057" v="3884" actId="478"/>
          <ac:spMkLst>
            <pc:docMk/>
            <pc:sldMk cId="2969536306" sldId="330"/>
            <ac:spMk id="55" creationId="{076B852D-F14E-B159-E29B-9ADCAC55DDC3}"/>
          </ac:spMkLst>
        </pc:spChg>
        <pc:spChg chg="add mod topLvl">
          <ac:chgData name="Guilherme da Costa Criscuolo" userId="ca8b11d29e1e8585" providerId="LiveId" clId="{E7E5DE29-60A4-4D58-A8C4-A0E1502ACE36}" dt="2026-07-29T18:47:20.803" v="3895" actId="165"/>
          <ac:spMkLst>
            <pc:docMk/>
            <pc:sldMk cId="2969536306" sldId="330"/>
            <ac:spMk id="57" creationId="{505F50AB-CA2F-B4B5-5B80-492D85AC4D0D}"/>
          </ac:spMkLst>
        </pc:spChg>
        <pc:spChg chg="del">
          <ac:chgData name="Guilherme da Costa Criscuolo" userId="ca8b11d29e1e8585" providerId="LiveId" clId="{E7E5DE29-60A4-4D58-A8C4-A0E1502ACE36}" dt="2026-07-29T18:46:47.057" v="3884" actId="478"/>
          <ac:spMkLst>
            <pc:docMk/>
            <pc:sldMk cId="2969536306" sldId="330"/>
            <ac:spMk id="61" creationId="{43996CAA-53DF-CC09-0BF2-E73D9FCFD384}"/>
          </ac:spMkLst>
        </pc:spChg>
        <pc:spChg chg="mod topLvl">
          <ac:chgData name="Guilherme da Costa Criscuolo" userId="ca8b11d29e1e8585" providerId="LiveId" clId="{E7E5DE29-60A4-4D58-A8C4-A0E1502ACE36}" dt="2026-07-29T18:47:20.803" v="3895" actId="165"/>
          <ac:spMkLst>
            <pc:docMk/>
            <pc:sldMk cId="2969536306" sldId="330"/>
            <ac:spMk id="63" creationId="{A6F52E4C-2A7D-DC5B-DF8B-342594E5DDA6}"/>
          </ac:spMkLst>
        </pc:spChg>
        <pc:spChg chg="del">
          <ac:chgData name="Guilherme da Costa Criscuolo" userId="ca8b11d29e1e8585" providerId="LiveId" clId="{E7E5DE29-60A4-4D58-A8C4-A0E1502ACE36}" dt="2026-07-29T18:46:47.057" v="3884" actId="478"/>
          <ac:spMkLst>
            <pc:docMk/>
            <pc:sldMk cId="2969536306" sldId="330"/>
            <ac:spMk id="67" creationId="{DEC9549B-4B11-125B-2C6E-0522732FC04E}"/>
          </ac:spMkLst>
        </pc:spChg>
        <pc:spChg chg="mod">
          <ac:chgData name="Guilherme da Costa Criscuolo" userId="ca8b11d29e1e8585" providerId="LiveId" clId="{E7E5DE29-60A4-4D58-A8C4-A0E1502ACE36}" dt="2026-07-29T18:47:54.966" v="3906" actId="207"/>
          <ac:spMkLst>
            <pc:docMk/>
            <pc:sldMk cId="2969536306" sldId="330"/>
            <ac:spMk id="69" creationId="{ED6D53CA-997D-C74D-9320-A95D172D21A1}"/>
          </ac:spMkLst>
        </pc:spChg>
        <pc:spChg chg="add del">
          <ac:chgData name="Guilherme da Costa Criscuolo" userId="ca8b11d29e1e8585" providerId="LiveId" clId="{E7E5DE29-60A4-4D58-A8C4-A0E1502ACE36}" dt="2026-07-29T18:46:47.057" v="3884" actId="478"/>
          <ac:spMkLst>
            <pc:docMk/>
            <pc:sldMk cId="2969536306" sldId="330"/>
            <ac:spMk id="73" creationId="{ACB8F3D2-1809-9E52-2731-5A5FD5636C25}"/>
          </ac:spMkLst>
        </pc:spChg>
        <pc:spChg chg="mod">
          <ac:chgData name="Guilherme da Costa Criscuolo" userId="ca8b11d29e1e8585" providerId="LiveId" clId="{E7E5DE29-60A4-4D58-A8C4-A0E1502ACE36}" dt="2026-07-29T18:48:04.067" v="3909" actId="207"/>
          <ac:spMkLst>
            <pc:docMk/>
            <pc:sldMk cId="2969536306" sldId="330"/>
            <ac:spMk id="75" creationId="{AF6AA20A-C7AE-8BD8-5D49-9266FEB17317}"/>
          </ac:spMkLst>
        </pc:spChg>
        <pc:spChg chg="del">
          <ac:chgData name="Guilherme da Costa Criscuolo" userId="ca8b11d29e1e8585" providerId="LiveId" clId="{E7E5DE29-60A4-4D58-A8C4-A0E1502ACE36}" dt="2026-07-29T18:46:51.213" v="3885" actId="478"/>
          <ac:spMkLst>
            <pc:docMk/>
            <pc:sldMk cId="2969536306" sldId="330"/>
            <ac:spMk id="79" creationId="{1927CB57-9D63-7DC3-4B77-9866B0D71AE2}"/>
          </ac:spMkLst>
        </pc:spChg>
        <pc:spChg chg="del">
          <ac:chgData name="Guilherme da Costa Criscuolo" userId="ca8b11d29e1e8585" providerId="LiveId" clId="{E7E5DE29-60A4-4D58-A8C4-A0E1502ACE36}" dt="2026-07-29T18:46:47.057" v="3884" actId="478"/>
          <ac:spMkLst>
            <pc:docMk/>
            <pc:sldMk cId="2969536306" sldId="330"/>
            <ac:spMk id="85" creationId="{C565FF56-9375-C4BA-57AC-081CA3401AFB}"/>
          </ac:spMkLst>
        </pc:spChg>
        <pc:spChg chg="add del">
          <ac:chgData name="Guilherme da Costa Criscuolo" userId="ca8b11d29e1e8585" providerId="LiveId" clId="{E7E5DE29-60A4-4D58-A8C4-A0E1502ACE36}" dt="2026-07-29T18:46:47.057" v="3884" actId="478"/>
          <ac:spMkLst>
            <pc:docMk/>
            <pc:sldMk cId="2969536306" sldId="330"/>
            <ac:spMk id="89" creationId="{DF39B803-0573-34AC-2F2B-280BCE1CBC0B}"/>
          </ac:spMkLst>
        </pc:spChg>
        <pc:spChg chg="add mod topLvl">
          <ac:chgData name="Guilherme da Costa Criscuolo" userId="ca8b11d29e1e8585" providerId="LiveId" clId="{E7E5DE29-60A4-4D58-A8C4-A0E1502ACE36}" dt="2026-07-29T18:48:04.067" v="3909" actId="207"/>
          <ac:spMkLst>
            <pc:docMk/>
            <pc:sldMk cId="2969536306" sldId="330"/>
            <ac:spMk id="91" creationId="{685C871E-1D6C-1669-C0AB-3DA6CB769AA9}"/>
          </ac:spMkLst>
        </pc:spChg>
        <pc:spChg chg="del">
          <ac:chgData name="Guilherme da Costa Criscuolo" userId="ca8b11d29e1e8585" providerId="LiveId" clId="{E7E5DE29-60A4-4D58-A8C4-A0E1502ACE36}" dt="2026-07-29T18:46:51.213" v="3885" actId="478"/>
          <ac:spMkLst>
            <pc:docMk/>
            <pc:sldMk cId="2969536306" sldId="330"/>
            <ac:spMk id="95" creationId="{BE820ACF-A1B4-C642-BC49-2A421B8F75B6}"/>
          </ac:spMkLst>
        </pc:spChg>
        <pc:spChg chg="del">
          <ac:chgData name="Guilherme da Costa Criscuolo" userId="ca8b11d29e1e8585" providerId="LiveId" clId="{E7E5DE29-60A4-4D58-A8C4-A0E1502ACE36}" dt="2026-07-29T18:46:47.057" v="3884" actId="478"/>
          <ac:spMkLst>
            <pc:docMk/>
            <pc:sldMk cId="2969536306" sldId="330"/>
            <ac:spMk id="99" creationId="{FD1F0C58-6D97-92D6-AECF-0EE853896478}"/>
          </ac:spMkLst>
        </pc:spChg>
        <pc:spChg chg="mod">
          <ac:chgData name="Guilherme da Costa Criscuolo" userId="ca8b11d29e1e8585" providerId="LiveId" clId="{E7E5DE29-60A4-4D58-A8C4-A0E1502ACE36}" dt="2026-07-29T18:48:04.067" v="3909" actId="207"/>
          <ac:spMkLst>
            <pc:docMk/>
            <pc:sldMk cId="2969536306" sldId="330"/>
            <ac:spMk id="101" creationId="{19BDE169-5B8B-7DC7-46A2-4A3B8D106FA7}"/>
          </ac:spMkLst>
        </pc:spChg>
        <pc:spChg chg="add del">
          <ac:chgData name="Guilherme da Costa Criscuolo" userId="ca8b11d29e1e8585" providerId="LiveId" clId="{E7E5DE29-60A4-4D58-A8C4-A0E1502ACE36}" dt="2026-07-29T18:46:47.057" v="3884" actId="478"/>
          <ac:spMkLst>
            <pc:docMk/>
            <pc:sldMk cId="2969536306" sldId="330"/>
            <ac:spMk id="105" creationId="{3ED30076-4835-AB39-81B3-39E446AC3F3B}"/>
          </ac:spMkLst>
        </pc:spChg>
        <pc:spChg chg="add del mod topLvl">
          <ac:chgData name="Guilherme da Costa Criscuolo" userId="ca8b11d29e1e8585" providerId="LiveId" clId="{E7E5DE29-60A4-4D58-A8C4-A0E1502ACE36}" dt="2026-07-29T18:47:54.966" v="3906" actId="207"/>
          <ac:spMkLst>
            <pc:docMk/>
            <pc:sldMk cId="2969536306" sldId="330"/>
            <ac:spMk id="107" creationId="{06921E99-98A5-CBA8-6A14-59DFEBEA03C6}"/>
          </ac:spMkLst>
        </pc:spChg>
        <pc:spChg chg="del">
          <ac:chgData name="Guilherme da Costa Criscuolo" userId="ca8b11d29e1e8585" providerId="LiveId" clId="{E7E5DE29-60A4-4D58-A8C4-A0E1502ACE36}" dt="2026-07-29T18:46:47.057" v="3884" actId="478"/>
          <ac:spMkLst>
            <pc:docMk/>
            <pc:sldMk cId="2969536306" sldId="330"/>
            <ac:spMk id="111" creationId="{E7079B84-A058-F950-0E12-DAA818093D23}"/>
          </ac:spMkLst>
        </pc:spChg>
        <pc:spChg chg="add del">
          <ac:chgData name="Guilherme da Costa Criscuolo" userId="ca8b11d29e1e8585" providerId="LiveId" clId="{E7E5DE29-60A4-4D58-A8C4-A0E1502ACE36}" dt="2026-07-29T18:46:51.213" v="3885" actId="478"/>
          <ac:spMkLst>
            <pc:docMk/>
            <pc:sldMk cId="2969536306" sldId="330"/>
            <ac:spMk id="115" creationId="{4842017B-3B86-B2F3-0C75-F732C3FF42EE}"/>
          </ac:spMkLst>
        </pc:spChg>
        <pc:grpChg chg="mod">
          <ac:chgData name="Guilherme da Costa Criscuolo" userId="ca8b11d29e1e8585" providerId="LiveId" clId="{E7E5DE29-60A4-4D58-A8C4-A0E1502ACE36}" dt="2026-07-29T18:47:18.666" v="3894" actId="1076"/>
          <ac:grpSpMkLst>
            <pc:docMk/>
            <pc:sldMk cId="2969536306" sldId="330"/>
            <ac:grpSpMk id="116" creationId="{5F966ACD-FAC3-2C14-012C-C6E8E1713078}"/>
          </ac:grpSpMkLst>
        </pc:grpChg>
        <pc:picChg chg="add del">
          <ac:chgData name="Guilherme da Costa Criscuolo" userId="ca8b11d29e1e8585" providerId="LiveId" clId="{E7E5DE29-60A4-4D58-A8C4-A0E1502ACE36}" dt="2026-07-29T18:47:23.394" v="3896" actId="478"/>
          <ac:picMkLst>
            <pc:docMk/>
            <pc:sldMk cId="2969536306" sldId="330"/>
            <ac:picMk id="53" creationId="{26D52CFA-5494-A281-C7B6-6344E5949D58}"/>
          </ac:picMkLst>
        </pc:picChg>
        <pc:picChg chg="del">
          <ac:chgData name="Guilherme da Costa Criscuolo" userId="ca8b11d29e1e8585" providerId="LiveId" clId="{E7E5DE29-60A4-4D58-A8C4-A0E1502ACE36}" dt="2026-07-29T18:47:30.093" v="3899" actId="478"/>
          <ac:picMkLst>
            <pc:docMk/>
            <pc:sldMk cId="2969536306" sldId="330"/>
            <ac:picMk id="59" creationId="{94D91743-0708-4F72-3CAA-92F72D69C4E5}"/>
          </ac:picMkLst>
        </pc:picChg>
        <pc:picChg chg="del">
          <ac:chgData name="Guilherme da Costa Criscuolo" userId="ca8b11d29e1e8585" providerId="LiveId" clId="{E7E5DE29-60A4-4D58-A8C4-A0E1502ACE36}" dt="2026-07-29T18:47:28.366" v="3898" actId="478"/>
          <ac:picMkLst>
            <pc:docMk/>
            <pc:sldMk cId="2969536306" sldId="330"/>
            <ac:picMk id="65" creationId="{AB44A720-35AC-85B5-DCC8-EC419350FE8F}"/>
          </ac:picMkLst>
        </pc:picChg>
        <pc:picChg chg="add del">
          <ac:chgData name="Guilherme da Costa Criscuolo" userId="ca8b11d29e1e8585" providerId="LiveId" clId="{E7E5DE29-60A4-4D58-A8C4-A0E1502ACE36}" dt="2026-07-29T18:47:23.394" v="3896" actId="478"/>
          <ac:picMkLst>
            <pc:docMk/>
            <pc:sldMk cId="2969536306" sldId="330"/>
            <ac:picMk id="71" creationId="{8BB0B89A-9615-A01F-DFD6-ECDBA01CC735}"/>
          </ac:picMkLst>
        </pc:picChg>
        <pc:picChg chg="del">
          <ac:chgData name="Guilherme da Costa Criscuolo" userId="ca8b11d29e1e8585" providerId="LiveId" clId="{E7E5DE29-60A4-4D58-A8C4-A0E1502ACE36}" dt="2026-07-29T18:47:31.587" v="3900" actId="478"/>
          <ac:picMkLst>
            <pc:docMk/>
            <pc:sldMk cId="2969536306" sldId="330"/>
            <ac:picMk id="77" creationId="{E22603E2-3209-ECF9-254D-76A90A5EB5BD}"/>
          </ac:picMkLst>
        </pc:picChg>
        <pc:picChg chg="del">
          <ac:chgData name="Guilherme da Costa Criscuolo" userId="ca8b11d29e1e8585" providerId="LiveId" clId="{E7E5DE29-60A4-4D58-A8C4-A0E1502ACE36}" dt="2026-07-29T18:47:28.366" v="3898" actId="478"/>
          <ac:picMkLst>
            <pc:docMk/>
            <pc:sldMk cId="2969536306" sldId="330"/>
            <ac:picMk id="83" creationId="{59124DA7-EDB9-0CCB-F9BA-B7214080D1CA}"/>
          </ac:picMkLst>
        </pc:picChg>
        <pc:picChg chg="del">
          <ac:chgData name="Guilherme da Costa Criscuolo" userId="ca8b11d29e1e8585" providerId="LiveId" clId="{E7E5DE29-60A4-4D58-A8C4-A0E1502ACE36}" dt="2026-07-29T18:47:28.366" v="3898" actId="478"/>
          <ac:picMkLst>
            <pc:docMk/>
            <pc:sldMk cId="2969536306" sldId="330"/>
            <ac:picMk id="87" creationId="{6A8AD0D1-D185-EC06-4367-5A0B2B04C27E}"/>
          </ac:picMkLst>
        </pc:picChg>
        <pc:picChg chg="del">
          <ac:chgData name="Guilherme da Costa Criscuolo" userId="ca8b11d29e1e8585" providerId="LiveId" clId="{E7E5DE29-60A4-4D58-A8C4-A0E1502ACE36}" dt="2026-07-29T18:47:33.062" v="3901" actId="478"/>
          <ac:picMkLst>
            <pc:docMk/>
            <pc:sldMk cId="2969536306" sldId="330"/>
            <ac:picMk id="93" creationId="{8EEBA974-4598-7603-CE10-05E88BCCEF6C}"/>
          </ac:picMkLst>
        </pc:picChg>
        <pc:picChg chg="del">
          <ac:chgData name="Guilherme da Costa Criscuolo" userId="ca8b11d29e1e8585" providerId="LiveId" clId="{E7E5DE29-60A4-4D58-A8C4-A0E1502ACE36}" dt="2026-07-29T18:47:30.093" v="3899" actId="478"/>
          <ac:picMkLst>
            <pc:docMk/>
            <pc:sldMk cId="2969536306" sldId="330"/>
            <ac:picMk id="97" creationId="{FBD23EF5-EB67-E673-A80D-7007BE895D29}"/>
          </ac:picMkLst>
        </pc:picChg>
        <pc:picChg chg="del">
          <ac:chgData name="Guilherme da Costa Criscuolo" userId="ca8b11d29e1e8585" providerId="LiveId" clId="{E7E5DE29-60A4-4D58-A8C4-A0E1502ACE36}" dt="2026-07-29T18:47:31.587" v="3900" actId="478"/>
          <ac:picMkLst>
            <pc:docMk/>
            <pc:sldMk cId="2969536306" sldId="330"/>
            <ac:picMk id="103" creationId="{C0E0BDC5-8106-1DA0-51CC-9310963ADAB3}"/>
          </ac:picMkLst>
        </pc:picChg>
        <pc:picChg chg="del">
          <ac:chgData name="Guilherme da Costa Criscuolo" userId="ca8b11d29e1e8585" providerId="LiveId" clId="{E7E5DE29-60A4-4D58-A8C4-A0E1502ACE36}" dt="2026-07-29T18:47:24.899" v="3897" actId="478"/>
          <ac:picMkLst>
            <pc:docMk/>
            <pc:sldMk cId="2969536306" sldId="330"/>
            <ac:picMk id="109" creationId="{D6287703-2150-CCEE-60A0-98D8F2339FB9}"/>
          </ac:picMkLst>
        </pc:picChg>
        <pc:picChg chg="del">
          <ac:chgData name="Guilherme da Costa Criscuolo" userId="ca8b11d29e1e8585" providerId="LiveId" clId="{E7E5DE29-60A4-4D58-A8C4-A0E1502ACE36}" dt="2026-07-29T18:47:33.062" v="3901" actId="478"/>
          <ac:picMkLst>
            <pc:docMk/>
            <pc:sldMk cId="2969536306" sldId="330"/>
            <ac:picMk id="113" creationId="{7ADF6187-9F7B-5202-873D-8C6141CD050D}"/>
          </ac:picMkLst>
        </pc:picChg>
      </pc:sldChg>
      <pc:sldChg chg="addSp modSp new mod">
        <pc:chgData name="Guilherme da Costa Criscuolo" userId="ca8b11d29e1e8585" providerId="LiveId" clId="{E7E5DE29-60A4-4D58-A8C4-A0E1502ACE36}" dt="2026-07-29T18:50:09.281" v="3981" actId="1035"/>
        <pc:sldMkLst>
          <pc:docMk/>
          <pc:sldMk cId="933593337" sldId="331"/>
        </pc:sldMkLst>
        <pc:spChg chg="mod">
          <ac:chgData name="Guilherme da Costa Criscuolo" userId="ca8b11d29e1e8585" providerId="LiveId" clId="{E7E5DE29-60A4-4D58-A8C4-A0E1502ACE36}" dt="2026-07-29T18:50:01.698" v="3977" actId="1076"/>
          <ac:spMkLst>
            <pc:docMk/>
            <pc:sldMk cId="933593337" sldId="331"/>
            <ac:spMk id="2" creationId="{CF426CED-F55E-5962-03F6-8D5D3231B263}"/>
          </ac:spMkLst>
        </pc:spChg>
        <pc:spChg chg="add mod">
          <ac:chgData name="Guilherme da Costa Criscuolo" userId="ca8b11d29e1e8585" providerId="LiveId" clId="{E7E5DE29-60A4-4D58-A8C4-A0E1502ACE36}" dt="2026-07-29T18:50:09.281" v="3981" actId="1035"/>
          <ac:spMkLst>
            <pc:docMk/>
            <pc:sldMk cId="933593337" sldId="331"/>
            <ac:spMk id="7" creationId="{8DF1BDA7-3287-D1EE-5EF6-EF9F4948FE2A}"/>
          </ac:spMkLst>
        </pc:spChg>
        <pc:spChg chg="add mod">
          <ac:chgData name="Guilherme da Costa Criscuolo" userId="ca8b11d29e1e8585" providerId="LiveId" clId="{E7E5DE29-60A4-4D58-A8C4-A0E1502ACE36}" dt="2026-07-29T18:50:09.281" v="3981" actId="1035"/>
          <ac:spMkLst>
            <pc:docMk/>
            <pc:sldMk cId="933593337" sldId="331"/>
            <ac:spMk id="9" creationId="{298B4575-56CF-D716-BE25-CCC27BCD85FE}"/>
          </ac:spMkLst>
        </pc:spChg>
        <pc:spChg chg="add mod">
          <ac:chgData name="Guilherme da Costa Criscuolo" userId="ca8b11d29e1e8585" providerId="LiveId" clId="{E7E5DE29-60A4-4D58-A8C4-A0E1502ACE36}" dt="2026-07-29T18:50:09.281" v="3981" actId="1035"/>
          <ac:spMkLst>
            <pc:docMk/>
            <pc:sldMk cId="933593337" sldId="331"/>
            <ac:spMk id="11" creationId="{91E8CA48-CA2D-C8F6-B15E-2D81A60603F5}"/>
          </ac:spMkLst>
        </pc:spChg>
        <pc:spChg chg="add mod">
          <ac:chgData name="Guilherme da Costa Criscuolo" userId="ca8b11d29e1e8585" providerId="LiveId" clId="{E7E5DE29-60A4-4D58-A8C4-A0E1502ACE36}" dt="2026-07-29T18:50:09.281" v="3981" actId="1035"/>
          <ac:spMkLst>
            <pc:docMk/>
            <pc:sldMk cId="933593337" sldId="331"/>
            <ac:spMk id="13" creationId="{4B9A205F-22AC-0576-F176-E331FD60D091}"/>
          </ac:spMkLst>
        </pc:spChg>
        <pc:spChg chg="add mod">
          <ac:chgData name="Guilherme da Costa Criscuolo" userId="ca8b11d29e1e8585" providerId="LiveId" clId="{E7E5DE29-60A4-4D58-A8C4-A0E1502ACE36}" dt="2026-07-29T18:50:09.281" v="3981" actId="1035"/>
          <ac:spMkLst>
            <pc:docMk/>
            <pc:sldMk cId="933593337" sldId="331"/>
            <ac:spMk id="15" creationId="{C7FC76D1-EB1D-CB84-7CD1-FEC004CCBF70}"/>
          </ac:spMkLst>
        </pc:spChg>
        <pc:spChg chg="add mod">
          <ac:chgData name="Guilherme da Costa Criscuolo" userId="ca8b11d29e1e8585" providerId="LiveId" clId="{E7E5DE29-60A4-4D58-A8C4-A0E1502ACE36}" dt="2026-07-29T18:50:09.281" v="3981" actId="1035"/>
          <ac:spMkLst>
            <pc:docMk/>
            <pc:sldMk cId="933593337" sldId="331"/>
            <ac:spMk id="17" creationId="{8430BDD3-AC12-E477-4438-C710BEBDEA23}"/>
          </ac:spMkLst>
        </pc:spChg>
        <pc:spChg chg="add mod">
          <ac:chgData name="Guilherme da Costa Criscuolo" userId="ca8b11d29e1e8585" providerId="LiveId" clId="{E7E5DE29-60A4-4D58-A8C4-A0E1502ACE36}" dt="2026-07-29T18:50:09.281" v="3981" actId="1035"/>
          <ac:spMkLst>
            <pc:docMk/>
            <pc:sldMk cId="933593337" sldId="331"/>
            <ac:spMk id="19" creationId="{752976F4-DD2D-7918-61C2-2E98756B8510}"/>
          </ac:spMkLst>
        </pc:spChg>
        <pc:spChg chg="add mod">
          <ac:chgData name="Guilherme da Costa Criscuolo" userId="ca8b11d29e1e8585" providerId="LiveId" clId="{E7E5DE29-60A4-4D58-A8C4-A0E1502ACE36}" dt="2026-07-29T18:50:09.281" v="3981" actId="1035"/>
          <ac:spMkLst>
            <pc:docMk/>
            <pc:sldMk cId="933593337" sldId="331"/>
            <ac:spMk id="21" creationId="{AD1BA678-662D-F637-0EE2-5705D40DB4BB}"/>
          </ac:spMkLst>
        </pc:spChg>
        <pc:spChg chg="add mod">
          <ac:chgData name="Guilherme da Costa Criscuolo" userId="ca8b11d29e1e8585" providerId="LiveId" clId="{E7E5DE29-60A4-4D58-A8C4-A0E1502ACE36}" dt="2026-07-29T18:50:09.281" v="3981" actId="1035"/>
          <ac:spMkLst>
            <pc:docMk/>
            <pc:sldMk cId="933593337" sldId="331"/>
            <ac:spMk id="23" creationId="{7E49E318-02FC-1CF3-F3E6-9DE0A9124CCD}"/>
          </ac:spMkLst>
        </pc:spChg>
        <pc:grpChg chg="mod">
          <ac:chgData name="Guilherme da Costa Criscuolo" userId="ca8b11d29e1e8585" providerId="LiveId" clId="{E7E5DE29-60A4-4D58-A8C4-A0E1502ACE36}" dt="2026-07-29T18:48:52.543" v="3932" actId="14100"/>
          <ac:grpSpMkLst>
            <pc:docMk/>
            <pc:sldMk cId="933593337" sldId="331"/>
            <ac:grpSpMk id="24" creationId="{B4C048A4-3746-7D5E-2E52-FB9E446FF04B}"/>
          </ac:grpSpMkLst>
        </pc:grpChg>
        <pc:graphicFrameChg chg="add mod modGraphic">
          <ac:chgData name="Guilherme da Costa Criscuolo" userId="ca8b11d29e1e8585" providerId="LiveId" clId="{E7E5DE29-60A4-4D58-A8C4-A0E1502ACE36}" dt="2026-07-29T18:50:09.281" v="3981" actId="1035"/>
          <ac:graphicFrameMkLst>
            <pc:docMk/>
            <pc:sldMk cId="933593337" sldId="331"/>
            <ac:graphicFrameMk id="5" creationId="{73F9AE54-C0B3-6DF5-7E6E-671622B572D7}"/>
          </ac:graphicFrameMkLst>
        </pc:graphicFrameChg>
      </pc:sldChg>
      <pc:sldChg chg="addSp delSp modSp new mod modClrScheme chgLayout">
        <pc:chgData name="Guilherme da Costa Criscuolo" userId="ca8b11d29e1e8585" providerId="LiveId" clId="{E7E5DE29-60A4-4D58-A8C4-A0E1502ACE36}" dt="2026-07-30T11:27:13.499" v="4351" actId="6264"/>
        <pc:sldMkLst>
          <pc:docMk/>
          <pc:sldMk cId="437106582" sldId="332"/>
        </pc:sldMkLst>
        <pc:spChg chg="del mod ord">
          <ac:chgData name="Guilherme da Costa Criscuolo" userId="ca8b11d29e1e8585" providerId="LiveId" clId="{E7E5DE29-60A4-4D58-A8C4-A0E1502ACE36}" dt="2026-07-30T11:22:37.452" v="4157" actId="700"/>
          <ac:spMkLst>
            <pc:docMk/>
            <pc:sldMk cId="437106582" sldId="332"/>
            <ac:spMk id="2" creationId="{72FDE432-E9BB-D935-D5E2-E971B4040B08}"/>
          </ac:spMkLst>
        </pc:spChg>
        <pc:spChg chg="mod ord">
          <ac:chgData name="Guilherme da Costa Criscuolo" userId="ca8b11d29e1e8585" providerId="LiveId" clId="{E7E5DE29-60A4-4D58-A8C4-A0E1502ACE36}" dt="2026-07-30T11:27:13.499" v="4351" actId="6264"/>
          <ac:spMkLst>
            <pc:docMk/>
            <pc:sldMk cId="437106582" sldId="332"/>
            <ac:spMk id="3" creationId="{4BCDC5AE-6EA7-26C9-8BCB-B9D7E6F0085D}"/>
          </ac:spMkLst>
        </pc:spChg>
        <pc:spChg chg="del mod ord">
          <ac:chgData name="Guilherme da Costa Criscuolo" userId="ca8b11d29e1e8585" providerId="LiveId" clId="{E7E5DE29-60A4-4D58-A8C4-A0E1502ACE36}" dt="2026-07-30T11:22:37.452" v="4157" actId="700"/>
          <ac:spMkLst>
            <pc:docMk/>
            <pc:sldMk cId="437106582" sldId="332"/>
            <ac:spMk id="5" creationId="{6B42026C-AB1A-C356-74E7-43273F709C8C}"/>
          </ac:spMkLst>
        </pc:spChg>
        <pc:spChg chg="del mod ord">
          <ac:chgData name="Guilherme da Costa Criscuolo" userId="ca8b11d29e1e8585" providerId="LiveId" clId="{E7E5DE29-60A4-4D58-A8C4-A0E1502ACE36}" dt="2026-07-30T11:22:37.452" v="4157" actId="700"/>
          <ac:spMkLst>
            <pc:docMk/>
            <pc:sldMk cId="437106582" sldId="332"/>
            <ac:spMk id="7" creationId="{3485350D-8230-C947-7BD0-5AD97043051B}"/>
          </ac:spMkLst>
        </pc:spChg>
        <pc:spChg chg="mod ord">
          <ac:chgData name="Guilherme da Costa Criscuolo" userId="ca8b11d29e1e8585" providerId="LiveId" clId="{E7E5DE29-60A4-4D58-A8C4-A0E1502ACE36}" dt="2026-07-30T11:27:13.229" v="4350" actId="6264"/>
          <ac:spMkLst>
            <pc:docMk/>
            <pc:sldMk cId="437106582" sldId="332"/>
            <ac:spMk id="9" creationId="{7EE997C8-8B1C-2F9B-055F-510143172C70}"/>
          </ac:spMkLst>
        </pc:spChg>
        <pc:spChg chg="mod ord">
          <ac:chgData name="Guilherme da Costa Criscuolo" userId="ca8b11d29e1e8585" providerId="LiveId" clId="{E7E5DE29-60A4-4D58-A8C4-A0E1502ACE36}" dt="2026-07-30T11:27:13.499" v="4351" actId="6264"/>
          <ac:spMkLst>
            <pc:docMk/>
            <pc:sldMk cId="437106582" sldId="332"/>
            <ac:spMk id="10" creationId="{57D18EB3-0BB1-D18C-A55F-FBDCFE1540C3}"/>
          </ac:spMkLst>
        </pc:spChg>
        <pc:spChg chg="mod ord">
          <ac:chgData name="Guilherme da Costa Criscuolo" userId="ca8b11d29e1e8585" providerId="LiveId" clId="{E7E5DE29-60A4-4D58-A8C4-A0E1502ACE36}" dt="2026-07-30T11:27:13.499" v="4351" actId="6264"/>
          <ac:spMkLst>
            <pc:docMk/>
            <pc:sldMk cId="437106582" sldId="332"/>
            <ac:spMk id="11" creationId="{8D6FB458-E804-85AD-E5F4-5E878A6C2A21}"/>
          </ac:spMkLst>
        </pc:spChg>
        <pc:spChg chg="add del mod ord">
          <ac:chgData name="Guilherme da Costa Criscuolo" userId="ca8b11d29e1e8585" providerId="LiveId" clId="{E7E5DE29-60A4-4D58-A8C4-A0E1502ACE36}" dt="2026-07-30T11:23:58.750" v="4236" actId="931"/>
          <ac:spMkLst>
            <pc:docMk/>
            <pc:sldMk cId="437106582" sldId="332"/>
            <ac:spMk id="12" creationId="{8CED36B9-9BED-0328-8116-DA3067FACCD6}"/>
          </ac:spMkLst>
        </pc:spChg>
        <pc:spChg chg="add mod ord">
          <ac:chgData name="Guilherme da Costa Criscuolo" userId="ca8b11d29e1e8585" providerId="LiveId" clId="{E7E5DE29-60A4-4D58-A8C4-A0E1502ACE36}" dt="2026-07-30T11:27:13.499" v="4351" actId="6264"/>
          <ac:spMkLst>
            <pc:docMk/>
            <pc:sldMk cId="437106582" sldId="332"/>
            <ac:spMk id="13" creationId="{8F724E9F-CE48-B74B-CF8D-52F74CC168DF}"/>
          </ac:spMkLst>
        </pc:spChg>
        <pc:spChg chg="add del mod ord">
          <ac:chgData name="Guilherme da Costa Criscuolo" userId="ca8b11d29e1e8585" providerId="LiveId" clId="{E7E5DE29-60A4-4D58-A8C4-A0E1502ACE36}" dt="2026-07-30T11:24:01.927" v="4237" actId="931"/>
          <ac:spMkLst>
            <pc:docMk/>
            <pc:sldMk cId="437106582" sldId="332"/>
            <ac:spMk id="14" creationId="{70DB5EC9-F725-F4A7-02F5-1B85082327A5}"/>
          </ac:spMkLst>
        </pc:spChg>
        <pc:spChg chg="add del mod ord">
          <ac:chgData name="Guilherme da Costa Criscuolo" userId="ca8b11d29e1e8585" providerId="LiveId" clId="{E7E5DE29-60A4-4D58-A8C4-A0E1502ACE36}" dt="2026-07-30T11:24:37.154" v="4246" actId="478"/>
          <ac:spMkLst>
            <pc:docMk/>
            <pc:sldMk cId="437106582" sldId="332"/>
            <ac:spMk id="15" creationId="{8EF4B027-763B-06FC-6A12-9D9D4C2FFA93}"/>
          </ac:spMkLst>
        </pc:spChg>
        <pc:spChg chg="del">
          <ac:chgData name="Guilherme da Costa Criscuolo" userId="ca8b11d29e1e8585" providerId="LiveId" clId="{E7E5DE29-60A4-4D58-A8C4-A0E1502ACE36}" dt="2026-07-30T11:24:04.468" v="4238" actId="931"/>
          <ac:spMkLst>
            <pc:docMk/>
            <pc:sldMk cId="437106582" sldId="332"/>
            <ac:spMk id="16" creationId="{1678A290-6134-6349-BAD5-7DA14086F109}"/>
          </ac:spMkLst>
        </pc:spChg>
        <pc:spChg chg="del mod ord">
          <ac:chgData name="Guilherme da Costa Criscuolo" userId="ca8b11d29e1e8585" providerId="LiveId" clId="{E7E5DE29-60A4-4D58-A8C4-A0E1502ACE36}" dt="2026-07-30T11:25:01.217" v="4256" actId="478"/>
          <ac:spMkLst>
            <pc:docMk/>
            <pc:sldMk cId="437106582" sldId="332"/>
            <ac:spMk id="17" creationId="{6101E75F-CD05-30F0-2D29-1F1109DE7EA0}"/>
          </ac:spMkLst>
        </pc:spChg>
        <pc:spChg chg="add del mod ord">
          <ac:chgData name="Guilherme da Costa Criscuolo" userId="ca8b11d29e1e8585" providerId="LiveId" clId="{E7E5DE29-60A4-4D58-A8C4-A0E1502ACE36}" dt="2026-07-30T11:24:06.809" v="4239" actId="931"/>
          <ac:spMkLst>
            <pc:docMk/>
            <pc:sldMk cId="437106582" sldId="332"/>
            <ac:spMk id="18" creationId="{12464AFC-6339-51C5-0BCE-457B4BC5A221}"/>
          </ac:spMkLst>
        </pc:spChg>
        <pc:spChg chg="add del mod ord">
          <ac:chgData name="Guilherme da Costa Criscuolo" userId="ca8b11d29e1e8585" providerId="LiveId" clId="{E7E5DE29-60A4-4D58-A8C4-A0E1502ACE36}" dt="2026-07-30T11:25:09.825" v="4259" actId="478"/>
          <ac:spMkLst>
            <pc:docMk/>
            <pc:sldMk cId="437106582" sldId="332"/>
            <ac:spMk id="19" creationId="{C792C129-1B48-628B-B687-10E98E144A72}"/>
          </ac:spMkLst>
        </pc:spChg>
        <pc:spChg chg="add del mod ord">
          <ac:chgData name="Guilherme da Costa Criscuolo" userId="ca8b11d29e1e8585" providerId="LiveId" clId="{E7E5DE29-60A4-4D58-A8C4-A0E1502ACE36}" dt="2026-07-30T11:24:10.822" v="4240" actId="931"/>
          <ac:spMkLst>
            <pc:docMk/>
            <pc:sldMk cId="437106582" sldId="332"/>
            <ac:spMk id="20" creationId="{059557B1-0C45-457A-7989-B8A8E4376B7C}"/>
          </ac:spMkLst>
        </pc:spChg>
        <pc:spChg chg="del mod">
          <ac:chgData name="Guilherme da Costa Criscuolo" userId="ca8b11d29e1e8585" providerId="LiveId" clId="{E7E5DE29-60A4-4D58-A8C4-A0E1502ACE36}" dt="2026-07-30T11:24:28.815" v="4243" actId="478"/>
          <ac:spMkLst>
            <pc:docMk/>
            <pc:sldMk cId="437106582" sldId="332"/>
            <ac:spMk id="21" creationId="{5E5F3520-139B-CC97-5D96-AECF537C85A7}"/>
          </ac:spMkLst>
        </pc:spChg>
        <pc:spChg chg="del">
          <ac:chgData name="Guilherme da Costa Criscuolo" userId="ca8b11d29e1e8585" providerId="LiveId" clId="{E7E5DE29-60A4-4D58-A8C4-A0E1502ACE36}" dt="2026-07-30T11:24:18.761" v="4241" actId="931"/>
          <ac:spMkLst>
            <pc:docMk/>
            <pc:sldMk cId="437106582" sldId="332"/>
            <ac:spMk id="22" creationId="{DA8E6778-2FB4-3D2A-77B7-A2A204439BA8}"/>
          </ac:spMkLst>
        </pc:spChg>
        <pc:spChg chg="add del mod">
          <ac:chgData name="Guilherme da Costa Criscuolo" userId="ca8b11d29e1e8585" providerId="LiveId" clId="{E7E5DE29-60A4-4D58-A8C4-A0E1502ACE36}" dt="2026-07-30T11:24:31.254" v="4244" actId="700"/>
          <ac:spMkLst>
            <pc:docMk/>
            <pc:sldMk cId="437106582" sldId="332"/>
            <ac:spMk id="36" creationId="{70317E8E-511F-4A50-11EA-45C0FC1B588F}"/>
          </ac:spMkLst>
        </pc:spChg>
        <pc:spChg chg="add del mod">
          <ac:chgData name="Guilherme da Costa Criscuolo" userId="ca8b11d29e1e8585" providerId="LiveId" clId="{E7E5DE29-60A4-4D58-A8C4-A0E1502ACE36}" dt="2026-07-30T11:24:31.254" v="4244" actId="700"/>
          <ac:spMkLst>
            <pc:docMk/>
            <pc:sldMk cId="437106582" sldId="332"/>
            <ac:spMk id="38" creationId="{836D22B9-8D0D-37F1-CB44-1F9E5012BDCD}"/>
          </ac:spMkLst>
        </pc:spChg>
        <pc:spChg chg="add del mod ord">
          <ac:chgData name="Guilherme da Costa Criscuolo" userId="ca8b11d29e1e8585" providerId="LiveId" clId="{E7E5DE29-60A4-4D58-A8C4-A0E1502ACE36}" dt="2026-07-30T11:24:40.504" v="4247" actId="700"/>
          <ac:spMkLst>
            <pc:docMk/>
            <pc:sldMk cId="437106582" sldId="332"/>
            <ac:spMk id="40" creationId="{E5735DA9-117F-7732-B13F-44598F28366F}"/>
          </ac:spMkLst>
        </pc:spChg>
        <pc:spChg chg="add del mod ord">
          <ac:chgData name="Guilherme da Costa Criscuolo" userId="ca8b11d29e1e8585" providerId="LiveId" clId="{E7E5DE29-60A4-4D58-A8C4-A0E1502ACE36}" dt="2026-07-30T11:24:40.504" v="4247" actId="700"/>
          <ac:spMkLst>
            <pc:docMk/>
            <pc:sldMk cId="437106582" sldId="332"/>
            <ac:spMk id="42" creationId="{FC175E21-344E-EC4E-671A-493A186C72DF}"/>
          </ac:spMkLst>
        </pc:spChg>
        <pc:spChg chg="add del mod">
          <ac:chgData name="Guilherme da Costa Criscuolo" userId="ca8b11d29e1e8585" providerId="LiveId" clId="{E7E5DE29-60A4-4D58-A8C4-A0E1502ACE36}" dt="2026-07-30T11:25:03.279" v="4257" actId="700"/>
          <ac:spMkLst>
            <pc:docMk/>
            <pc:sldMk cId="437106582" sldId="332"/>
            <ac:spMk id="44" creationId="{E4171020-E13A-7818-2068-D134E6FCFE32}"/>
          </ac:spMkLst>
        </pc:spChg>
        <pc:spChg chg="add del mod">
          <ac:chgData name="Guilherme da Costa Criscuolo" userId="ca8b11d29e1e8585" providerId="LiveId" clId="{E7E5DE29-60A4-4D58-A8C4-A0E1502ACE36}" dt="2026-07-30T11:25:03.279" v="4257" actId="700"/>
          <ac:spMkLst>
            <pc:docMk/>
            <pc:sldMk cId="437106582" sldId="332"/>
            <ac:spMk id="46" creationId="{1F4A6701-A536-D0A2-9F96-BC9E5FC01542}"/>
          </ac:spMkLst>
        </pc:spChg>
        <pc:spChg chg="add del mod">
          <ac:chgData name="Guilherme da Costa Criscuolo" userId="ca8b11d29e1e8585" providerId="LiveId" clId="{E7E5DE29-60A4-4D58-A8C4-A0E1502ACE36}" dt="2026-07-30T11:25:12.308" v="4260" actId="700"/>
          <ac:spMkLst>
            <pc:docMk/>
            <pc:sldMk cId="437106582" sldId="332"/>
            <ac:spMk id="48" creationId="{BD601075-CE7E-0BA3-9706-9C1E901D0365}"/>
          </ac:spMkLst>
        </pc:spChg>
        <pc:spChg chg="add del mod">
          <ac:chgData name="Guilherme da Costa Criscuolo" userId="ca8b11d29e1e8585" providerId="LiveId" clId="{E7E5DE29-60A4-4D58-A8C4-A0E1502ACE36}" dt="2026-07-30T11:25:12.308" v="4260" actId="700"/>
          <ac:spMkLst>
            <pc:docMk/>
            <pc:sldMk cId="437106582" sldId="332"/>
            <ac:spMk id="50" creationId="{4E90B52D-AB5D-6612-2ABB-294251152BFC}"/>
          </ac:spMkLst>
        </pc:spChg>
        <pc:spChg chg="add del mod">
          <ac:chgData name="Guilherme da Costa Criscuolo" userId="ca8b11d29e1e8585" providerId="LiveId" clId="{E7E5DE29-60A4-4D58-A8C4-A0E1502ACE36}" dt="2026-07-30T11:27:12.202" v="4349" actId="6264"/>
          <ac:spMkLst>
            <pc:docMk/>
            <pc:sldMk cId="437106582" sldId="332"/>
            <ac:spMk id="51" creationId="{BD346B08-DFF9-C29F-0542-A100AD0ABEE1}"/>
          </ac:spMkLst>
        </pc:spChg>
        <pc:spChg chg="add del mod">
          <ac:chgData name="Guilherme da Costa Criscuolo" userId="ca8b11d29e1e8585" providerId="LiveId" clId="{E7E5DE29-60A4-4D58-A8C4-A0E1502ACE36}" dt="2026-07-30T11:27:12.202" v="4349" actId="6264"/>
          <ac:spMkLst>
            <pc:docMk/>
            <pc:sldMk cId="437106582" sldId="332"/>
            <ac:spMk id="52" creationId="{1F483350-A31C-71D5-B735-6A5E98B01092}"/>
          </ac:spMkLst>
        </pc:spChg>
        <pc:spChg chg="add del mod">
          <ac:chgData name="Guilherme da Costa Criscuolo" userId="ca8b11d29e1e8585" providerId="LiveId" clId="{E7E5DE29-60A4-4D58-A8C4-A0E1502ACE36}" dt="2026-07-30T11:27:12.202" v="4349" actId="6264"/>
          <ac:spMkLst>
            <pc:docMk/>
            <pc:sldMk cId="437106582" sldId="332"/>
            <ac:spMk id="53" creationId="{1A325FAB-AD44-C352-48E1-BD1D5845C89B}"/>
          </ac:spMkLst>
        </pc:spChg>
        <pc:spChg chg="add del mod">
          <ac:chgData name="Guilherme da Costa Criscuolo" userId="ca8b11d29e1e8585" providerId="LiveId" clId="{E7E5DE29-60A4-4D58-A8C4-A0E1502ACE36}" dt="2026-07-30T11:27:12.202" v="4349" actId="6264"/>
          <ac:spMkLst>
            <pc:docMk/>
            <pc:sldMk cId="437106582" sldId="332"/>
            <ac:spMk id="55" creationId="{75BBB191-60FB-3B88-8CB7-7114AC784EDE}"/>
          </ac:spMkLst>
        </pc:spChg>
        <pc:spChg chg="add del mod">
          <ac:chgData name="Guilherme da Costa Criscuolo" userId="ca8b11d29e1e8585" providerId="LiveId" clId="{E7E5DE29-60A4-4D58-A8C4-A0E1502ACE36}" dt="2026-07-30T11:27:12.202" v="4349" actId="6264"/>
          <ac:spMkLst>
            <pc:docMk/>
            <pc:sldMk cId="437106582" sldId="332"/>
            <ac:spMk id="56" creationId="{44D3E883-AFE0-E838-E6B9-5B8F7A458A69}"/>
          </ac:spMkLst>
        </pc:spChg>
        <pc:spChg chg="add del mod">
          <ac:chgData name="Guilherme da Costa Criscuolo" userId="ca8b11d29e1e8585" providerId="LiveId" clId="{E7E5DE29-60A4-4D58-A8C4-A0E1502ACE36}" dt="2026-07-30T11:27:12.202" v="4349" actId="6264"/>
          <ac:spMkLst>
            <pc:docMk/>
            <pc:sldMk cId="437106582" sldId="332"/>
            <ac:spMk id="57" creationId="{75D4424C-F8F4-FF2D-F7D1-D55397625BA6}"/>
          </ac:spMkLst>
        </pc:spChg>
        <pc:spChg chg="add del mod">
          <ac:chgData name="Guilherme da Costa Criscuolo" userId="ca8b11d29e1e8585" providerId="LiveId" clId="{E7E5DE29-60A4-4D58-A8C4-A0E1502ACE36}" dt="2026-07-30T11:27:13.229" v="4350" actId="6264"/>
          <ac:spMkLst>
            <pc:docMk/>
            <pc:sldMk cId="437106582" sldId="332"/>
            <ac:spMk id="58" creationId="{8E48F022-49B3-A86D-FA90-52AF4592D3ED}"/>
          </ac:spMkLst>
        </pc:spChg>
        <pc:spChg chg="add del mod">
          <ac:chgData name="Guilherme da Costa Criscuolo" userId="ca8b11d29e1e8585" providerId="LiveId" clId="{E7E5DE29-60A4-4D58-A8C4-A0E1502ACE36}" dt="2026-07-30T11:27:13.229" v="4350" actId="6264"/>
          <ac:spMkLst>
            <pc:docMk/>
            <pc:sldMk cId="437106582" sldId="332"/>
            <ac:spMk id="60" creationId="{24090119-B829-E3D3-5FB2-B121924F3341}"/>
          </ac:spMkLst>
        </pc:spChg>
        <pc:spChg chg="add del mod">
          <ac:chgData name="Guilherme da Costa Criscuolo" userId="ca8b11d29e1e8585" providerId="LiveId" clId="{E7E5DE29-60A4-4D58-A8C4-A0E1502ACE36}" dt="2026-07-30T11:27:13.229" v="4350" actId="6264"/>
          <ac:spMkLst>
            <pc:docMk/>
            <pc:sldMk cId="437106582" sldId="332"/>
            <ac:spMk id="61" creationId="{71722F0C-AC02-E3C2-F2DA-FAE57521970D}"/>
          </ac:spMkLst>
        </pc:spChg>
        <pc:spChg chg="add del mod">
          <ac:chgData name="Guilherme da Costa Criscuolo" userId="ca8b11d29e1e8585" providerId="LiveId" clId="{E7E5DE29-60A4-4D58-A8C4-A0E1502ACE36}" dt="2026-07-30T11:27:13.229" v="4350" actId="6264"/>
          <ac:spMkLst>
            <pc:docMk/>
            <pc:sldMk cId="437106582" sldId="332"/>
            <ac:spMk id="63" creationId="{8928F4B3-5DB0-7727-A52A-99BAB1460C14}"/>
          </ac:spMkLst>
        </pc:spChg>
        <pc:spChg chg="add del mod">
          <ac:chgData name="Guilherme da Costa Criscuolo" userId="ca8b11d29e1e8585" providerId="LiveId" clId="{E7E5DE29-60A4-4D58-A8C4-A0E1502ACE36}" dt="2026-07-30T11:27:13.229" v="4350" actId="6264"/>
          <ac:spMkLst>
            <pc:docMk/>
            <pc:sldMk cId="437106582" sldId="332"/>
            <ac:spMk id="64" creationId="{0673F154-EA6B-2930-7197-60F4C3B3D935}"/>
          </ac:spMkLst>
        </pc:spChg>
        <pc:spChg chg="add del mod">
          <ac:chgData name="Guilherme da Costa Criscuolo" userId="ca8b11d29e1e8585" providerId="LiveId" clId="{E7E5DE29-60A4-4D58-A8C4-A0E1502ACE36}" dt="2026-07-30T11:27:13.499" v="4351" actId="6264"/>
          <ac:spMkLst>
            <pc:docMk/>
            <pc:sldMk cId="437106582" sldId="332"/>
            <ac:spMk id="65" creationId="{C0D23378-F135-283D-B3CA-72F5203A5395}"/>
          </ac:spMkLst>
        </pc:spChg>
        <pc:spChg chg="add del mod">
          <ac:chgData name="Guilherme da Costa Criscuolo" userId="ca8b11d29e1e8585" providerId="LiveId" clId="{E7E5DE29-60A4-4D58-A8C4-A0E1502ACE36}" dt="2026-07-30T11:27:13.499" v="4351" actId="6264"/>
          <ac:spMkLst>
            <pc:docMk/>
            <pc:sldMk cId="437106582" sldId="332"/>
            <ac:spMk id="66" creationId="{BFE1CEA8-FE6C-6186-955B-573BD5433AA8}"/>
          </ac:spMkLst>
        </pc:spChg>
        <pc:spChg chg="add del mod">
          <ac:chgData name="Guilherme da Costa Criscuolo" userId="ca8b11d29e1e8585" providerId="LiveId" clId="{E7E5DE29-60A4-4D58-A8C4-A0E1502ACE36}" dt="2026-07-30T11:27:13.499" v="4351" actId="6264"/>
          <ac:spMkLst>
            <pc:docMk/>
            <pc:sldMk cId="437106582" sldId="332"/>
            <ac:spMk id="67" creationId="{CD9AC62E-972D-8FB8-CEE8-D0F89E7DA05E}"/>
          </ac:spMkLst>
        </pc:spChg>
        <pc:spChg chg="add del mod">
          <ac:chgData name="Guilherme da Costa Criscuolo" userId="ca8b11d29e1e8585" providerId="LiveId" clId="{E7E5DE29-60A4-4D58-A8C4-A0E1502ACE36}" dt="2026-07-30T11:27:13.499" v="4351" actId="6264"/>
          <ac:spMkLst>
            <pc:docMk/>
            <pc:sldMk cId="437106582" sldId="332"/>
            <ac:spMk id="68" creationId="{7A1ACB66-44CD-D64F-1685-7D22B46651E7}"/>
          </ac:spMkLst>
        </pc:spChg>
        <pc:spChg chg="add del mod">
          <ac:chgData name="Guilherme da Costa Criscuolo" userId="ca8b11d29e1e8585" providerId="LiveId" clId="{E7E5DE29-60A4-4D58-A8C4-A0E1502ACE36}" dt="2026-07-30T11:27:13.499" v="4351" actId="6264"/>
          <ac:spMkLst>
            <pc:docMk/>
            <pc:sldMk cId="437106582" sldId="332"/>
            <ac:spMk id="69" creationId="{B75B6FE1-677E-532C-3A2F-D26C1B2556D4}"/>
          </ac:spMkLst>
        </pc:spChg>
        <pc:spChg chg="add del mod">
          <ac:chgData name="Guilherme da Costa Criscuolo" userId="ca8b11d29e1e8585" providerId="LiveId" clId="{E7E5DE29-60A4-4D58-A8C4-A0E1502ACE36}" dt="2026-07-30T11:27:13.499" v="4351" actId="6264"/>
          <ac:spMkLst>
            <pc:docMk/>
            <pc:sldMk cId="437106582" sldId="332"/>
            <ac:spMk id="70" creationId="{88502F36-D894-E025-4399-BA5373BC7FF8}"/>
          </ac:spMkLst>
        </pc:spChg>
        <pc:picChg chg="add mod ord">
          <ac:chgData name="Guilherme da Costa Criscuolo" userId="ca8b11d29e1e8585" providerId="LiveId" clId="{E7E5DE29-60A4-4D58-A8C4-A0E1502ACE36}" dt="2026-07-30T11:25:12.308" v="4260" actId="700"/>
          <ac:picMkLst>
            <pc:docMk/>
            <pc:sldMk cId="437106582" sldId="332"/>
            <ac:picMk id="24" creationId="{8E15000A-1E26-AB25-DA57-F27658E07342}"/>
          </ac:picMkLst>
        </pc:picChg>
        <pc:picChg chg="add mod ord">
          <ac:chgData name="Guilherme da Costa Criscuolo" userId="ca8b11d29e1e8585" providerId="LiveId" clId="{E7E5DE29-60A4-4D58-A8C4-A0E1502ACE36}" dt="2026-07-30T11:25:12.308" v="4260" actId="700"/>
          <ac:picMkLst>
            <pc:docMk/>
            <pc:sldMk cId="437106582" sldId="332"/>
            <ac:picMk id="26" creationId="{A60C16CC-6F4B-BB9E-AD14-CD1EE00B6888}"/>
          </ac:picMkLst>
        </pc:picChg>
        <pc:picChg chg="add del mod ord">
          <ac:chgData name="Guilherme da Costa Criscuolo" userId="ca8b11d29e1e8585" providerId="LiveId" clId="{E7E5DE29-60A4-4D58-A8C4-A0E1502ACE36}" dt="2026-07-30T11:24:37.154" v="4246" actId="478"/>
          <ac:picMkLst>
            <pc:docMk/>
            <pc:sldMk cId="437106582" sldId="332"/>
            <ac:picMk id="28" creationId="{4916A969-F3F1-A0C5-07A6-6F2E4EE92C58}"/>
          </ac:picMkLst>
        </pc:picChg>
        <pc:picChg chg="add del mod ord">
          <ac:chgData name="Guilherme da Costa Criscuolo" userId="ca8b11d29e1e8585" providerId="LiveId" clId="{E7E5DE29-60A4-4D58-A8C4-A0E1502ACE36}" dt="2026-07-30T11:25:01.217" v="4256" actId="478"/>
          <ac:picMkLst>
            <pc:docMk/>
            <pc:sldMk cId="437106582" sldId="332"/>
            <ac:picMk id="30" creationId="{B97F0B34-C23F-C13F-1B93-BFBE0479E04C}"/>
          </ac:picMkLst>
        </pc:picChg>
        <pc:picChg chg="add del mod ord">
          <ac:chgData name="Guilherme da Costa Criscuolo" userId="ca8b11d29e1e8585" providerId="LiveId" clId="{E7E5DE29-60A4-4D58-A8C4-A0E1502ACE36}" dt="2026-07-30T11:25:09.825" v="4259" actId="478"/>
          <ac:picMkLst>
            <pc:docMk/>
            <pc:sldMk cId="437106582" sldId="332"/>
            <ac:picMk id="32" creationId="{85797AAD-E161-7952-B81E-F16A191D4D70}"/>
          </ac:picMkLst>
        </pc:picChg>
        <pc:picChg chg="add del mod ord">
          <ac:chgData name="Guilherme da Costa Criscuolo" userId="ca8b11d29e1e8585" providerId="LiveId" clId="{E7E5DE29-60A4-4D58-A8C4-A0E1502ACE36}" dt="2026-07-30T11:24:28.815" v="4243" actId="478"/>
          <ac:picMkLst>
            <pc:docMk/>
            <pc:sldMk cId="437106582" sldId="332"/>
            <ac:picMk id="34" creationId="{8C018C1C-D485-F564-7962-09C8E0FFF516}"/>
          </ac:picMkLst>
        </pc:picChg>
      </pc:sldChg>
      <pc:sldChg chg="add">
        <pc:chgData name="Guilherme da Costa Criscuolo" userId="ca8b11d29e1e8585" providerId="LiveId" clId="{E7E5DE29-60A4-4D58-A8C4-A0E1502ACE36}" dt="2026-07-30T11:24:24.147" v="4242" actId="2890"/>
        <pc:sldMkLst>
          <pc:docMk/>
          <pc:sldMk cId="3884652205" sldId="333"/>
        </pc:sldMkLst>
      </pc:sldChg>
      <pc:sldChg chg="modSp add mod">
        <pc:chgData name="Guilherme da Costa Criscuolo" userId="ca8b11d29e1e8585" providerId="LiveId" clId="{E7E5DE29-60A4-4D58-A8C4-A0E1502ACE36}" dt="2026-07-30T11:26:16.489" v="4327" actId="27636"/>
        <pc:sldMkLst>
          <pc:docMk/>
          <pc:sldMk cId="926884823" sldId="334"/>
        </pc:sldMkLst>
        <pc:spChg chg="mod">
          <ac:chgData name="Guilherme da Costa Criscuolo" userId="ca8b11d29e1e8585" providerId="LiveId" clId="{E7E5DE29-60A4-4D58-A8C4-A0E1502ACE36}" dt="2026-07-30T11:26:16.489" v="4327" actId="27636"/>
          <ac:spMkLst>
            <pc:docMk/>
            <pc:sldMk cId="926884823" sldId="334"/>
            <ac:spMk id="10" creationId="{5F166BFE-3C93-04E6-9B8A-32FEDB3EA74F}"/>
          </ac:spMkLst>
        </pc:spChg>
      </pc:sldChg>
      <pc:sldChg chg="modSp add mod">
        <pc:chgData name="Guilherme da Costa Criscuolo" userId="ca8b11d29e1e8585" providerId="LiveId" clId="{E7E5DE29-60A4-4D58-A8C4-A0E1502ACE36}" dt="2026-07-30T11:26:15.167" v="4325" actId="27636"/>
        <pc:sldMkLst>
          <pc:docMk/>
          <pc:sldMk cId="3662302431" sldId="335"/>
        </pc:sldMkLst>
        <pc:spChg chg="mod">
          <ac:chgData name="Guilherme da Costa Criscuolo" userId="ca8b11d29e1e8585" providerId="LiveId" clId="{E7E5DE29-60A4-4D58-A8C4-A0E1502ACE36}" dt="2026-07-30T11:26:15.167" v="4325" actId="27636"/>
          <ac:spMkLst>
            <pc:docMk/>
            <pc:sldMk cId="3662302431" sldId="335"/>
            <ac:spMk id="10" creationId="{18741D79-60A6-D097-2278-31E49C595109}"/>
          </ac:spMkLst>
        </pc:spChg>
      </pc:sldChg>
      <pc:sldChg chg="modSp add mod">
        <pc:chgData name="Guilherme da Costa Criscuolo" userId="ca8b11d29e1e8585" providerId="LiveId" clId="{E7E5DE29-60A4-4D58-A8C4-A0E1502ACE36}" dt="2026-07-30T11:26:12.349" v="4323" actId="27636"/>
        <pc:sldMkLst>
          <pc:docMk/>
          <pc:sldMk cId="1960838904" sldId="336"/>
        </pc:sldMkLst>
        <pc:spChg chg="mod">
          <ac:chgData name="Guilherme da Costa Criscuolo" userId="ca8b11d29e1e8585" providerId="LiveId" clId="{E7E5DE29-60A4-4D58-A8C4-A0E1502ACE36}" dt="2026-07-30T11:26:12.349" v="4323" actId="27636"/>
          <ac:spMkLst>
            <pc:docMk/>
            <pc:sldMk cId="1960838904" sldId="336"/>
            <ac:spMk id="10" creationId="{1256FB19-52BE-69FC-3B91-08E3F5CF8987}"/>
          </ac:spMkLst>
        </pc:spChg>
      </pc:sldChg>
      <pc:sldChg chg="addSp modSp add mod modClrScheme chgLayout">
        <pc:chgData name="Guilherme da Costa Criscuolo" userId="ca8b11d29e1e8585" providerId="LiveId" clId="{E7E5DE29-60A4-4D58-A8C4-A0E1502ACE36}" dt="2026-07-30T11:43:41.758" v="4404" actId="20577"/>
        <pc:sldMkLst>
          <pc:docMk/>
          <pc:sldMk cId="4111477951" sldId="337"/>
        </pc:sldMkLst>
        <pc:spChg chg="mod ord">
          <ac:chgData name="Guilherme da Costa Criscuolo" userId="ca8b11d29e1e8585" providerId="LiveId" clId="{E7E5DE29-60A4-4D58-A8C4-A0E1502ACE36}" dt="2026-07-30T11:43:18.383" v="4400" actId="700"/>
          <ac:spMkLst>
            <pc:docMk/>
            <pc:sldMk cId="4111477951" sldId="337"/>
            <ac:spMk id="2" creationId="{69C89987-5365-17EC-5D1B-9A91F96A0AA7}"/>
          </ac:spMkLst>
        </pc:spChg>
        <pc:spChg chg="mod ord">
          <ac:chgData name="Guilherme da Costa Criscuolo" userId="ca8b11d29e1e8585" providerId="LiveId" clId="{E7E5DE29-60A4-4D58-A8C4-A0E1502ACE36}" dt="2026-07-30T11:43:18.383" v="4400" actId="700"/>
          <ac:spMkLst>
            <pc:docMk/>
            <pc:sldMk cId="4111477951" sldId="337"/>
            <ac:spMk id="3" creationId="{36B9134F-1F95-0C2B-F522-0983ECF473EF}"/>
          </ac:spMkLst>
        </pc:spChg>
        <pc:spChg chg="add mod ord">
          <ac:chgData name="Guilherme da Costa Criscuolo" userId="ca8b11d29e1e8585" providerId="LiveId" clId="{E7E5DE29-60A4-4D58-A8C4-A0E1502ACE36}" dt="2026-07-30T11:43:41.758" v="4404" actId="20577"/>
          <ac:spMkLst>
            <pc:docMk/>
            <pc:sldMk cId="4111477951" sldId="337"/>
            <ac:spMk id="4" creationId="{FE717255-FE25-2331-8E4F-F55D44A08EAA}"/>
          </ac:spMkLst>
        </pc:spChg>
        <pc:spChg chg="mod ord">
          <ac:chgData name="Guilherme da Costa Criscuolo" userId="ca8b11d29e1e8585" providerId="LiveId" clId="{E7E5DE29-60A4-4D58-A8C4-A0E1502ACE36}" dt="2026-07-30T11:43:18.383" v="4400" actId="700"/>
          <ac:spMkLst>
            <pc:docMk/>
            <pc:sldMk cId="4111477951" sldId="337"/>
            <ac:spMk id="5" creationId="{94629A7D-3AEC-0B8C-1F40-E101E82D97CE}"/>
          </ac:spMkLst>
        </pc:spChg>
        <pc:spChg chg="mod ord">
          <ac:chgData name="Guilherme da Costa Criscuolo" userId="ca8b11d29e1e8585" providerId="LiveId" clId="{E7E5DE29-60A4-4D58-A8C4-A0E1502ACE36}" dt="2026-07-30T11:43:18.383" v="4400" actId="700"/>
          <ac:spMkLst>
            <pc:docMk/>
            <pc:sldMk cId="4111477951" sldId="337"/>
            <ac:spMk id="6" creationId="{D0916581-BCA5-6EA5-C0A1-82119DCE651D}"/>
          </ac:spMkLst>
        </pc:spChg>
        <pc:picChg chg="mod ord">
          <ac:chgData name="Guilherme da Costa Criscuolo" userId="ca8b11d29e1e8585" providerId="LiveId" clId="{E7E5DE29-60A4-4D58-A8C4-A0E1502ACE36}" dt="2026-07-30T11:43:18.383" v="4400" actId="700"/>
          <ac:picMkLst>
            <pc:docMk/>
            <pc:sldMk cId="4111477951" sldId="337"/>
            <ac:picMk id="14" creationId="{D38C6AC8-A776-522D-AAD1-F88CD86A9A26}"/>
          </ac:picMkLst>
        </pc:picChg>
        <pc:picChg chg="mod ord">
          <ac:chgData name="Guilherme da Costa Criscuolo" userId="ca8b11d29e1e8585" providerId="LiveId" clId="{E7E5DE29-60A4-4D58-A8C4-A0E1502ACE36}" dt="2026-07-30T11:43:18.383" v="4400" actId="700"/>
          <ac:picMkLst>
            <pc:docMk/>
            <pc:sldMk cId="4111477951" sldId="337"/>
            <ac:picMk id="16" creationId="{4A90A979-BC77-8942-16DF-D1AD8494D4D3}"/>
          </ac:picMkLst>
        </pc:picChg>
        <pc:picChg chg="mod ord">
          <ac:chgData name="Guilherme da Costa Criscuolo" userId="ca8b11d29e1e8585" providerId="LiveId" clId="{E7E5DE29-60A4-4D58-A8C4-A0E1502ACE36}" dt="2026-07-30T11:43:18.383" v="4400" actId="700"/>
          <ac:picMkLst>
            <pc:docMk/>
            <pc:sldMk cId="4111477951" sldId="337"/>
            <ac:picMk id="27" creationId="{9022212D-2CC3-6D2C-FD73-C9E63DD2BF9B}"/>
          </ac:picMkLst>
        </pc:picChg>
      </pc:sldChg>
      <pc:sldChg chg="addSp modSp add mod replId modClrScheme chgLayout">
        <pc:chgData name="Guilherme da Costa Criscuolo" userId="ca8b11d29e1e8585" providerId="LiveId" clId="{E7E5DE29-60A4-4D58-A8C4-A0E1502ACE36}" dt="2026-07-30T11:43:45.925" v="4408" actId="27636"/>
        <pc:sldMkLst>
          <pc:docMk/>
          <pc:sldMk cId="1955098191" sldId="338"/>
        </pc:sldMkLst>
        <pc:spChg chg="mod ord">
          <ac:chgData name="Guilherme da Costa Criscuolo" userId="ca8b11d29e1e8585" providerId="LiveId" clId="{E7E5DE29-60A4-4D58-A8C4-A0E1502ACE36}" dt="2026-07-30T11:43:23.842" v="4401" actId="700"/>
          <ac:spMkLst>
            <pc:docMk/>
            <pc:sldMk cId="1955098191" sldId="338"/>
            <ac:spMk id="2" creationId="{E07EB079-7D37-4264-6B16-F9AD4490D117}"/>
          </ac:spMkLst>
        </pc:spChg>
        <pc:spChg chg="mod ord">
          <ac:chgData name="Guilherme da Costa Criscuolo" userId="ca8b11d29e1e8585" providerId="LiveId" clId="{E7E5DE29-60A4-4D58-A8C4-A0E1502ACE36}" dt="2026-07-30T11:43:23.842" v="4401" actId="700"/>
          <ac:spMkLst>
            <pc:docMk/>
            <pc:sldMk cId="1955098191" sldId="338"/>
            <ac:spMk id="3" creationId="{48C97DF1-B2AB-BB15-7055-61B7980EF254}"/>
          </ac:spMkLst>
        </pc:spChg>
        <pc:spChg chg="add mod ord">
          <ac:chgData name="Guilherme da Costa Criscuolo" userId="ca8b11d29e1e8585" providerId="LiveId" clId="{E7E5DE29-60A4-4D58-A8C4-A0E1502ACE36}" dt="2026-07-30T11:43:45.925" v="4408" actId="27636"/>
          <ac:spMkLst>
            <pc:docMk/>
            <pc:sldMk cId="1955098191" sldId="338"/>
            <ac:spMk id="4" creationId="{0B68866B-BD9E-4E65-4956-BE90B608BB7C}"/>
          </ac:spMkLst>
        </pc:spChg>
        <pc:spChg chg="mod ord">
          <ac:chgData name="Guilherme da Costa Criscuolo" userId="ca8b11d29e1e8585" providerId="LiveId" clId="{E7E5DE29-60A4-4D58-A8C4-A0E1502ACE36}" dt="2026-07-30T11:43:23.842" v="4401" actId="700"/>
          <ac:spMkLst>
            <pc:docMk/>
            <pc:sldMk cId="1955098191" sldId="338"/>
            <ac:spMk id="5" creationId="{DA5812C0-7801-A84C-A6EE-98DFE9449FB8}"/>
          </ac:spMkLst>
        </pc:spChg>
        <pc:spChg chg="mod ord">
          <ac:chgData name="Guilherme da Costa Criscuolo" userId="ca8b11d29e1e8585" providerId="LiveId" clId="{E7E5DE29-60A4-4D58-A8C4-A0E1502ACE36}" dt="2026-07-30T11:43:23.842" v="4401" actId="700"/>
          <ac:spMkLst>
            <pc:docMk/>
            <pc:sldMk cId="1955098191" sldId="338"/>
            <ac:spMk id="6" creationId="{508D9C59-A142-0594-1787-9D40A5FEBE23}"/>
          </ac:spMkLst>
        </pc:spChg>
        <pc:spChg chg="mod ord">
          <ac:chgData name="Guilherme da Costa Criscuolo" userId="ca8b11d29e1e8585" providerId="LiveId" clId="{E7E5DE29-60A4-4D58-A8C4-A0E1502ACE36}" dt="2026-07-30T11:43:23.842" v="4401" actId="700"/>
          <ac:spMkLst>
            <pc:docMk/>
            <pc:sldMk cId="1955098191" sldId="338"/>
            <ac:spMk id="9" creationId="{4B644046-CB99-CBF3-D732-34CF44333EE9}"/>
          </ac:spMkLst>
        </pc:spChg>
        <pc:picChg chg="mod ord">
          <ac:chgData name="Guilherme da Costa Criscuolo" userId="ca8b11d29e1e8585" providerId="LiveId" clId="{E7E5DE29-60A4-4D58-A8C4-A0E1502ACE36}" dt="2026-07-30T11:43:23.842" v="4401" actId="700"/>
          <ac:picMkLst>
            <pc:docMk/>
            <pc:sldMk cId="1955098191" sldId="338"/>
            <ac:picMk id="14" creationId="{6AD76133-D222-3BAD-4C3A-401150A28284}"/>
          </ac:picMkLst>
        </pc:picChg>
        <pc:picChg chg="mod ord">
          <ac:chgData name="Guilherme da Costa Criscuolo" userId="ca8b11d29e1e8585" providerId="LiveId" clId="{E7E5DE29-60A4-4D58-A8C4-A0E1502ACE36}" dt="2026-07-30T11:43:23.842" v="4401" actId="700"/>
          <ac:picMkLst>
            <pc:docMk/>
            <pc:sldMk cId="1955098191" sldId="338"/>
            <ac:picMk id="16" creationId="{287D1D31-C153-8CCA-0799-1B797F96173C}"/>
          </ac:picMkLst>
        </pc:picChg>
        <pc:picChg chg="mod ord">
          <ac:chgData name="Guilherme da Costa Criscuolo" userId="ca8b11d29e1e8585" providerId="LiveId" clId="{E7E5DE29-60A4-4D58-A8C4-A0E1502ACE36}" dt="2026-07-30T11:43:23.842" v="4401" actId="700"/>
          <ac:picMkLst>
            <pc:docMk/>
            <pc:sldMk cId="1955098191" sldId="338"/>
            <ac:picMk id="27" creationId="{0D8C1740-24E6-051B-4217-38C66E144C86}"/>
          </ac:picMkLst>
        </pc:picChg>
        <pc:picChg chg="mod ord">
          <ac:chgData name="Guilherme da Costa Criscuolo" userId="ca8b11d29e1e8585" providerId="LiveId" clId="{E7E5DE29-60A4-4D58-A8C4-A0E1502ACE36}" dt="2026-07-30T11:43:23.842" v="4401" actId="700"/>
          <ac:picMkLst>
            <pc:docMk/>
            <pc:sldMk cId="1955098191" sldId="338"/>
            <ac:picMk id="29" creationId="{91433A6C-7920-5C75-6339-79F85C7AC46B}"/>
          </ac:picMkLst>
        </pc:picChg>
      </pc:sldChg>
      <pc:sldMasterChg chg="modTransition addSldLayout delSldLayout modSldLayout sldLayoutOrd">
        <pc:chgData name="Guilherme da Costa Criscuolo" userId="ca8b11d29e1e8585" providerId="LiveId" clId="{E7E5DE29-60A4-4D58-A8C4-A0E1502ACE36}" dt="2026-07-30T12:21:47.158" v="4416" actId="14100"/>
        <pc:sldMasterMkLst>
          <pc:docMk/>
          <pc:sldMasterMk cId="1279804991" sldId="2147483648"/>
        </pc:sldMasterMkLst>
        <pc:sldLayoutChg chg="addSp delSp modSp mod modTransition setBg">
          <pc:chgData name="Guilherme da Costa Criscuolo" userId="ca8b11d29e1e8585" providerId="LiveId" clId="{E7E5DE29-60A4-4D58-A8C4-A0E1502ACE36}" dt="2026-07-29T14:37:23.145" v="91" actId="1036"/>
          <pc:sldLayoutMkLst>
            <pc:docMk/>
            <pc:sldMasterMk cId="1279804991" sldId="2147483648"/>
            <pc:sldLayoutMk cId="2563640978" sldId="2147483652"/>
          </pc:sldLayoutMkLst>
          <pc:spChg chg="add del mod">
            <ac:chgData name="Guilherme da Costa Criscuolo" userId="ca8b11d29e1e8585" providerId="LiveId" clId="{E7E5DE29-60A4-4D58-A8C4-A0E1502ACE36}" dt="2026-07-29T14:34:35.658" v="48" actId="478"/>
            <ac:spMkLst>
              <pc:docMk/>
              <pc:sldMasterMk cId="1279804991" sldId="2147483648"/>
              <pc:sldLayoutMk cId="2563640978" sldId="2147483652"/>
              <ac:spMk id="2" creationId="{1FDAF088-46FE-446F-8B29-AC8F98782BF1}"/>
            </ac:spMkLst>
          </pc:spChg>
          <pc:picChg chg="mod">
            <ac:chgData name="Guilherme da Costa Criscuolo" userId="ca8b11d29e1e8585" providerId="LiveId" clId="{E7E5DE29-60A4-4D58-A8C4-A0E1502ACE36}" dt="2026-07-29T14:37:23.145" v="91" actId="1036"/>
            <ac:picMkLst>
              <pc:docMk/>
              <pc:sldMasterMk cId="1279804991" sldId="2147483648"/>
              <pc:sldLayoutMk cId="2563640978" sldId="2147483652"/>
              <ac:picMk id="7" creationId="{2D0B0E3A-66AB-304F-B1D3-D37EDE6044F1}"/>
            </ac:picMkLst>
          </pc:picChg>
        </pc:sldLayoutChg>
        <pc:sldLayoutChg chg="addSp delSp modSp mod modTransition">
          <pc:chgData name="Guilherme da Costa Criscuolo" userId="ca8b11d29e1e8585" providerId="LiveId" clId="{E7E5DE29-60A4-4D58-A8C4-A0E1502ACE36}" dt="2026-07-29T17:56:54.360" v="2681" actId="1076"/>
          <pc:sldLayoutMkLst>
            <pc:docMk/>
            <pc:sldMasterMk cId="1279804991" sldId="2147483648"/>
            <pc:sldLayoutMk cId="641691253" sldId="2147483654"/>
          </pc:sldLayoutMkLst>
          <pc:spChg chg="mod">
            <ac:chgData name="Guilherme da Costa Criscuolo" userId="ca8b11d29e1e8585" providerId="LiveId" clId="{E7E5DE29-60A4-4D58-A8C4-A0E1502ACE36}" dt="2026-07-29T17:56:47.329" v="2679" actId="1076"/>
            <ac:spMkLst>
              <pc:docMk/>
              <pc:sldMasterMk cId="1279804991" sldId="2147483648"/>
              <pc:sldLayoutMk cId="641691253" sldId="2147483654"/>
              <ac:spMk id="3" creationId="{FE976FE1-A585-6A54-3D3F-D115192C97F9}"/>
            </ac:spMkLst>
          </pc:spChg>
          <pc:spChg chg="mod">
            <ac:chgData name="Guilherme da Costa Criscuolo" userId="ca8b11d29e1e8585" providerId="LiveId" clId="{E7E5DE29-60A4-4D58-A8C4-A0E1502ACE36}" dt="2026-07-29T17:56:47.329" v="2679" actId="1076"/>
            <ac:spMkLst>
              <pc:docMk/>
              <pc:sldMasterMk cId="1279804991" sldId="2147483648"/>
              <pc:sldLayoutMk cId="641691253" sldId="2147483654"/>
              <ac:spMk id="4" creationId="{9B8F18CF-BBC3-5027-C763-758AE6609A63}"/>
            </ac:spMkLst>
          </pc:spChg>
          <pc:picChg chg="mod">
            <ac:chgData name="Guilherme da Costa Criscuolo" userId="ca8b11d29e1e8585" providerId="LiveId" clId="{E7E5DE29-60A4-4D58-A8C4-A0E1502ACE36}" dt="2026-07-29T17:56:54.360" v="2681" actId="1076"/>
            <ac:picMkLst>
              <pc:docMk/>
              <pc:sldMasterMk cId="1279804991" sldId="2147483648"/>
              <pc:sldLayoutMk cId="641691253" sldId="2147483654"/>
              <ac:picMk id="9" creationId="{1183B191-C122-5614-E99E-0123C241FEA3}"/>
            </ac:picMkLst>
          </pc:picChg>
          <pc:picChg chg="mod">
            <ac:chgData name="Guilherme da Costa Criscuolo" userId="ca8b11d29e1e8585" providerId="LiveId" clId="{E7E5DE29-60A4-4D58-A8C4-A0E1502ACE36}" dt="2026-07-29T14:40:14.568" v="242" actId="692"/>
            <ac:picMkLst>
              <pc:docMk/>
              <pc:sldMasterMk cId="1279804991" sldId="2147483648"/>
              <pc:sldLayoutMk cId="641691253" sldId="2147483654"/>
              <ac:picMk id="16" creationId="{7C54690C-3688-553C-F014-D4C5BA9397C7}"/>
            </ac:picMkLst>
          </pc:picChg>
          <pc:picChg chg="mod">
            <ac:chgData name="Guilherme da Costa Criscuolo" userId="ca8b11d29e1e8585" providerId="LiveId" clId="{E7E5DE29-60A4-4D58-A8C4-A0E1502ACE36}" dt="2026-07-29T17:55:59.068" v="2668" actId="688"/>
            <ac:picMkLst>
              <pc:docMk/>
              <pc:sldMasterMk cId="1279804991" sldId="2147483648"/>
              <pc:sldLayoutMk cId="641691253" sldId="2147483654"/>
              <ac:picMk id="18" creationId="{FDD4F595-92E3-3F05-58FC-3873EAC9EBC2}"/>
            </ac:picMkLst>
          </pc:picChg>
          <pc:picChg chg="add del mod">
            <ac:chgData name="Guilherme da Costa Criscuolo" userId="ca8b11d29e1e8585" providerId="LiveId" clId="{E7E5DE29-60A4-4D58-A8C4-A0E1502ACE36}" dt="2026-07-29T14:32:20.133" v="20" actId="478"/>
            <ac:picMkLst>
              <pc:docMk/>
              <pc:sldMasterMk cId="1279804991" sldId="2147483648"/>
              <pc:sldLayoutMk cId="641691253" sldId="2147483654"/>
              <ac:picMk id="20" creationId="{33DC23EF-72E4-E9C2-DD07-CE704A7510E8}"/>
            </ac:picMkLst>
          </pc:picChg>
          <pc:picChg chg="add del">
            <ac:chgData name="Guilherme da Costa Criscuolo" userId="ca8b11d29e1e8585" providerId="LiveId" clId="{E7E5DE29-60A4-4D58-A8C4-A0E1502ACE36}" dt="2026-07-29T17:56:27.418" v="2674" actId="22"/>
            <ac:picMkLst>
              <pc:docMk/>
              <pc:sldMasterMk cId="1279804991" sldId="2147483648"/>
              <pc:sldLayoutMk cId="641691253" sldId="2147483654"/>
              <ac:picMk id="22" creationId="{3B30BB77-6F25-AF10-A4DB-C09F4112853E}"/>
            </ac:picMkLst>
          </pc:picChg>
          <pc:picChg chg="add">
            <ac:chgData name="Guilherme da Costa Criscuolo" userId="ca8b11d29e1e8585" providerId="LiveId" clId="{E7E5DE29-60A4-4D58-A8C4-A0E1502ACE36}" dt="2026-07-29T17:56:29.286" v="2675" actId="22"/>
            <ac:picMkLst>
              <pc:docMk/>
              <pc:sldMasterMk cId="1279804991" sldId="2147483648"/>
              <pc:sldLayoutMk cId="641691253" sldId="2147483654"/>
              <ac:picMk id="25" creationId="{C475CA9C-06C7-F911-4710-BB62D10775E9}"/>
            </ac:picMkLst>
          </pc:picChg>
        </pc:sldLayoutChg>
        <pc:sldLayoutChg chg="addSp delSp modSp mod setBg">
          <pc:chgData name="Guilherme da Costa Criscuolo" userId="ca8b11d29e1e8585" providerId="LiveId" clId="{E7E5DE29-60A4-4D58-A8C4-A0E1502ACE36}" dt="2026-07-29T14:51:14.941" v="524" actId="14100"/>
          <pc:sldLayoutMkLst>
            <pc:docMk/>
            <pc:sldMasterMk cId="1279804991" sldId="2147483648"/>
            <pc:sldLayoutMk cId="3628995418" sldId="2147483655"/>
          </pc:sldLayoutMkLst>
          <pc:spChg chg="add del">
            <ac:chgData name="Guilherme da Costa Criscuolo" userId="ca8b11d29e1e8585" providerId="LiveId" clId="{E7E5DE29-60A4-4D58-A8C4-A0E1502ACE36}" dt="2026-07-29T14:34:33.471" v="45" actId="478"/>
            <ac:spMkLst>
              <pc:docMk/>
              <pc:sldMasterMk cId="1279804991" sldId="2147483648"/>
              <pc:sldLayoutMk cId="3628995418" sldId="2147483655"/>
              <ac:spMk id="2" creationId="{8443669E-B789-6576-72B8-25E012265A81}"/>
            </ac:spMkLst>
          </pc:spChg>
          <pc:spChg chg="add del">
            <ac:chgData name="Guilherme da Costa Criscuolo" userId="ca8b11d29e1e8585" providerId="LiveId" clId="{E7E5DE29-60A4-4D58-A8C4-A0E1502ACE36}" dt="2026-07-29T14:34:33.471" v="45" actId="478"/>
            <ac:spMkLst>
              <pc:docMk/>
              <pc:sldMasterMk cId="1279804991" sldId="2147483648"/>
              <pc:sldLayoutMk cId="3628995418" sldId="2147483655"/>
              <ac:spMk id="3" creationId="{60B56641-C0BF-03EB-5D46-2B236C0EB15F}"/>
            </ac:spMkLst>
          </pc:spChg>
          <pc:spChg chg="add del">
            <ac:chgData name="Guilherme da Costa Criscuolo" userId="ca8b11d29e1e8585" providerId="LiveId" clId="{E7E5DE29-60A4-4D58-A8C4-A0E1502ACE36}" dt="2026-07-29T14:34:33.471" v="45" actId="478"/>
            <ac:spMkLst>
              <pc:docMk/>
              <pc:sldMasterMk cId="1279804991" sldId="2147483648"/>
              <pc:sldLayoutMk cId="3628995418" sldId="2147483655"/>
              <ac:spMk id="4" creationId="{421DDA4C-E988-F235-7180-F3E5906E71CC}"/>
            </ac:spMkLst>
          </pc:spChg>
          <pc:spChg chg="add del">
            <ac:chgData name="Guilherme da Costa Criscuolo" userId="ca8b11d29e1e8585" providerId="LiveId" clId="{E7E5DE29-60A4-4D58-A8C4-A0E1502ACE36}" dt="2026-07-29T14:34:33.471" v="45" actId="478"/>
            <ac:spMkLst>
              <pc:docMk/>
              <pc:sldMasterMk cId="1279804991" sldId="2147483648"/>
              <pc:sldLayoutMk cId="3628995418" sldId="2147483655"/>
              <ac:spMk id="5" creationId="{76C046BC-6E54-574E-2207-46AA6AF77071}"/>
            </ac:spMkLst>
          </pc:spChg>
          <pc:spChg chg="add del">
            <ac:chgData name="Guilherme da Costa Criscuolo" userId="ca8b11d29e1e8585" providerId="LiveId" clId="{E7E5DE29-60A4-4D58-A8C4-A0E1502ACE36}" dt="2026-07-29T14:33:16.002" v="25" actId="22"/>
            <ac:spMkLst>
              <pc:docMk/>
              <pc:sldMasterMk cId="1279804991" sldId="2147483648"/>
              <pc:sldLayoutMk cId="3628995418" sldId="2147483655"/>
              <ac:spMk id="7" creationId="{111F88E5-F25D-F5C1-7C4B-6C6F06844E78}"/>
            </ac:spMkLst>
          </pc:spChg>
          <pc:spChg chg="add mod">
            <ac:chgData name="Guilherme da Costa Criscuolo" userId="ca8b11d29e1e8585" providerId="LiveId" clId="{E7E5DE29-60A4-4D58-A8C4-A0E1502ACE36}" dt="2026-07-29T14:51:14.941" v="524" actId="14100"/>
            <ac:spMkLst>
              <pc:docMk/>
              <pc:sldMasterMk cId="1279804991" sldId="2147483648"/>
              <pc:sldLayoutMk cId="3628995418" sldId="2147483655"/>
              <ac:spMk id="8" creationId="{BE20A11E-B555-DE20-C449-F2F5BB2AF37B}"/>
            </ac:spMkLst>
          </pc:spChg>
          <pc:spChg chg="add mod">
            <ac:chgData name="Guilherme da Costa Criscuolo" userId="ca8b11d29e1e8585" providerId="LiveId" clId="{E7E5DE29-60A4-4D58-A8C4-A0E1502ACE36}" dt="2026-07-29T14:35:04.354" v="67" actId="1076"/>
            <ac:spMkLst>
              <pc:docMk/>
              <pc:sldMasterMk cId="1279804991" sldId="2147483648"/>
              <pc:sldLayoutMk cId="3628995418" sldId="2147483655"/>
              <ac:spMk id="9" creationId="{534455CB-5146-90CB-E263-AFF7DA543206}"/>
            </ac:spMkLst>
          </pc:spChg>
          <pc:spChg chg="add mod">
            <ac:chgData name="Guilherme da Costa Criscuolo" userId="ca8b11d29e1e8585" providerId="LiveId" clId="{E7E5DE29-60A4-4D58-A8C4-A0E1502ACE36}" dt="2026-07-29T14:38:32.964" v="201" actId="20577"/>
            <ac:spMkLst>
              <pc:docMk/>
              <pc:sldMasterMk cId="1279804991" sldId="2147483648"/>
              <pc:sldLayoutMk cId="3628995418" sldId="2147483655"/>
              <ac:spMk id="14" creationId="{3552F607-C457-4DDA-C8F9-A99A57D0E061}"/>
            </ac:spMkLst>
          </pc:spChg>
          <pc:spChg chg="add del mod">
            <ac:chgData name="Guilherme da Costa Criscuolo" userId="ca8b11d29e1e8585" providerId="LiveId" clId="{E7E5DE29-60A4-4D58-A8C4-A0E1502ACE36}" dt="2026-07-29T14:42:12.307" v="258" actId="21"/>
            <ac:spMkLst>
              <pc:docMk/>
              <pc:sldMasterMk cId="1279804991" sldId="2147483648"/>
              <pc:sldLayoutMk cId="3628995418" sldId="2147483655"/>
              <ac:spMk id="16" creationId="{CFD9D3EF-690C-9AD0-7D16-B12C048A8E77}"/>
            </ac:spMkLst>
          </pc:spChg>
          <pc:picChg chg="add mod">
            <ac:chgData name="Guilherme da Costa Criscuolo" userId="ca8b11d29e1e8585" providerId="LiveId" clId="{E7E5DE29-60A4-4D58-A8C4-A0E1502ACE36}" dt="2026-07-29T14:39:26.853" v="204" actId="1076"/>
            <ac:picMkLst>
              <pc:docMk/>
              <pc:sldMasterMk cId="1279804991" sldId="2147483648"/>
              <pc:sldLayoutMk cId="3628995418" sldId="2147483655"/>
              <ac:picMk id="11" creationId="{2CB93B5F-3768-564F-DAB6-D6D6783F57EB}"/>
            </ac:picMkLst>
          </pc:picChg>
          <pc:picChg chg="add del mod">
            <ac:chgData name="Guilherme da Costa Criscuolo" userId="ca8b11d29e1e8585" providerId="LiveId" clId="{E7E5DE29-60A4-4D58-A8C4-A0E1502ACE36}" dt="2026-07-29T14:36:53.170" v="87" actId="688"/>
            <ac:picMkLst>
              <pc:docMk/>
              <pc:sldMasterMk cId="1279804991" sldId="2147483648"/>
              <pc:sldLayoutMk cId="3628995418" sldId="2147483655"/>
              <ac:picMk id="13" creationId="{A3F531A6-709B-82A7-6EA9-DE102CCF3A5F}"/>
            </ac:picMkLst>
          </pc:picChg>
        </pc:sldLayoutChg>
        <pc:sldLayoutChg chg="addSp delSp modSp mod">
          <pc:chgData name="Guilherme da Costa Criscuolo" userId="ca8b11d29e1e8585" providerId="LiveId" clId="{E7E5DE29-60A4-4D58-A8C4-A0E1502ACE36}" dt="2026-07-30T11:04:13.974" v="3995" actId="403"/>
          <pc:sldLayoutMkLst>
            <pc:docMk/>
            <pc:sldMasterMk cId="1279804991" sldId="2147483648"/>
            <pc:sldLayoutMk cId="4195900049" sldId="2147483656"/>
          </pc:sldLayoutMkLst>
          <pc:spChg chg="del">
            <ac:chgData name="Guilherme da Costa Criscuolo" userId="ca8b11d29e1e8585" providerId="LiveId" clId="{E7E5DE29-60A4-4D58-A8C4-A0E1502ACE36}" dt="2026-07-29T14:40:34.258" v="243" actId="478"/>
            <ac:spMkLst>
              <pc:docMk/>
              <pc:sldMasterMk cId="1279804991" sldId="2147483648"/>
              <pc:sldLayoutMk cId="4195900049" sldId="2147483656"/>
              <ac:spMk id="2" creationId="{ECF418DA-DD7F-7E1B-1C51-B8649EA3C7F5}"/>
            </ac:spMkLst>
          </pc:spChg>
          <pc:spChg chg="del">
            <ac:chgData name="Guilherme da Costa Criscuolo" userId="ca8b11d29e1e8585" providerId="LiveId" clId="{E7E5DE29-60A4-4D58-A8C4-A0E1502ACE36}" dt="2026-07-29T14:40:34.258" v="243" actId="478"/>
            <ac:spMkLst>
              <pc:docMk/>
              <pc:sldMasterMk cId="1279804991" sldId="2147483648"/>
              <pc:sldLayoutMk cId="4195900049" sldId="2147483656"/>
              <ac:spMk id="3" creationId="{F933E0E9-BEBD-29E3-0EAA-66F7A0332705}"/>
            </ac:spMkLst>
          </pc:spChg>
          <pc:spChg chg="del">
            <ac:chgData name="Guilherme da Costa Criscuolo" userId="ca8b11d29e1e8585" providerId="LiveId" clId="{E7E5DE29-60A4-4D58-A8C4-A0E1502ACE36}" dt="2026-07-29T14:40:34.258" v="243" actId="478"/>
            <ac:spMkLst>
              <pc:docMk/>
              <pc:sldMasterMk cId="1279804991" sldId="2147483648"/>
              <pc:sldLayoutMk cId="4195900049" sldId="2147483656"/>
              <ac:spMk id="4" creationId="{6B240FBE-BE9F-FC97-E3F3-B98734A76149}"/>
            </ac:spMkLst>
          </pc:spChg>
          <pc:spChg chg="del">
            <ac:chgData name="Guilherme da Costa Criscuolo" userId="ca8b11d29e1e8585" providerId="LiveId" clId="{E7E5DE29-60A4-4D58-A8C4-A0E1502ACE36}" dt="2026-07-29T14:40:34.258" v="243" actId="478"/>
            <ac:spMkLst>
              <pc:docMk/>
              <pc:sldMasterMk cId="1279804991" sldId="2147483648"/>
              <pc:sldLayoutMk cId="4195900049" sldId="2147483656"/>
              <ac:spMk id="5" creationId="{6AE01D6C-EFAD-6F43-A62E-7AABE4A62AC6}"/>
            </ac:spMkLst>
          </pc:spChg>
          <pc:spChg chg="add mod">
            <ac:chgData name="Guilherme da Costa Criscuolo" userId="ca8b11d29e1e8585" providerId="LiveId" clId="{E7E5DE29-60A4-4D58-A8C4-A0E1502ACE36}" dt="2026-07-29T16:31:49.198" v="2136" actId="403"/>
            <ac:spMkLst>
              <pc:docMk/>
              <pc:sldMasterMk cId="1279804991" sldId="2147483648"/>
              <pc:sldLayoutMk cId="4195900049" sldId="2147483656"/>
              <ac:spMk id="6" creationId="{44EB4A4D-FB33-943C-924F-7F966C21A51C}"/>
            </ac:spMkLst>
          </pc:spChg>
          <pc:spChg chg="add mod">
            <ac:chgData name="Guilherme da Costa Criscuolo" userId="ca8b11d29e1e8585" providerId="LiveId" clId="{E7E5DE29-60A4-4D58-A8C4-A0E1502ACE36}" dt="2026-07-30T11:04:13.974" v="3995" actId="403"/>
            <ac:spMkLst>
              <pc:docMk/>
              <pc:sldMasterMk cId="1279804991" sldId="2147483648"/>
              <pc:sldLayoutMk cId="4195900049" sldId="2147483656"/>
              <ac:spMk id="7" creationId="{135F258F-ADFB-E4F2-2959-2C1A3EDD6DA3}"/>
            </ac:spMkLst>
          </pc:spChg>
          <pc:spChg chg="add mod">
            <ac:chgData name="Guilherme da Costa Criscuolo" userId="ca8b11d29e1e8585" providerId="LiveId" clId="{E7E5DE29-60A4-4D58-A8C4-A0E1502ACE36}" dt="2026-07-29T14:40:53.905" v="246" actId="207"/>
            <ac:spMkLst>
              <pc:docMk/>
              <pc:sldMasterMk cId="1279804991" sldId="2147483648"/>
              <pc:sldLayoutMk cId="4195900049" sldId="2147483656"/>
              <ac:spMk id="8" creationId="{A453192C-EA3F-972D-1CF8-0ABFF3D408B1}"/>
            </ac:spMkLst>
          </pc:spChg>
          <pc:spChg chg="add del">
            <ac:chgData name="Guilherme da Costa Criscuolo" userId="ca8b11d29e1e8585" providerId="LiveId" clId="{E7E5DE29-60A4-4D58-A8C4-A0E1502ACE36}" dt="2026-07-29T14:41:41.350" v="251" actId="22"/>
            <ac:spMkLst>
              <pc:docMk/>
              <pc:sldMasterMk cId="1279804991" sldId="2147483648"/>
              <pc:sldLayoutMk cId="4195900049" sldId="2147483656"/>
              <ac:spMk id="10" creationId="{E882255F-A75C-BE88-6291-FB57DB723620}"/>
            </ac:spMkLst>
          </pc:spChg>
          <pc:spChg chg="add del mod ord">
            <ac:chgData name="Guilherme da Costa Criscuolo" userId="ca8b11d29e1e8585" providerId="LiveId" clId="{E7E5DE29-60A4-4D58-A8C4-A0E1502ACE36}" dt="2026-07-29T14:42:07.685" v="255" actId="21"/>
            <ac:spMkLst>
              <pc:docMk/>
              <pc:sldMasterMk cId="1279804991" sldId="2147483648"/>
              <pc:sldLayoutMk cId="4195900049" sldId="2147483656"/>
              <ac:spMk id="12" creationId="{5559DEEC-DE44-9DD8-C2E0-96761AA993C3}"/>
            </ac:spMkLst>
          </pc:spChg>
          <pc:spChg chg="add mod ord">
            <ac:chgData name="Guilherme da Costa Criscuolo" userId="ca8b11d29e1e8585" providerId="LiveId" clId="{E7E5DE29-60A4-4D58-A8C4-A0E1502ACE36}" dt="2026-07-29T17:41:35.061" v="2500" actId="207"/>
            <ac:spMkLst>
              <pc:docMk/>
              <pc:sldMasterMk cId="1279804991" sldId="2147483648"/>
              <pc:sldLayoutMk cId="4195900049" sldId="2147483656"/>
              <ac:spMk id="14" creationId="{56A4F782-76AC-C2A5-9771-A1E6982F594C}"/>
            </ac:spMkLst>
          </pc:spChg>
          <pc:picChg chg="add mod">
            <ac:chgData name="Guilherme da Costa Criscuolo" userId="ca8b11d29e1e8585" providerId="LiveId" clId="{E7E5DE29-60A4-4D58-A8C4-A0E1502ACE36}" dt="2026-07-29T14:43:32.028" v="278" actId="1076"/>
            <ac:picMkLst>
              <pc:docMk/>
              <pc:sldMasterMk cId="1279804991" sldId="2147483648"/>
              <pc:sldLayoutMk cId="4195900049" sldId="2147483656"/>
              <ac:picMk id="16" creationId="{4833F800-BECD-9364-0AA4-34D877935068}"/>
            </ac:picMkLst>
          </pc:picChg>
          <pc:picChg chg="add">
            <ac:chgData name="Guilherme da Costa Criscuolo" userId="ca8b11d29e1e8585" providerId="LiveId" clId="{E7E5DE29-60A4-4D58-A8C4-A0E1502ACE36}" dt="2026-07-29T14:42:38.966" v="266" actId="22"/>
            <ac:picMkLst>
              <pc:docMk/>
              <pc:sldMasterMk cId="1279804991" sldId="2147483648"/>
              <pc:sldLayoutMk cId="4195900049" sldId="2147483656"/>
              <ac:picMk id="18" creationId="{0610BB55-81B3-53B6-839B-715AF7057A0A}"/>
            </ac:picMkLst>
          </pc:picChg>
          <pc:picChg chg="add mod modCrop">
            <ac:chgData name="Guilherme da Costa Criscuolo" userId="ca8b11d29e1e8585" providerId="LiveId" clId="{E7E5DE29-60A4-4D58-A8C4-A0E1502ACE36}" dt="2026-07-29T14:43:18.736" v="276" actId="732"/>
            <ac:picMkLst>
              <pc:docMk/>
              <pc:sldMasterMk cId="1279804991" sldId="2147483648"/>
              <pc:sldLayoutMk cId="4195900049" sldId="2147483656"/>
              <ac:picMk id="20" creationId="{C1C1F2B6-FB73-61C3-A269-761FCEF669BD}"/>
            </ac:picMkLst>
          </pc:picChg>
        </pc:sldLayoutChg>
        <pc:sldLayoutChg chg="addSp delSp modSp mod">
          <pc:chgData name="Guilherme da Costa Criscuolo" userId="ca8b11d29e1e8585" providerId="LiveId" clId="{E7E5DE29-60A4-4D58-A8C4-A0E1502ACE36}" dt="2026-07-29T14:51:54.897" v="532" actId="207"/>
          <pc:sldLayoutMkLst>
            <pc:docMk/>
            <pc:sldMasterMk cId="1279804991" sldId="2147483648"/>
            <pc:sldLayoutMk cId="2212841824" sldId="2147483657"/>
          </pc:sldLayoutMkLst>
          <pc:spChg chg="add del mod">
            <ac:chgData name="Guilherme da Costa Criscuolo" userId="ca8b11d29e1e8585" providerId="LiveId" clId="{E7E5DE29-60A4-4D58-A8C4-A0E1502ACE36}" dt="2026-07-29T14:51:54.897" v="532" actId="207"/>
            <ac:spMkLst>
              <pc:docMk/>
              <pc:sldMasterMk cId="1279804991" sldId="2147483648"/>
              <pc:sldLayoutMk cId="2212841824" sldId="2147483657"/>
              <ac:spMk id="2" creationId="{6BE41CBC-FDB9-2557-B28C-B76B0CBE986E}"/>
            </ac:spMkLst>
          </pc:spChg>
          <pc:spChg chg="del">
            <ac:chgData name="Guilherme da Costa Criscuolo" userId="ca8b11d29e1e8585" providerId="LiveId" clId="{E7E5DE29-60A4-4D58-A8C4-A0E1502ACE36}" dt="2026-07-29T14:44:14.108" v="279" actId="478"/>
            <ac:spMkLst>
              <pc:docMk/>
              <pc:sldMasterMk cId="1279804991" sldId="2147483648"/>
              <pc:sldLayoutMk cId="2212841824" sldId="2147483657"/>
              <ac:spMk id="3" creationId="{CD871D63-9359-BEF2-E536-D2110DD254F7}"/>
            </ac:spMkLst>
          </pc:spChg>
          <pc:spChg chg="del">
            <ac:chgData name="Guilherme da Costa Criscuolo" userId="ca8b11d29e1e8585" providerId="LiveId" clId="{E7E5DE29-60A4-4D58-A8C4-A0E1502ACE36}" dt="2026-07-29T14:44:14.108" v="279" actId="478"/>
            <ac:spMkLst>
              <pc:docMk/>
              <pc:sldMasterMk cId="1279804991" sldId="2147483648"/>
              <pc:sldLayoutMk cId="2212841824" sldId="2147483657"/>
              <ac:spMk id="4" creationId="{B4F0F00B-EAEC-7552-262A-905DB3331F64}"/>
            </ac:spMkLst>
          </pc:spChg>
          <pc:spChg chg="del">
            <ac:chgData name="Guilherme da Costa Criscuolo" userId="ca8b11d29e1e8585" providerId="LiveId" clId="{E7E5DE29-60A4-4D58-A8C4-A0E1502ACE36}" dt="2026-07-29T14:44:14.108" v="279" actId="478"/>
            <ac:spMkLst>
              <pc:docMk/>
              <pc:sldMasterMk cId="1279804991" sldId="2147483648"/>
              <pc:sldLayoutMk cId="2212841824" sldId="2147483657"/>
              <ac:spMk id="5" creationId="{19496900-EDE1-4E5D-B9B7-7310C5D0814F}"/>
            </ac:spMkLst>
          </pc:spChg>
          <pc:spChg chg="add del mod">
            <ac:chgData name="Guilherme da Costa Criscuolo" userId="ca8b11d29e1e8585" providerId="LiveId" clId="{E7E5DE29-60A4-4D58-A8C4-A0E1502ACE36}" dt="2026-07-29T14:48:32.751" v="483" actId="478"/>
            <ac:spMkLst>
              <pc:docMk/>
              <pc:sldMasterMk cId="1279804991" sldId="2147483648"/>
              <pc:sldLayoutMk cId="2212841824" sldId="2147483657"/>
              <ac:spMk id="6" creationId="{CB8DAD1B-8C66-9476-4FB9-B959B0A39E7E}"/>
            </ac:spMkLst>
          </pc:spChg>
          <pc:spChg chg="add mod ord">
            <ac:chgData name="Guilherme da Costa Criscuolo" userId="ca8b11d29e1e8585" providerId="LiveId" clId="{E7E5DE29-60A4-4D58-A8C4-A0E1502ACE36}" dt="2026-07-29T14:50:48.132" v="519" actId="1076"/>
            <ac:spMkLst>
              <pc:docMk/>
              <pc:sldMasterMk cId="1279804991" sldId="2147483648"/>
              <pc:sldLayoutMk cId="2212841824" sldId="2147483657"/>
              <ac:spMk id="8" creationId="{4F2366D2-A53F-5D79-BE94-1292E0082157}"/>
            </ac:spMkLst>
          </pc:spChg>
          <pc:spChg chg="add del mod">
            <ac:chgData name="Guilherme da Costa Criscuolo" userId="ca8b11d29e1e8585" providerId="LiveId" clId="{E7E5DE29-60A4-4D58-A8C4-A0E1502ACE36}" dt="2026-07-29T14:48:32.751" v="483" actId="478"/>
            <ac:spMkLst>
              <pc:docMk/>
              <pc:sldMasterMk cId="1279804991" sldId="2147483648"/>
              <pc:sldLayoutMk cId="2212841824" sldId="2147483657"/>
              <ac:spMk id="9" creationId="{5FA58176-3799-AC6A-4EC4-9CD4574ACE6E}"/>
            </ac:spMkLst>
          </pc:spChg>
          <pc:spChg chg="add mod">
            <ac:chgData name="Guilherme da Costa Criscuolo" userId="ca8b11d29e1e8585" providerId="LiveId" clId="{E7E5DE29-60A4-4D58-A8C4-A0E1502ACE36}" dt="2026-07-29T14:50:26.576" v="511" actId="14100"/>
            <ac:spMkLst>
              <pc:docMk/>
              <pc:sldMasterMk cId="1279804991" sldId="2147483648"/>
              <pc:sldLayoutMk cId="2212841824" sldId="2147483657"/>
              <ac:spMk id="12" creationId="{974BD278-225D-B2A1-A7EA-5A8674B22C22}"/>
            </ac:spMkLst>
          </pc:spChg>
          <pc:spChg chg="add mod">
            <ac:chgData name="Guilherme da Costa Criscuolo" userId="ca8b11d29e1e8585" providerId="LiveId" clId="{E7E5DE29-60A4-4D58-A8C4-A0E1502ACE36}" dt="2026-07-29T14:50:49.476" v="520" actId="14100"/>
            <ac:spMkLst>
              <pc:docMk/>
              <pc:sldMasterMk cId="1279804991" sldId="2147483648"/>
              <pc:sldLayoutMk cId="2212841824" sldId="2147483657"/>
              <ac:spMk id="13" creationId="{8B9F087D-47F7-1C1F-9371-9DBECD5F6834}"/>
            </ac:spMkLst>
          </pc:spChg>
          <pc:picChg chg="add mod">
            <ac:chgData name="Guilherme da Costa Criscuolo" userId="ca8b11d29e1e8585" providerId="LiveId" clId="{E7E5DE29-60A4-4D58-A8C4-A0E1502ACE36}" dt="2026-07-29T14:50:07.745" v="504" actId="207"/>
            <ac:picMkLst>
              <pc:docMk/>
              <pc:sldMasterMk cId="1279804991" sldId="2147483648"/>
              <pc:sldLayoutMk cId="2212841824" sldId="2147483657"/>
              <ac:picMk id="11" creationId="{12897A4E-FDF0-C50F-265B-9E0CB906647E}"/>
            </ac:picMkLst>
          </pc:picChg>
        </pc:sldLayoutChg>
        <pc:sldLayoutChg chg="addSp modSp add mod modTransition">
          <pc:chgData name="Guilherme da Costa Criscuolo" userId="ca8b11d29e1e8585" providerId="LiveId" clId="{E7E5DE29-60A4-4D58-A8C4-A0E1502ACE36}" dt="2026-07-29T16:33:56.510" v="2173" actId="404"/>
          <pc:sldLayoutMkLst>
            <pc:docMk/>
            <pc:sldMasterMk cId="1279804991" sldId="2147483648"/>
            <pc:sldLayoutMk cId="3012259073" sldId="2147483658"/>
          </pc:sldLayoutMkLst>
          <pc:spChg chg="mod">
            <ac:chgData name="Guilherme da Costa Criscuolo" userId="ca8b11d29e1e8585" providerId="LiveId" clId="{E7E5DE29-60A4-4D58-A8C4-A0E1502ACE36}" dt="2026-07-29T14:51:40.832" v="529" actId="207"/>
            <ac:spMkLst>
              <pc:docMk/>
              <pc:sldMasterMk cId="1279804991" sldId="2147483648"/>
              <pc:sldLayoutMk cId="3012259073" sldId="2147483658"/>
              <ac:spMk id="2" creationId="{6BE41CBC-FDB9-2557-B28C-B76B0CBE986E}"/>
            </ac:spMkLst>
          </pc:spChg>
          <pc:spChg chg="add mod">
            <ac:chgData name="Guilherme da Costa Criscuolo" userId="ca8b11d29e1e8585" providerId="LiveId" clId="{E7E5DE29-60A4-4D58-A8C4-A0E1502ACE36}" dt="2026-07-29T16:33:56.510" v="2173" actId="404"/>
            <ac:spMkLst>
              <pc:docMk/>
              <pc:sldMasterMk cId="1279804991" sldId="2147483648"/>
              <pc:sldLayoutMk cId="3012259073" sldId="2147483658"/>
              <ac:spMk id="3" creationId="{C6BFB510-B88B-59F7-95A4-481D18046904}"/>
            </ac:spMkLst>
          </pc:spChg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3897335717" sldId="2147483658"/>
          </pc:sldLayoutMkLst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2102016752" sldId="2147483659"/>
          </pc:sldLayoutMkLst>
        </pc:sldLayoutChg>
        <pc:sldLayoutChg chg="addSp delSp modSp add mod modTransition">
          <pc:chgData name="Guilherme da Costa Criscuolo" userId="ca8b11d29e1e8585" providerId="LiveId" clId="{E7E5DE29-60A4-4D58-A8C4-A0E1502ACE36}" dt="2026-07-29T19:38:51.084" v="3990" actId="14100"/>
          <pc:sldLayoutMkLst>
            <pc:docMk/>
            <pc:sldMasterMk cId="1279804991" sldId="2147483648"/>
            <pc:sldLayoutMk cId="2780419674" sldId="2147483659"/>
          </pc:sldLayoutMkLst>
          <pc:spChg chg="add del mod">
            <ac:chgData name="Guilherme da Costa Criscuolo" userId="ca8b11d29e1e8585" providerId="LiveId" clId="{E7E5DE29-60A4-4D58-A8C4-A0E1502ACE36}" dt="2026-07-29T14:54:48.709" v="562" actId="1076"/>
            <ac:spMkLst>
              <pc:docMk/>
              <pc:sldMasterMk cId="1279804991" sldId="2147483648"/>
              <pc:sldLayoutMk cId="2780419674" sldId="2147483659"/>
              <ac:spMk id="2" creationId="{6BE41CBC-FDB9-2557-B28C-B76B0CBE986E}"/>
            </ac:spMkLst>
          </pc:spChg>
          <pc:spChg chg="add del mod">
            <ac:chgData name="Guilherme da Costa Criscuolo" userId="ca8b11d29e1e8585" providerId="LiveId" clId="{E7E5DE29-60A4-4D58-A8C4-A0E1502ACE36}" dt="2026-07-29T14:54:48.709" v="562" actId="1076"/>
            <ac:spMkLst>
              <pc:docMk/>
              <pc:sldMasterMk cId="1279804991" sldId="2147483648"/>
              <pc:sldLayoutMk cId="2780419674" sldId="2147483659"/>
              <ac:spMk id="3" creationId="{C6BFB510-B88B-59F7-95A4-481D18046904}"/>
            </ac:spMkLst>
          </pc:spChg>
          <pc:spChg chg="add mod">
            <ac:chgData name="Guilherme da Costa Criscuolo" userId="ca8b11d29e1e8585" providerId="LiveId" clId="{E7E5DE29-60A4-4D58-A8C4-A0E1502ACE36}" dt="2026-07-29T14:54:12.856" v="551"/>
            <ac:spMkLst>
              <pc:docMk/>
              <pc:sldMasterMk cId="1279804991" sldId="2147483648"/>
              <pc:sldLayoutMk cId="2780419674" sldId="2147483659"/>
              <ac:spMk id="4" creationId="{DDF3A5DF-920C-7291-96A6-DB15E8D2F0E4}"/>
            </ac:spMkLst>
          </pc:spChg>
          <pc:spChg chg="add mod">
            <ac:chgData name="Guilherme da Costa Criscuolo" userId="ca8b11d29e1e8585" providerId="LiveId" clId="{E7E5DE29-60A4-4D58-A8C4-A0E1502ACE36}" dt="2026-07-29T14:54:12.856" v="551"/>
            <ac:spMkLst>
              <pc:docMk/>
              <pc:sldMasterMk cId="1279804991" sldId="2147483648"/>
              <pc:sldLayoutMk cId="2780419674" sldId="2147483659"/>
              <ac:spMk id="5" creationId="{4F4EE06E-9D75-8532-36EC-0A642A82AFC3}"/>
            </ac:spMkLst>
          </pc:spChg>
          <pc:spChg chg="add mod">
            <ac:chgData name="Guilherme da Costa Criscuolo" userId="ca8b11d29e1e8585" providerId="LiveId" clId="{E7E5DE29-60A4-4D58-A8C4-A0E1502ACE36}" dt="2026-07-29T19:38:51.084" v="3990" actId="14100"/>
            <ac:spMkLst>
              <pc:docMk/>
              <pc:sldMasterMk cId="1279804991" sldId="2147483648"/>
              <pc:sldLayoutMk cId="2780419674" sldId="2147483659"/>
              <ac:spMk id="6" creationId="{82AA3305-C7B0-4DB7-6909-34800A1DBA6C}"/>
            </ac:spMkLst>
          </pc:spChg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2555017755" sldId="2147483660"/>
          </pc:sldLayoutMkLst>
        </pc:sldLayoutChg>
        <pc:sldLayoutChg chg="addSp delSp modSp add mod ord modTransition">
          <pc:chgData name="Guilherme da Costa Criscuolo" userId="ca8b11d29e1e8585" providerId="LiveId" clId="{E7E5DE29-60A4-4D58-A8C4-A0E1502ACE36}" dt="2026-07-29T16:36:01.275" v="2200" actId="14100"/>
          <pc:sldLayoutMkLst>
            <pc:docMk/>
            <pc:sldMasterMk cId="1279804991" sldId="2147483648"/>
            <pc:sldLayoutMk cId="3811211612" sldId="2147483660"/>
          </pc:sldLayoutMkLst>
          <pc:spChg chg="mod">
            <ac:chgData name="Guilherme da Costa Criscuolo" userId="ca8b11d29e1e8585" providerId="LiveId" clId="{E7E5DE29-60A4-4D58-A8C4-A0E1502ACE36}" dt="2026-07-29T14:57:28.752" v="575" actId="1076"/>
            <ac:spMkLst>
              <pc:docMk/>
              <pc:sldMasterMk cId="1279804991" sldId="2147483648"/>
              <pc:sldLayoutMk cId="3811211612" sldId="2147483660"/>
              <ac:spMk id="2" creationId="{6BE41CBC-FDB9-2557-B28C-B76B0CBE986E}"/>
            </ac:spMkLst>
          </pc:spChg>
          <pc:spChg chg="mod">
            <ac:chgData name="Guilherme da Costa Criscuolo" userId="ca8b11d29e1e8585" providerId="LiveId" clId="{E7E5DE29-60A4-4D58-A8C4-A0E1502ACE36}" dt="2026-07-29T14:57:28.752" v="575" actId="1076"/>
            <ac:spMkLst>
              <pc:docMk/>
              <pc:sldMasterMk cId="1279804991" sldId="2147483648"/>
              <pc:sldLayoutMk cId="3811211612" sldId="2147483660"/>
              <ac:spMk id="3" creationId="{C6BFB510-B88B-59F7-95A4-481D18046904}"/>
            </ac:spMkLst>
          </pc:spChg>
          <pc:spChg chg="add del mod">
            <ac:chgData name="Guilherme da Costa Criscuolo" userId="ca8b11d29e1e8585" providerId="LiveId" clId="{E7E5DE29-60A4-4D58-A8C4-A0E1502ACE36}" dt="2026-07-29T14:58:23.976" v="587"/>
            <ac:spMkLst>
              <pc:docMk/>
              <pc:sldMasterMk cId="1279804991" sldId="2147483648"/>
              <pc:sldLayoutMk cId="3811211612" sldId="2147483660"/>
              <ac:spMk id="4" creationId="{4D0FB5B6-E14A-D592-CF96-5012C03A93AF}"/>
            </ac:spMkLst>
          </pc:spChg>
          <pc:spChg chg="del mod">
            <ac:chgData name="Guilherme da Costa Criscuolo" userId="ca8b11d29e1e8585" providerId="LiveId" clId="{E7E5DE29-60A4-4D58-A8C4-A0E1502ACE36}" dt="2026-07-29T14:58:23.976" v="587"/>
            <ac:spMkLst>
              <pc:docMk/>
              <pc:sldMasterMk cId="1279804991" sldId="2147483648"/>
              <pc:sldLayoutMk cId="3811211612" sldId="2147483660"/>
              <ac:spMk id="7" creationId="{17CAC7F2-C579-7BA4-1218-1E99FE39FC83}"/>
            </ac:spMkLst>
          </pc:spChg>
          <pc:spChg chg="mod">
            <ac:chgData name="Guilherme da Costa Criscuolo" userId="ca8b11d29e1e8585" providerId="LiveId" clId="{E7E5DE29-60A4-4D58-A8C4-A0E1502ACE36}" dt="2026-07-29T16:36:01.275" v="2200" actId="14100"/>
            <ac:spMkLst>
              <pc:docMk/>
              <pc:sldMasterMk cId="1279804991" sldId="2147483648"/>
              <pc:sldLayoutMk cId="3811211612" sldId="2147483660"/>
              <ac:spMk id="9" creationId="{A334D76B-050D-7EB6-01CC-18552E070CF8}"/>
            </ac:spMkLst>
          </pc:spChg>
          <pc:picChg chg="add del mod">
            <ac:chgData name="Guilherme da Costa Criscuolo" userId="ca8b11d29e1e8585" providerId="LiveId" clId="{E7E5DE29-60A4-4D58-A8C4-A0E1502ACE36}" dt="2026-07-29T14:58:11.510" v="583" actId="27803"/>
            <ac:picMkLst>
              <pc:docMk/>
              <pc:sldMasterMk cId="1279804991" sldId="2147483648"/>
              <pc:sldLayoutMk cId="3811211612" sldId="2147483660"/>
              <ac:picMk id="6" creationId="{17CAC7F2-C579-7BA4-1218-1E99FE39FC83}"/>
            </ac:picMkLst>
          </pc:picChg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2451727310" sldId="2147483661"/>
          </pc:sldLayoutMkLst>
        </pc:sldLayoutChg>
        <pc:sldLayoutChg chg="addSp delSp modSp add mod ord modTransition">
          <pc:chgData name="Guilherme da Costa Criscuolo" userId="ca8b11d29e1e8585" providerId="LiveId" clId="{E7E5DE29-60A4-4D58-A8C4-A0E1502ACE36}" dt="2026-07-30T11:04:41.582" v="3997" actId="948"/>
          <pc:sldLayoutMkLst>
            <pc:docMk/>
            <pc:sldMasterMk cId="1279804991" sldId="2147483648"/>
            <pc:sldLayoutMk cId="2745940362" sldId="2147483661"/>
          </pc:sldLayoutMkLst>
          <pc:spChg chg="mod">
            <ac:chgData name="Guilherme da Costa Criscuolo" userId="ca8b11d29e1e8585" providerId="LiveId" clId="{E7E5DE29-60A4-4D58-A8C4-A0E1502ACE36}" dt="2026-07-29T17:36:23.356" v="2353" actId="1076"/>
            <ac:spMkLst>
              <pc:docMk/>
              <pc:sldMasterMk cId="1279804991" sldId="2147483648"/>
              <pc:sldLayoutMk cId="2745940362" sldId="2147483661"/>
              <ac:spMk id="2" creationId="{6BE41CBC-FDB9-2557-B28C-B76B0CBE986E}"/>
            </ac:spMkLst>
          </pc:spChg>
          <pc:spChg chg="del">
            <ac:chgData name="Guilherme da Costa Criscuolo" userId="ca8b11d29e1e8585" providerId="LiveId" clId="{E7E5DE29-60A4-4D58-A8C4-A0E1502ACE36}" dt="2026-07-29T14:58:49.183" v="590" actId="478"/>
            <ac:spMkLst>
              <pc:docMk/>
              <pc:sldMasterMk cId="1279804991" sldId="2147483648"/>
              <pc:sldLayoutMk cId="2745940362" sldId="2147483661"/>
              <ac:spMk id="3" creationId="{C6BFB510-B88B-59F7-95A4-481D18046904}"/>
            </ac:spMkLst>
          </pc:spChg>
          <pc:spChg chg="add mod">
            <ac:chgData name="Guilherme da Costa Criscuolo" userId="ca8b11d29e1e8585" providerId="LiveId" clId="{E7E5DE29-60A4-4D58-A8C4-A0E1502ACE36}" dt="2026-07-29T17:36:23.356" v="2353" actId="1076"/>
            <ac:spMkLst>
              <pc:docMk/>
              <pc:sldMasterMk cId="1279804991" sldId="2147483648"/>
              <pc:sldLayoutMk cId="2745940362" sldId="2147483661"/>
              <ac:spMk id="4" creationId="{EFD43B06-1467-49C0-5FA1-C3B727A8E315}"/>
            </ac:spMkLst>
          </pc:spChg>
          <pc:spChg chg="add mod">
            <ac:chgData name="Guilherme da Costa Criscuolo" userId="ca8b11d29e1e8585" providerId="LiveId" clId="{E7E5DE29-60A4-4D58-A8C4-A0E1502ACE36}" dt="2026-07-29T17:36:23.356" v="2353" actId="1076"/>
            <ac:spMkLst>
              <pc:docMk/>
              <pc:sldMasterMk cId="1279804991" sldId="2147483648"/>
              <pc:sldLayoutMk cId="2745940362" sldId="2147483661"/>
              <ac:spMk id="5" creationId="{1E6FAC17-6677-CD84-226C-88ADA84BE7FE}"/>
            </ac:spMkLst>
          </pc:spChg>
          <pc:spChg chg="mod">
            <ac:chgData name="Guilherme da Costa Criscuolo" userId="ca8b11d29e1e8585" providerId="LiveId" clId="{E7E5DE29-60A4-4D58-A8C4-A0E1502ACE36}" dt="2026-07-29T16:40:56.247" v="2270" actId="14100"/>
            <ac:spMkLst>
              <pc:docMk/>
              <pc:sldMasterMk cId="1279804991" sldId="2147483648"/>
              <pc:sldLayoutMk cId="2745940362" sldId="2147483661"/>
              <ac:spMk id="6" creationId="{82AA3305-C7B0-4DB7-6909-34800A1DBA6C}"/>
            </ac:spMkLst>
          </pc:spChg>
          <pc:spChg chg="add mod">
            <ac:chgData name="Guilherme da Costa Criscuolo" userId="ca8b11d29e1e8585" providerId="LiveId" clId="{E7E5DE29-60A4-4D58-A8C4-A0E1502ACE36}" dt="2026-07-30T11:04:41.582" v="3997" actId="948"/>
            <ac:spMkLst>
              <pc:docMk/>
              <pc:sldMasterMk cId="1279804991" sldId="2147483648"/>
              <pc:sldLayoutMk cId="2745940362" sldId="2147483661"/>
              <ac:spMk id="7" creationId="{0F4BD1AB-CA50-40D5-8A41-690CC91B19F1}"/>
            </ac:spMkLst>
          </pc:spChg>
          <pc:spChg chg="add mod">
            <ac:chgData name="Guilherme da Costa Criscuolo" userId="ca8b11d29e1e8585" providerId="LiveId" clId="{E7E5DE29-60A4-4D58-A8C4-A0E1502ACE36}" dt="2026-07-30T11:04:36.870" v="3996" actId="948"/>
            <ac:spMkLst>
              <pc:docMk/>
              <pc:sldMasterMk cId="1279804991" sldId="2147483648"/>
              <pc:sldLayoutMk cId="2745940362" sldId="2147483661"/>
              <ac:spMk id="9" creationId="{10176420-AB17-1400-327A-FAD65206612E}"/>
            </ac:spMkLst>
          </pc:spChg>
          <pc:spChg chg="add mod">
            <ac:chgData name="Guilherme da Costa Criscuolo" userId="ca8b11d29e1e8585" providerId="LiveId" clId="{E7E5DE29-60A4-4D58-A8C4-A0E1502ACE36}" dt="2026-07-29T17:36:23.356" v="2353" actId="1076"/>
            <ac:spMkLst>
              <pc:docMk/>
              <pc:sldMasterMk cId="1279804991" sldId="2147483648"/>
              <pc:sldLayoutMk cId="2745940362" sldId="2147483661"/>
              <ac:spMk id="10" creationId="{12D7D801-633C-CE57-E71E-374841BC9617}"/>
            </ac:spMkLst>
          </pc:spChg>
          <pc:spChg chg="add mod">
            <ac:chgData name="Guilherme da Costa Criscuolo" userId="ca8b11d29e1e8585" providerId="LiveId" clId="{E7E5DE29-60A4-4D58-A8C4-A0E1502ACE36}" dt="2026-07-29T17:36:23.356" v="2353" actId="1076"/>
            <ac:spMkLst>
              <pc:docMk/>
              <pc:sldMasterMk cId="1279804991" sldId="2147483648"/>
              <pc:sldLayoutMk cId="2745940362" sldId="2147483661"/>
              <ac:spMk id="14" creationId="{EA2B6CBF-11E2-C169-EE71-30A8506FABF1}"/>
            </ac:spMkLst>
          </pc:spChg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1477733181" sldId="2147483662"/>
          </pc:sldLayoutMkLst>
        </pc:sldLayoutChg>
        <pc:sldLayoutChg chg="addSp modSp add mod modTransition">
          <pc:chgData name="Guilherme da Costa Criscuolo" userId="ca8b11d29e1e8585" providerId="LiveId" clId="{E7E5DE29-60A4-4D58-A8C4-A0E1502ACE36}" dt="2026-07-30T11:04:57.711" v="4000" actId="948"/>
          <pc:sldLayoutMkLst>
            <pc:docMk/>
            <pc:sldMasterMk cId="1279804991" sldId="2147483648"/>
            <pc:sldLayoutMk cId="1506350731" sldId="2147483662"/>
          </pc:sldLayoutMkLst>
          <pc:spChg chg="mod">
            <ac:chgData name="Guilherme da Costa Criscuolo" userId="ca8b11d29e1e8585" providerId="LiveId" clId="{E7E5DE29-60A4-4D58-A8C4-A0E1502ACE36}" dt="2026-07-29T17:36:09.609" v="2347" actId="1076"/>
            <ac:spMkLst>
              <pc:docMk/>
              <pc:sldMasterMk cId="1279804991" sldId="2147483648"/>
              <pc:sldLayoutMk cId="1506350731" sldId="2147483662"/>
              <ac:spMk id="2" creationId="{6BE41CBC-FDB9-2557-B28C-B76B0CBE986E}"/>
            </ac:spMkLst>
          </pc:spChg>
          <pc:spChg chg="add mod">
            <ac:chgData name="Guilherme da Costa Criscuolo" userId="ca8b11d29e1e8585" providerId="LiveId" clId="{E7E5DE29-60A4-4D58-A8C4-A0E1502ACE36}" dt="2026-07-29T17:36:09.609" v="2347" actId="1076"/>
            <ac:spMkLst>
              <pc:docMk/>
              <pc:sldMasterMk cId="1279804991" sldId="2147483648"/>
              <pc:sldLayoutMk cId="1506350731" sldId="2147483662"/>
              <ac:spMk id="3" creationId="{8190C877-8A5F-89AA-D981-D9AF1CDA8985}"/>
            </ac:spMkLst>
          </pc:spChg>
          <pc:spChg chg="mod">
            <ac:chgData name="Guilherme da Costa Criscuolo" userId="ca8b11d29e1e8585" providerId="LiveId" clId="{E7E5DE29-60A4-4D58-A8C4-A0E1502ACE36}" dt="2026-07-29T17:36:09.609" v="2347" actId="1076"/>
            <ac:spMkLst>
              <pc:docMk/>
              <pc:sldMasterMk cId="1279804991" sldId="2147483648"/>
              <pc:sldLayoutMk cId="1506350731" sldId="2147483662"/>
              <ac:spMk id="4" creationId="{EFD43B06-1467-49C0-5FA1-C3B727A8E315}"/>
            </ac:spMkLst>
          </pc:spChg>
          <pc:spChg chg="mod">
            <ac:chgData name="Guilherme da Costa Criscuolo" userId="ca8b11d29e1e8585" providerId="LiveId" clId="{E7E5DE29-60A4-4D58-A8C4-A0E1502ACE36}" dt="2026-07-29T17:36:09.609" v="2347" actId="1076"/>
            <ac:spMkLst>
              <pc:docMk/>
              <pc:sldMasterMk cId="1279804991" sldId="2147483648"/>
              <pc:sldLayoutMk cId="1506350731" sldId="2147483662"/>
              <ac:spMk id="5" creationId="{1E6FAC17-6677-CD84-226C-88ADA84BE7FE}"/>
            </ac:spMkLst>
          </pc:spChg>
          <pc:spChg chg="mod">
            <ac:chgData name="Guilherme da Costa Criscuolo" userId="ca8b11d29e1e8585" providerId="LiveId" clId="{E7E5DE29-60A4-4D58-A8C4-A0E1502ACE36}" dt="2026-07-29T16:40:39.638" v="2265" actId="14100"/>
            <ac:spMkLst>
              <pc:docMk/>
              <pc:sldMasterMk cId="1279804991" sldId="2147483648"/>
              <pc:sldLayoutMk cId="1506350731" sldId="2147483662"/>
              <ac:spMk id="6" creationId="{82AA3305-C7B0-4DB7-6909-34800A1DBA6C}"/>
            </ac:spMkLst>
          </pc:spChg>
          <pc:spChg chg="mod">
            <ac:chgData name="Guilherme da Costa Criscuolo" userId="ca8b11d29e1e8585" providerId="LiveId" clId="{E7E5DE29-60A4-4D58-A8C4-A0E1502ACE36}" dt="2026-07-30T11:04:51.932" v="3999" actId="948"/>
            <ac:spMkLst>
              <pc:docMk/>
              <pc:sldMasterMk cId="1279804991" sldId="2147483648"/>
              <pc:sldLayoutMk cId="1506350731" sldId="2147483662"/>
              <ac:spMk id="7" creationId="{0F4BD1AB-CA50-40D5-8A41-690CC91B19F1}"/>
            </ac:spMkLst>
          </pc:spChg>
          <pc:spChg chg="mod">
            <ac:chgData name="Guilherme da Costa Criscuolo" userId="ca8b11d29e1e8585" providerId="LiveId" clId="{E7E5DE29-60A4-4D58-A8C4-A0E1502ACE36}" dt="2026-07-30T11:04:47.503" v="3998" actId="948"/>
            <ac:spMkLst>
              <pc:docMk/>
              <pc:sldMasterMk cId="1279804991" sldId="2147483648"/>
              <pc:sldLayoutMk cId="1506350731" sldId="2147483662"/>
              <ac:spMk id="9" creationId="{10176420-AB17-1400-327A-FAD65206612E}"/>
            </ac:spMkLst>
          </pc:spChg>
          <pc:spChg chg="mod">
            <ac:chgData name="Guilherme da Costa Criscuolo" userId="ca8b11d29e1e8585" providerId="LiveId" clId="{E7E5DE29-60A4-4D58-A8C4-A0E1502ACE36}" dt="2026-07-29T17:36:09.609" v="2347" actId="1076"/>
            <ac:spMkLst>
              <pc:docMk/>
              <pc:sldMasterMk cId="1279804991" sldId="2147483648"/>
              <pc:sldLayoutMk cId="1506350731" sldId="2147483662"/>
              <ac:spMk id="10" creationId="{12D7D801-633C-CE57-E71E-374841BC9617}"/>
            </ac:spMkLst>
          </pc:spChg>
          <pc:spChg chg="mod">
            <ac:chgData name="Guilherme da Costa Criscuolo" userId="ca8b11d29e1e8585" providerId="LiveId" clId="{E7E5DE29-60A4-4D58-A8C4-A0E1502ACE36}" dt="2026-07-29T17:36:09.609" v="2347" actId="1076"/>
            <ac:spMkLst>
              <pc:docMk/>
              <pc:sldMasterMk cId="1279804991" sldId="2147483648"/>
              <pc:sldLayoutMk cId="1506350731" sldId="2147483662"/>
              <ac:spMk id="14" creationId="{EA2B6CBF-11E2-C169-EE71-30A8506FABF1}"/>
            </ac:spMkLst>
          </pc:spChg>
          <pc:spChg chg="add mod">
            <ac:chgData name="Guilherme da Costa Criscuolo" userId="ca8b11d29e1e8585" providerId="LiveId" clId="{E7E5DE29-60A4-4D58-A8C4-A0E1502ACE36}" dt="2026-07-30T11:04:57.711" v="4000" actId="948"/>
            <ac:spMkLst>
              <pc:docMk/>
              <pc:sldMasterMk cId="1279804991" sldId="2147483648"/>
              <pc:sldLayoutMk cId="1506350731" sldId="2147483662"/>
              <ac:spMk id="15" creationId="{F7A13E58-3945-ED91-F016-C261DDA4DD04}"/>
            </ac:spMkLst>
          </pc:spChg>
          <pc:spChg chg="add mod">
            <ac:chgData name="Guilherme da Costa Criscuolo" userId="ca8b11d29e1e8585" providerId="LiveId" clId="{E7E5DE29-60A4-4D58-A8C4-A0E1502ACE36}" dt="2026-07-29T17:36:09.609" v="2347" actId="1076"/>
            <ac:spMkLst>
              <pc:docMk/>
              <pc:sldMasterMk cId="1279804991" sldId="2147483648"/>
              <pc:sldLayoutMk cId="1506350731" sldId="2147483662"/>
              <ac:spMk id="16" creationId="{16158CFA-56A7-C24B-73CB-1168ED3CBF4F}"/>
            </ac:spMkLst>
          </pc:spChg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3601666064" sldId="2147483663"/>
          </pc:sldLayoutMkLst>
        </pc:sldLayoutChg>
        <pc:sldLayoutChg chg="addSp delSp modSp add mod modTransition">
          <pc:chgData name="Guilherme da Costa Criscuolo" userId="ca8b11d29e1e8585" providerId="LiveId" clId="{E7E5DE29-60A4-4D58-A8C4-A0E1502ACE36}" dt="2026-07-30T11:05:13.605" v="4003" actId="948"/>
          <pc:sldLayoutMkLst>
            <pc:docMk/>
            <pc:sldMasterMk cId="1279804991" sldId="2147483648"/>
            <pc:sldLayoutMk cId="3693202407" sldId="2147483663"/>
          </pc:sldLayoutMkLst>
          <pc:spChg chg="del">
            <ac:chgData name="Guilherme da Costa Criscuolo" userId="ca8b11d29e1e8585" providerId="LiveId" clId="{E7E5DE29-60A4-4D58-A8C4-A0E1502ACE36}" dt="2026-07-29T15:06:54.645" v="662" actId="478"/>
            <ac:spMkLst>
              <pc:docMk/>
              <pc:sldMasterMk cId="1279804991" sldId="2147483648"/>
              <pc:sldLayoutMk cId="3693202407" sldId="2147483663"/>
              <ac:spMk id="2" creationId="{6BE41CBC-FDB9-2557-B28C-B76B0CBE986E}"/>
            </ac:spMkLst>
          </pc:spChg>
          <pc:spChg chg="del">
            <ac:chgData name="Guilherme da Costa Criscuolo" userId="ca8b11d29e1e8585" providerId="LiveId" clId="{E7E5DE29-60A4-4D58-A8C4-A0E1502ACE36}" dt="2026-07-29T15:06:54.645" v="662" actId="478"/>
            <ac:spMkLst>
              <pc:docMk/>
              <pc:sldMasterMk cId="1279804991" sldId="2147483648"/>
              <pc:sldLayoutMk cId="3693202407" sldId="2147483663"/>
              <ac:spMk id="3" creationId="{8190C877-8A5F-89AA-D981-D9AF1CDA8985}"/>
            </ac:spMkLst>
          </pc:spChg>
          <pc:spChg chg="del">
            <ac:chgData name="Guilherme da Costa Criscuolo" userId="ca8b11d29e1e8585" providerId="LiveId" clId="{E7E5DE29-60A4-4D58-A8C4-A0E1502ACE36}" dt="2026-07-29T15:06:54.645" v="662" actId="478"/>
            <ac:spMkLst>
              <pc:docMk/>
              <pc:sldMasterMk cId="1279804991" sldId="2147483648"/>
              <pc:sldLayoutMk cId="3693202407" sldId="2147483663"/>
              <ac:spMk id="4" creationId="{EFD43B06-1467-49C0-5FA1-C3B727A8E315}"/>
            </ac:spMkLst>
          </pc:spChg>
          <pc:spChg chg="del">
            <ac:chgData name="Guilherme da Costa Criscuolo" userId="ca8b11d29e1e8585" providerId="LiveId" clId="{E7E5DE29-60A4-4D58-A8C4-A0E1502ACE36}" dt="2026-07-29T15:06:54.645" v="662" actId="478"/>
            <ac:spMkLst>
              <pc:docMk/>
              <pc:sldMasterMk cId="1279804991" sldId="2147483648"/>
              <pc:sldLayoutMk cId="3693202407" sldId="2147483663"/>
              <ac:spMk id="5" creationId="{1E6FAC17-6677-CD84-226C-88ADA84BE7FE}"/>
            </ac:spMkLst>
          </pc:spChg>
          <pc:spChg chg="del">
            <ac:chgData name="Guilherme da Costa Criscuolo" userId="ca8b11d29e1e8585" providerId="LiveId" clId="{E7E5DE29-60A4-4D58-A8C4-A0E1502ACE36}" dt="2026-07-29T15:06:54.645" v="662" actId="478"/>
            <ac:spMkLst>
              <pc:docMk/>
              <pc:sldMasterMk cId="1279804991" sldId="2147483648"/>
              <pc:sldLayoutMk cId="3693202407" sldId="2147483663"/>
              <ac:spMk id="6" creationId="{82AA3305-C7B0-4DB7-6909-34800A1DBA6C}"/>
            </ac:spMkLst>
          </pc:spChg>
          <pc:spChg chg="del">
            <ac:chgData name="Guilherme da Costa Criscuolo" userId="ca8b11d29e1e8585" providerId="LiveId" clId="{E7E5DE29-60A4-4D58-A8C4-A0E1502ACE36}" dt="2026-07-29T15:06:54.645" v="662" actId="478"/>
            <ac:spMkLst>
              <pc:docMk/>
              <pc:sldMasterMk cId="1279804991" sldId="2147483648"/>
              <pc:sldLayoutMk cId="3693202407" sldId="2147483663"/>
              <ac:spMk id="7" creationId="{0F4BD1AB-CA50-40D5-8A41-690CC91B19F1}"/>
            </ac:spMkLst>
          </pc:spChg>
          <pc:spChg chg="del">
            <ac:chgData name="Guilherme da Costa Criscuolo" userId="ca8b11d29e1e8585" providerId="LiveId" clId="{E7E5DE29-60A4-4D58-A8C4-A0E1502ACE36}" dt="2026-07-29T15:06:54.645" v="662" actId="478"/>
            <ac:spMkLst>
              <pc:docMk/>
              <pc:sldMasterMk cId="1279804991" sldId="2147483648"/>
              <pc:sldLayoutMk cId="3693202407" sldId="2147483663"/>
              <ac:spMk id="9" creationId="{10176420-AB17-1400-327A-FAD65206612E}"/>
            </ac:spMkLst>
          </pc:spChg>
          <pc:spChg chg="del">
            <ac:chgData name="Guilherme da Costa Criscuolo" userId="ca8b11d29e1e8585" providerId="LiveId" clId="{E7E5DE29-60A4-4D58-A8C4-A0E1502ACE36}" dt="2026-07-29T15:06:54.645" v="662" actId="478"/>
            <ac:spMkLst>
              <pc:docMk/>
              <pc:sldMasterMk cId="1279804991" sldId="2147483648"/>
              <pc:sldLayoutMk cId="3693202407" sldId="2147483663"/>
              <ac:spMk id="14" creationId="{EA2B6CBF-11E2-C169-EE71-30A8506FABF1}"/>
            </ac:spMkLst>
          </pc:spChg>
          <pc:spChg chg="del">
            <ac:chgData name="Guilherme da Costa Criscuolo" userId="ca8b11d29e1e8585" providerId="LiveId" clId="{E7E5DE29-60A4-4D58-A8C4-A0E1502ACE36}" dt="2026-07-29T15:06:54.645" v="662" actId="478"/>
            <ac:spMkLst>
              <pc:docMk/>
              <pc:sldMasterMk cId="1279804991" sldId="2147483648"/>
              <pc:sldLayoutMk cId="3693202407" sldId="2147483663"/>
              <ac:spMk id="15" creationId="{F7A13E58-3945-ED91-F016-C261DDA4DD04}"/>
            </ac:spMkLst>
          </pc:spChg>
          <pc:spChg chg="del">
            <ac:chgData name="Guilherme da Costa Criscuolo" userId="ca8b11d29e1e8585" providerId="LiveId" clId="{E7E5DE29-60A4-4D58-A8C4-A0E1502ACE36}" dt="2026-07-29T15:06:54.645" v="662" actId="478"/>
            <ac:spMkLst>
              <pc:docMk/>
              <pc:sldMasterMk cId="1279804991" sldId="2147483648"/>
              <pc:sldLayoutMk cId="3693202407" sldId="2147483663"/>
              <ac:spMk id="16" creationId="{16158CFA-56A7-C24B-73CB-1168ED3CBF4F}"/>
            </ac:spMkLst>
          </pc:spChg>
          <pc:spChg chg="add mod">
            <ac:chgData name="Guilherme da Costa Criscuolo" userId="ca8b11d29e1e8585" providerId="LiveId" clId="{E7E5DE29-60A4-4D58-A8C4-A0E1502ACE36}" dt="2026-07-29T15:08:48.464" v="696" actId="207"/>
            <ac:spMkLst>
              <pc:docMk/>
              <pc:sldMasterMk cId="1279804991" sldId="2147483648"/>
              <pc:sldLayoutMk cId="3693202407" sldId="2147483663"/>
              <ac:spMk id="17" creationId="{F09A0A5A-B7B5-D299-6311-ACF924F97EB9}"/>
            </ac:spMkLst>
          </pc:spChg>
          <pc:spChg chg="add mod">
            <ac:chgData name="Guilherme da Costa Criscuolo" userId="ca8b11d29e1e8585" providerId="LiveId" clId="{E7E5DE29-60A4-4D58-A8C4-A0E1502ACE36}" dt="2026-07-29T15:07:47.483" v="682" actId="1076"/>
            <ac:spMkLst>
              <pc:docMk/>
              <pc:sldMasterMk cId="1279804991" sldId="2147483648"/>
              <pc:sldLayoutMk cId="3693202407" sldId="2147483663"/>
              <ac:spMk id="18" creationId="{C2B8369F-E5B6-6180-5A61-ECACF5368B95}"/>
            </ac:spMkLst>
          </pc:spChg>
          <pc:spChg chg="add mod">
            <ac:chgData name="Guilherme da Costa Criscuolo" userId="ca8b11d29e1e8585" providerId="LiveId" clId="{E7E5DE29-60A4-4D58-A8C4-A0E1502ACE36}" dt="2026-07-29T15:09:02.298" v="707" actId="1076"/>
            <ac:spMkLst>
              <pc:docMk/>
              <pc:sldMasterMk cId="1279804991" sldId="2147483648"/>
              <pc:sldLayoutMk cId="3693202407" sldId="2147483663"/>
              <ac:spMk id="19" creationId="{D619C5F4-3A7D-EE0F-9EF2-F200851445EB}"/>
            </ac:spMkLst>
          </pc:spChg>
          <pc:spChg chg="add mod">
            <ac:chgData name="Guilherme da Costa Criscuolo" userId="ca8b11d29e1e8585" providerId="LiveId" clId="{E7E5DE29-60A4-4D58-A8C4-A0E1502ACE36}" dt="2026-07-29T15:08:59.533" v="706" actId="1076"/>
            <ac:spMkLst>
              <pc:docMk/>
              <pc:sldMasterMk cId="1279804991" sldId="2147483648"/>
              <pc:sldLayoutMk cId="3693202407" sldId="2147483663"/>
              <ac:spMk id="20" creationId="{0E59457E-334D-42DF-FB87-7DE747164882}"/>
            </ac:spMkLst>
          </pc:spChg>
          <pc:spChg chg="add mod">
            <ac:chgData name="Guilherme da Costa Criscuolo" userId="ca8b11d29e1e8585" providerId="LiveId" clId="{E7E5DE29-60A4-4D58-A8C4-A0E1502ACE36}" dt="2026-07-30T11:05:04.426" v="4001" actId="948"/>
            <ac:spMkLst>
              <pc:docMk/>
              <pc:sldMasterMk cId="1279804991" sldId="2147483648"/>
              <pc:sldLayoutMk cId="3693202407" sldId="2147483663"/>
              <ac:spMk id="21" creationId="{E2D6244B-0AC5-F228-4E86-837C6701E49E}"/>
            </ac:spMkLst>
          </pc:spChg>
          <pc:spChg chg="add mod">
            <ac:chgData name="Guilherme da Costa Criscuolo" userId="ca8b11d29e1e8585" providerId="LiveId" clId="{E7E5DE29-60A4-4D58-A8C4-A0E1502ACE36}" dt="2026-07-29T17:36:48.954" v="2368" actId="14100"/>
            <ac:spMkLst>
              <pc:docMk/>
              <pc:sldMasterMk cId="1279804991" sldId="2147483648"/>
              <pc:sldLayoutMk cId="3693202407" sldId="2147483663"/>
              <ac:spMk id="22" creationId="{4398E153-8538-295B-7CB9-FC2FDD378A9A}"/>
            </ac:spMkLst>
          </pc:spChg>
          <pc:spChg chg="add mod">
            <ac:chgData name="Guilherme da Costa Criscuolo" userId="ca8b11d29e1e8585" providerId="LiveId" clId="{E7E5DE29-60A4-4D58-A8C4-A0E1502ACE36}" dt="2026-07-30T11:05:09.315" v="4002" actId="948"/>
            <ac:spMkLst>
              <pc:docMk/>
              <pc:sldMasterMk cId="1279804991" sldId="2147483648"/>
              <pc:sldLayoutMk cId="3693202407" sldId="2147483663"/>
              <ac:spMk id="23" creationId="{D94ADBC6-1345-7670-EF4D-6B099EC0D82D}"/>
            </ac:spMkLst>
          </pc:spChg>
          <pc:spChg chg="add mod">
            <ac:chgData name="Guilherme da Costa Criscuolo" userId="ca8b11d29e1e8585" providerId="LiveId" clId="{E7E5DE29-60A4-4D58-A8C4-A0E1502ACE36}" dt="2026-07-30T11:05:13.605" v="4003" actId="948"/>
            <ac:spMkLst>
              <pc:docMk/>
              <pc:sldMasterMk cId="1279804991" sldId="2147483648"/>
              <pc:sldLayoutMk cId="3693202407" sldId="2147483663"/>
              <ac:spMk id="24" creationId="{5768D983-B70B-BC5C-E016-190510E8F498}"/>
            </ac:spMkLst>
          </pc:spChg>
          <pc:spChg chg="add mod">
            <ac:chgData name="Guilherme da Costa Criscuolo" userId="ca8b11d29e1e8585" providerId="LiveId" clId="{E7E5DE29-60A4-4D58-A8C4-A0E1502ACE36}" dt="2026-07-29T17:36:48.954" v="2368" actId="14100"/>
            <ac:spMkLst>
              <pc:docMk/>
              <pc:sldMasterMk cId="1279804991" sldId="2147483648"/>
              <pc:sldLayoutMk cId="3693202407" sldId="2147483663"/>
              <ac:spMk id="25" creationId="{363D4B34-A93E-F1D3-043B-AB171C8AD349}"/>
            </ac:spMkLst>
          </pc:spChg>
          <pc:spChg chg="add mod">
            <ac:chgData name="Guilherme da Costa Criscuolo" userId="ca8b11d29e1e8585" providerId="LiveId" clId="{E7E5DE29-60A4-4D58-A8C4-A0E1502ACE36}" dt="2026-07-29T17:36:48.954" v="2368" actId="14100"/>
            <ac:spMkLst>
              <pc:docMk/>
              <pc:sldMasterMk cId="1279804991" sldId="2147483648"/>
              <pc:sldLayoutMk cId="3693202407" sldId="2147483663"/>
              <ac:spMk id="26" creationId="{6B2AD497-21E1-8DED-3775-19F027AD860F}"/>
            </ac:spMkLst>
          </pc:spChg>
          <pc:spChg chg="add mod ord">
            <ac:chgData name="Guilherme da Costa Criscuolo" userId="ca8b11d29e1e8585" providerId="LiveId" clId="{E7E5DE29-60A4-4D58-A8C4-A0E1502ACE36}" dt="2026-07-29T16:36:31.245" v="2204" actId="207"/>
            <ac:spMkLst>
              <pc:docMk/>
              <pc:sldMasterMk cId="1279804991" sldId="2147483648"/>
              <pc:sldLayoutMk cId="3693202407" sldId="2147483663"/>
              <ac:spMk id="28" creationId="{F0C31279-E187-26CC-FFDA-5230D0446CCB}"/>
            </ac:spMkLst>
          </pc:spChg>
          <pc:picChg chg="add del mod ord modCrop">
            <ac:chgData name="Guilherme da Costa Criscuolo" userId="ca8b11d29e1e8585" providerId="LiveId" clId="{E7E5DE29-60A4-4D58-A8C4-A0E1502ACE36}" dt="2026-07-29T15:17:35.553" v="895" actId="478"/>
            <ac:picMkLst>
              <pc:docMk/>
              <pc:sldMasterMk cId="1279804991" sldId="2147483648"/>
              <pc:sldLayoutMk cId="3693202407" sldId="2147483663"/>
              <ac:picMk id="30" creationId="{68E52083-07E3-57F7-D018-D8F716E3A7B5}"/>
            </ac:picMkLst>
          </pc:picChg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1079733772" sldId="2147483664"/>
          </pc:sldLayoutMkLst>
        </pc:sldLayoutChg>
        <pc:sldLayoutChg chg="addSp delSp modSp add mod ord modTransition">
          <pc:chgData name="Guilherme da Costa Criscuolo" userId="ca8b11d29e1e8585" providerId="LiveId" clId="{E7E5DE29-60A4-4D58-A8C4-A0E1502ACE36}" dt="2026-07-29T15:14:22.576" v="802" actId="3064"/>
          <pc:sldLayoutMkLst>
            <pc:docMk/>
            <pc:sldMasterMk cId="1279804991" sldId="2147483648"/>
            <pc:sldLayoutMk cId="3101722879" sldId="2147483664"/>
          </pc:sldLayoutMkLst>
          <pc:spChg chg="mod">
            <ac:chgData name="Guilherme da Costa Criscuolo" userId="ca8b11d29e1e8585" providerId="LiveId" clId="{E7E5DE29-60A4-4D58-A8C4-A0E1502ACE36}" dt="2026-07-29T15:11:50.106" v="747" actId="1076"/>
            <ac:spMkLst>
              <pc:docMk/>
              <pc:sldMasterMk cId="1279804991" sldId="2147483648"/>
              <pc:sldLayoutMk cId="3101722879" sldId="2147483664"/>
              <ac:spMk id="2" creationId="{6BE41CBC-FDB9-2557-B28C-B76B0CBE986E}"/>
            </ac:spMkLst>
          </pc:spChg>
          <pc:spChg chg="del">
            <ac:chgData name="Guilherme da Costa Criscuolo" userId="ca8b11d29e1e8585" providerId="LiveId" clId="{E7E5DE29-60A4-4D58-A8C4-A0E1502ACE36}" dt="2026-07-29T15:09:54.323" v="711" actId="478"/>
            <ac:spMkLst>
              <pc:docMk/>
              <pc:sldMasterMk cId="1279804991" sldId="2147483648"/>
              <pc:sldLayoutMk cId="3101722879" sldId="2147483664"/>
              <ac:spMk id="3" creationId="{C6BFB510-B88B-59F7-95A4-481D18046904}"/>
            </ac:spMkLst>
          </pc:spChg>
          <pc:spChg chg="mod">
            <ac:chgData name="Guilherme da Costa Criscuolo" userId="ca8b11d29e1e8585" providerId="LiveId" clId="{E7E5DE29-60A4-4D58-A8C4-A0E1502ACE36}" dt="2026-07-29T15:11:52.877" v="748" actId="1076"/>
            <ac:spMkLst>
              <pc:docMk/>
              <pc:sldMasterMk cId="1279804991" sldId="2147483648"/>
              <pc:sldLayoutMk cId="3101722879" sldId="2147483664"/>
              <ac:spMk id="4" creationId="{B6B23295-DCB5-A13A-B6B7-68867FF54941}"/>
            </ac:spMkLst>
          </pc:spChg>
          <pc:spChg chg="add mod">
            <ac:chgData name="Guilherme da Costa Criscuolo" userId="ca8b11d29e1e8585" providerId="LiveId" clId="{E7E5DE29-60A4-4D58-A8C4-A0E1502ACE36}" dt="2026-07-29T15:14:22.576" v="802" actId="3064"/>
            <ac:spMkLst>
              <pc:docMk/>
              <pc:sldMasterMk cId="1279804991" sldId="2147483648"/>
              <pc:sldLayoutMk cId="3101722879" sldId="2147483664"/>
              <ac:spMk id="5" creationId="{E2753463-F64F-5B69-E78F-D39690864D98}"/>
            </ac:spMkLst>
          </pc:spChg>
          <pc:spChg chg="add mod">
            <ac:chgData name="Guilherme da Costa Criscuolo" userId="ca8b11d29e1e8585" providerId="LiveId" clId="{E7E5DE29-60A4-4D58-A8C4-A0E1502ACE36}" dt="2026-07-29T15:12:13.266" v="756" actId="1035"/>
            <ac:spMkLst>
              <pc:docMk/>
              <pc:sldMasterMk cId="1279804991" sldId="2147483648"/>
              <pc:sldLayoutMk cId="3101722879" sldId="2147483664"/>
              <ac:spMk id="6" creationId="{1D47FC8C-003A-217C-46B3-C77609DC944F}"/>
            </ac:spMkLst>
          </pc:spChg>
          <pc:spChg chg="add mod">
            <ac:chgData name="Guilherme da Costa Criscuolo" userId="ca8b11d29e1e8585" providerId="LiveId" clId="{E7E5DE29-60A4-4D58-A8C4-A0E1502ACE36}" dt="2026-07-29T15:12:13.266" v="756" actId="1035"/>
            <ac:spMkLst>
              <pc:docMk/>
              <pc:sldMasterMk cId="1279804991" sldId="2147483648"/>
              <pc:sldLayoutMk cId="3101722879" sldId="2147483664"/>
              <ac:spMk id="7" creationId="{407E896F-70EF-D202-B2DA-B641A6E397F7}"/>
            </ac:spMkLst>
          </pc:spChg>
          <pc:spChg chg="add mod">
            <ac:chgData name="Guilherme da Costa Criscuolo" userId="ca8b11d29e1e8585" providerId="LiveId" clId="{E7E5DE29-60A4-4D58-A8C4-A0E1502ACE36}" dt="2026-07-29T15:14:22.576" v="802" actId="3064"/>
            <ac:spMkLst>
              <pc:docMk/>
              <pc:sldMasterMk cId="1279804991" sldId="2147483648"/>
              <pc:sldLayoutMk cId="3101722879" sldId="2147483664"/>
              <ac:spMk id="9" creationId="{F9E18F5F-E01B-190F-C177-4D02C0B6ECD8}"/>
            </ac:spMkLst>
          </pc:spChg>
          <pc:spChg chg="add mod">
            <ac:chgData name="Guilherme da Costa Criscuolo" userId="ca8b11d29e1e8585" providerId="LiveId" clId="{E7E5DE29-60A4-4D58-A8C4-A0E1502ACE36}" dt="2026-07-29T15:12:13.266" v="756" actId="1035"/>
            <ac:spMkLst>
              <pc:docMk/>
              <pc:sldMasterMk cId="1279804991" sldId="2147483648"/>
              <pc:sldLayoutMk cId="3101722879" sldId="2147483664"/>
              <ac:spMk id="10" creationId="{D88846BF-0948-324B-1801-FFCCB2175768}"/>
            </ac:spMkLst>
          </pc:spChg>
          <pc:spChg chg="add mod">
            <ac:chgData name="Guilherme da Costa Criscuolo" userId="ca8b11d29e1e8585" providerId="LiveId" clId="{E7E5DE29-60A4-4D58-A8C4-A0E1502ACE36}" dt="2026-07-29T15:12:26.514" v="757" actId="1076"/>
            <ac:spMkLst>
              <pc:docMk/>
              <pc:sldMasterMk cId="1279804991" sldId="2147483648"/>
              <pc:sldLayoutMk cId="3101722879" sldId="2147483664"/>
              <ac:spMk id="14" creationId="{C665129D-BE5B-E5D7-CA84-5C0571F728D6}"/>
            </ac:spMkLst>
          </pc:spChg>
          <pc:spChg chg="add mod">
            <ac:chgData name="Guilherme da Costa Criscuolo" userId="ca8b11d29e1e8585" providerId="LiveId" clId="{E7E5DE29-60A4-4D58-A8C4-A0E1502ACE36}" dt="2026-07-29T15:14:22.576" v="802" actId="3064"/>
            <ac:spMkLst>
              <pc:docMk/>
              <pc:sldMasterMk cId="1279804991" sldId="2147483648"/>
              <pc:sldLayoutMk cId="3101722879" sldId="2147483664"/>
              <ac:spMk id="15" creationId="{879191DD-2106-9DB3-3FE6-919ADD5D91B0}"/>
            </ac:spMkLst>
          </pc:spChg>
          <pc:spChg chg="mod">
            <ac:chgData name="Guilherme da Costa Criscuolo" userId="ca8b11d29e1e8585" providerId="LiveId" clId="{E7E5DE29-60A4-4D58-A8C4-A0E1502ACE36}" dt="2026-07-29T15:12:26.514" v="757" actId="1076"/>
            <ac:spMkLst>
              <pc:docMk/>
              <pc:sldMasterMk cId="1279804991" sldId="2147483648"/>
              <pc:sldLayoutMk cId="3101722879" sldId="2147483664"/>
              <ac:spMk id="16" creationId="{CFB4CF24-7819-088F-713F-96A4A7724AFE}"/>
            </ac:spMkLst>
          </pc:spChg>
          <pc:spChg chg="add mod">
            <ac:chgData name="Guilherme da Costa Criscuolo" userId="ca8b11d29e1e8585" providerId="LiveId" clId="{E7E5DE29-60A4-4D58-A8C4-A0E1502ACE36}" dt="2026-07-29T15:12:26.514" v="757" actId="1076"/>
            <ac:spMkLst>
              <pc:docMk/>
              <pc:sldMasterMk cId="1279804991" sldId="2147483648"/>
              <pc:sldLayoutMk cId="3101722879" sldId="2147483664"/>
              <ac:spMk id="17" creationId="{24694EB3-C765-A1F9-A200-993BB4665B3A}"/>
            </ac:spMkLst>
          </pc:spChg>
          <pc:spChg chg="add mod">
            <ac:chgData name="Guilherme da Costa Criscuolo" userId="ca8b11d29e1e8585" providerId="LiveId" clId="{E7E5DE29-60A4-4D58-A8C4-A0E1502ACE36}" dt="2026-07-29T15:14:22.576" v="802" actId="3064"/>
            <ac:spMkLst>
              <pc:docMk/>
              <pc:sldMasterMk cId="1279804991" sldId="2147483648"/>
              <pc:sldLayoutMk cId="3101722879" sldId="2147483664"/>
              <ac:spMk id="18" creationId="{F87C6F7D-BB91-40A8-DF00-EF805CBA89B0}"/>
            </ac:spMkLst>
          </pc:spChg>
          <pc:spChg chg="add mod">
            <ac:chgData name="Guilherme da Costa Criscuolo" userId="ca8b11d29e1e8585" providerId="LiveId" clId="{E7E5DE29-60A4-4D58-A8C4-A0E1502ACE36}" dt="2026-07-29T15:12:26.514" v="757" actId="1076"/>
            <ac:spMkLst>
              <pc:docMk/>
              <pc:sldMasterMk cId="1279804991" sldId="2147483648"/>
              <pc:sldLayoutMk cId="3101722879" sldId="2147483664"/>
              <ac:spMk id="19" creationId="{1BB78FC8-1C30-7A7A-77FB-FA23BFFD3E04}"/>
            </ac:spMkLst>
          </pc:spChg>
          <pc:spChg chg="add mod ord">
            <ac:chgData name="Guilherme da Costa Criscuolo" userId="ca8b11d29e1e8585" providerId="LiveId" clId="{E7E5DE29-60A4-4D58-A8C4-A0E1502ACE36}" dt="2026-07-29T15:11:46.192" v="746" actId="1076"/>
            <ac:spMkLst>
              <pc:docMk/>
              <pc:sldMasterMk cId="1279804991" sldId="2147483648"/>
              <pc:sldLayoutMk cId="3101722879" sldId="2147483664"/>
              <ac:spMk id="21" creationId="{42652471-1B40-279E-6DD4-11C315B6CFB1}"/>
            </ac:spMkLst>
          </pc:spChg>
        </pc:sldLayoutChg>
        <pc:sldLayoutChg chg="addSp delSp modSp add mod modTransition">
          <pc:chgData name="Guilherme da Costa Criscuolo" userId="ca8b11d29e1e8585" providerId="LiveId" clId="{E7E5DE29-60A4-4D58-A8C4-A0E1502ACE36}" dt="2026-07-30T11:07:34.998" v="4033" actId="948"/>
          <pc:sldLayoutMkLst>
            <pc:docMk/>
            <pc:sldMasterMk cId="1279804991" sldId="2147483648"/>
            <pc:sldLayoutMk cId="66810079" sldId="2147483665"/>
          </pc:sldLayoutMkLst>
          <pc:spChg chg="mod">
            <ac:chgData name="Guilherme da Costa Criscuolo" userId="ca8b11d29e1e8585" providerId="LiveId" clId="{E7E5DE29-60A4-4D58-A8C4-A0E1502ACE36}" dt="2026-07-29T15:15:37.812" v="849" actId="20577"/>
            <ac:spMkLst>
              <pc:docMk/>
              <pc:sldMasterMk cId="1279804991" sldId="2147483648"/>
              <pc:sldLayoutMk cId="66810079" sldId="2147483665"/>
              <ac:spMk id="2" creationId="{6BE41CBC-FDB9-2557-B28C-B76B0CBE986E}"/>
            </ac:spMkLst>
          </pc:spChg>
          <pc:spChg chg="del">
            <ac:chgData name="Guilherme da Costa Criscuolo" userId="ca8b11d29e1e8585" providerId="LiveId" clId="{E7E5DE29-60A4-4D58-A8C4-A0E1502ACE36}" dt="2026-07-29T15:13:11.117" v="759" actId="478"/>
            <ac:spMkLst>
              <pc:docMk/>
              <pc:sldMasterMk cId="1279804991" sldId="2147483648"/>
              <pc:sldLayoutMk cId="66810079" sldId="2147483665"/>
              <ac:spMk id="4" creationId="{B6B23295-DCB5-A13A-B6B7-68867FF54941}"/>
            </ac:spMkLst>
          </pc:spChg>
          <pc:spChg chg="del">
            <ac:chgData name="Guilherme da Costa Criscuolo" userId="ca8b11d29e1e8585" providerId="LiveId" clId="{E7E5DE29-60A4-4D58-A8C4-A0E1502ACE36}" dt="2026-07-29T15:13:11.117" v="759" actId="478"/>
            <ac:spMkLst>
              <pc:docMk/>
              <pc:sldMasterMk cId="1279804991" sldId="2147483648"/>
              <pc:sldLayoutMk cId="66810079" sldId="2147483665"/>
              <ac:spMk id="5" creationId="{E2753463-F64F-5B69-E78F-D39690864D98}"/>
            </ac:spMkLst>
          </pc:spChg>
          <pc:spChg chg="del">
            <ac:chgData name="Guilherme da Costa Criscuolo" userId="ca8b11d29e1e8585" providerId="LiveId" clId="{E7E5DE29-60A4-4D58-A8C4-A0E1502ACE36}" dt="2026-07-29T15:13:11.117" v="759" actId="478"/>
            <ac:spMkLst>
              <pc:docMk/>
              <pc:sldMasterMk cId="1279804991" sldId="2147483648"/>
              <pc:sldLayoutMk cId="66810079" sldId="2147483665"/>
              <ac:spMk id="7" creationId="{407E896F-70EF-D202-B2DA-B641A6E397F7}"/>
            </ac:spMkLst>
          </pc:spChg>
          <pc:spChg chg="del">
            <ac:chgData name="Guilherme da Costa Criscuolo" userId="ca8b11d29e1e8585" providerId="LiveId" clId="{E7E5DE29-60A4-4D58-A8C4-A0E1502ACE36}" dt="2026-07-29T15:13:11.117" v="759" actId="478"/>
            <ac:spMkLst>
              <pc:docMk/>
              <pc:sldMasterMk cId="1279804991" sldId="2147483648"/>
              <pc:sldLayoutMk cId="66810079" sldId="2147483665"/>
              <ac:spMk id="9" creationId="{F9E18F5F-E01B-190F-C177-4D02C0B6ECD8}"/>
            </ac:spMkLst>
          </pc:spChg>
          <pc:spChg chg="del">
            <ac:chgData name="Guilherme da Costa Criscuolo" userId="ca8b11d29e1e8585" providerId="LiveId" clId="{E7E5DE29-60A4-4D58-A8C4-A0E1502ACE36}" dt="2026-07-29T15:13:11.117" v="759" actId="478"/>
            <ac:spMkLst>
              <pc:docMk/>
              <pc:sldMasterMk cId="1279804991" sldId="2147483648"/>
              <pc:sldLayoutMk cId="66810079" sldId="2147483665"/>
              <ac:spMk id="14" creationId="{C665129D-BE5B-E5D7-CA84-5C0571F728D6}"/>
            </ac:spMkLst>
          </pc:spChg>
          <pc:spChg chg="del">
            <ac:chgData name="Guilherme da Costa Criscuolo" userId="ca8b11d29e1e8585" providerId="LiveId" clId="{E7E5DE29-60A4-4D58-A8C4-A0E1502ACE36}" dt="2026-07-29T15:13:11.117" v="759" actId="478"/>
            <ac:spMkLst>
              <pc:docMk/>
              <pc:sldMasterMk cId="1279804991" sldId="2147483648"/>
              <pc:sldLayoutMk cId="66810079" sldId="2147483665"/>
              <ac:spMk id="15" creationId="{879191DD-2106-9DB3-3FE6-919ADD5D91B0}"/>
            </ac:spMkLst>
          </pc:spChg>
          <pc:spChg chg="del">
            <ac:chgData name="Guilherme da Costa Criscuolo" userId="ca8b11d29e1e8585" providerId="LiveId" clId="{E7E5DE29-60A4-4D58-A8C4-A0E1502ACE36}" dt="2026-07-29T15:13:11.117" v="759" actId="478"/>
            <ac:spMkLst>
              <pc:docMk/>
              <pc:sldMasterMk cId="1279804991" sldId="2147483648"/>
              <pc:sldLayoutMk cId="66810079" sldId="2147483665"/>
              <ac:spMk id="16" creationId="{CFB4CF24-7819-088F-713F-96A4A7724AFE}"/>
            </ac:spMkLst>
          </pc:spChg>
          <pc:spChg chg="del">
            <ac:chgData name="Guilherme da Costa Criscuolo" userId="ca8b11d29e1e8585" providerId="LiveId" clId="{E7E5DE29-60A4-4D58-A8C4-A0E1502ACE36}" dt="2026-07-29T15:13:11.117" v="759" actId="478"/>
            <ac:spMkLst>
              <pc:docMk/>
              <pc:sldMasterMk cId="1279804991" sldId="2147483648"/>
              <pc:sldLayoutMk cId="66810079" sldId="2147483665"/>
              <ac:spMk id="17" creationId="{24694EB3-C765-A1F9-A200-993BB4665B3A}"/>
            </ac:spMkLst>
          </pc:spChg>
          <pc:spChg chg="del">
            <ac:chgData name="Guilherme da Costa Criscuolo" userId="ca8b11d29e1e8585" providerId="LiveId" clId="{E7E5DE29-60A4-4D58-A8C4-A0E1502ACE36}" dt="2026-07-29T15:13:11.117" v="759" actId="478"/>
            <ac:spMkLst>
              <pc:docMk/>
              <pc:sldMasterMk cId="1279804991" sldId="2147483648"/>
              <pc:sldLayoutMk cId="66810079" sldId="2147483665"/>
              <ac:spMk id="18" creationId="{F87C6F7D-BB91-40A8-DF00-EF805CBA89B0}"/>
            </ac:spMkLst>
          </pc:spChg>
          <pc:spChg chg="del">
            <ac:chgData name="Guilherme da Costa Criscuolo" userId="ca8b11d29e1e8585" providerId="LiveId" clId="{E7E5DE29-60A4-4D58-A8C4-A0E1502ACE36}" dt="2026-07-29T15:13:11.117" v="759" actId="478"/>
            <ac:spMkLst>
              <pc:docMk/>
              <pc:sldMasterMk cId="1279804991" sldId="2147483648"/>
              <pc:sldLayoutMk cId="66810079" sldId="2147483665"/>
              <ac:spMk id="19" creationId="{1BB78FC8-1C30-7A7A-77FB-FA23BFFD3E04}"/>
            </ac:spMkLst>
          </pc:spChg>
          <pc:spChg chg="mod">
            <ac:chgData name="Guilherme da Costa Criscuolo" userId="ca8b11d29e1e8585" providerId="LiveId" clId="{E7E5DE29-60A4-4D58-A8C4-A0E1502ACE36}" dt="2026-07-29T16:36:48.421" v="2209" actId="207"/>
            <ac:spMkLst>
              <pc:docMk/>
              <pc:sldMasterMk cId="1279804991" sldId="2147483648"/>
              <pc:sldLayoutMk cId="66810079" sldId="2147483665"/>
              <ac:spMk id="21" creationId="{42652471-1B40-279E-6DD4-11C315B6CFB1}"/>
            </ac:spMkLst>
          </pc:spChg>
          <pc:spChg chg="add del mod">
            <ac:chgData name="Guilherme da Costa Criscuolo" userId="ca8b11d29e1e8585" providerId="LiveId" clId="{E7E5DE29-60A4-4D58-A8C4-A0E1502ACE36}" dt="2026-07-29T15:13:19.433" v="761" actId="478"/>
            <ac:spMkLst>
              <pc:docMk/>
              <pc:sldMasterMk cId="1279804991" sldId="2147483648"/>
              <pc:sldLayoutMk cId="66810079" sldId="2147483665"/>
              <ac:spMk id="22" creationId="{5505A376-D93F-2F84-7C3D-58DDEBBCAE6C}"/>
            </ac:spMkLst>
          </pc:spChg>
          <pc:spChg chg="add del mod">
            <ac:chgData name="Guilherme da Costa Criscuolo" userId="ca8b11d29e1e8585" providerId="LiveId" clId="{E7E5DE29-60A4-4D58-A8C4-A0E1502ACE36}" dt="2026-07-29T15:13:19.433" v="761" actId="478"/>
            <ac:spMkLst>
              <pc:docMk/>
              <pc:sldMasterMk cId="1279804991" sldId="2147483648"/>
              <pc:sldLayoutMk cId="66810079" sldId="2147483665"/>
              <ac:spMk id="23" creationId="{A0EA7021-88C5-40E9-2F2A-4A447B1168E7}"/>
            </ac:spMkLst>
          </pc:spChg>
          <pc:spChg chg="add del mod">
            <ac:chgData name="Guilherme da Costa Criscuolo" userId="ca8b11d29e1e8585" providerId="LiveId" clId="{E7E5DE29-60A4-4D58-A8C4-A0E1502ACE36}" dt="2026-07-29T15:13:19.433" v="761" actId="478"/>
            <ac:spMkLst>
              <pc:docMk/>
              <pc:sldMasterMk cId="1279804991" sldId="2147483648"/>
              <pc:sldLayoutMk cId="66810079" sldId="2147483665"/>
              <ac:spMk id="24" creationId="{FA9659A6-3F30-4DD5-9BE6-D51155DC068C}"/>
            </ac:spMkLst>
          </pc:spChg>
          <pc:spChg chg="add del mod">
            <ac:chgData name="Guilherme da Costa Criscuolo" userId="ca8b11d29e1e8585" providerId="LiveId" clId="{E7E5DE29-60A4-4D58-A8C4-A0E1502ACE36}" dt="2026-07-29T15:13:19.433" v="761" actId="478"/>
            <ac:spMkLst>
              <pc:docMk/>
              <pc:sldMasterMk cId="1279804991" sldId="2147483648"/>
              <pc:sldLayoutMk cId="66810079" sldId="2147483665"/>
              <ac:spMk id="25" creationId="{036356E8-E1F9-4211-7CBC-F25D20B06BE6}"/>
            </ac:spMkLst>
          </pc:spChg>
          <pc:spChg chg="add del mod">
            <ac:chgData name="Guilherme da Costa Criscuolo" userId="ca8b11d29e1e8585" providerId="LiveId" clId="{E7E5DE29-60A4-4D58-A8C4-A0E1502ACE36}" dt="2026-07-29T15:13:19.433" v="761" actId="478"/>
            <ac:spMkLst>
              <pc:docMk/>
              <pc:sldMasterMk cId="1279804991" sldId="2147483648"/>
              <pc:sldLayoutMk cId="66810079" sldId="2147483665"/>
              <ac:spMk id="27" creationId="{76F3BCA3-80B8-30B9-2731-07035FC4C644}"/>
            </ac:spMkLst>
          </pc:spChg>
          <pc:spChg chg="add del mod">
            <ac:chgData name="Guilherme da Costa Criscuolo" userId="ca8b11d29e1e8585" providerId="LiveId" clId="{E7E5DE29-60A4-4D58-A8C4-A0E1502ACE36}" dt="2026-07-29T15:13:19.433" v="761" actId="478"/>
            <ac:spMkLst>
              <pc:docMk/>
              <pc:sldMasterMk cId="1279804991" sldId="2147483648"/>
              <pc:sldLayoutMk cId="66810079" sldId="2147483665"/>
              <ac:spMk id="29" creationId="{3CF28B77-9E13-7742-5FC4-5263FEAC01FD}"/>
            </ac:spMkLst>
          </pc:spChg>
          <pc:spChg chg="add del mod">
            <ac:chgData name="Guilherme da Costa Criscuolo" userId="ca8b11d29e1e8585" providerId="LiveId" clId="{E7E5DE29-60A4-4D58-A8C4-A0E1502ACE36}" dt="2026-07-29T15:13:19.433" v="761" actId="478"/>
            <ac:spMkLst>
              <pc:docMk/>
              <pc:sldMasterMk cId="1279804991" sldId="2147483648"/>
              <pc:sldLayoutMk cId="66810079" sldId="2147483665"/>
              <ac:spMk id="33" creationId="{7A5E7354-B63D-5B44-698F-DD4A689BE2DE}"/>
            </ac:spMkLst>
          </pc:spChg>
          <pc:spChg chg="add del mod">
            <ac:chgData name="Guilherme da Costa Criscuolo" userId="ca8b11d29e1e8585" providerId="LiveId" clId="{E7E5DE29-60A4-4D58-A8C4-A0E1502ACE36}" dt="2026-07-29T15:13:19.433" v="761" actId="478"/>
            <ac:spMkLst>
              <pc:docMk/>
              <pc:sldMasterMk cId="1279804991" sldId="2147483648"/>
              <pc:sldLayoutMk cId="66810079" sldId="2147483665"/>
              <ac:spMk id="35" creationId="{F23DB184-6C3B-4350-640B-67B4CC52299E}"/>
            </ac:spMkLst>
          </pc:spChg>
          <pc:spChg chg="add del mod">
            <ac:chgData name="Guilherme da Costa Criscuolo" userId="ca8b11d29e1e8585" providerId="LiveId" clId="{E7E5DE29-60A4-4D58-A8C4-A0E1502ACE36}" dt="2026-07-29T15:13:19.433" v="761" actId="478"/>
            <ac:spMkLst>
              <pc:docMk/>
              <pc:sldMasterMk cId="1279804991" sldId="2147483648"/>
              <pc:sldLayoutMk cId="66810079" sldId="2147483665"/>
              <ac:spMk id="36" creationId="{55252DBD-98B9-FE76-1B6E-0243A4ADB1F4}"/>
            </ac:spMkLst>
          </pc:spChg>
          <pc:spChg chg="add del mod">
            <ac:chgData name="Guilherme da Costa Criscuolo" userId="ca8b11d29e1e8585" providerId="LiveId" clId="{E7E5DE29-60A4-4D58-A8C4-A0E1502ACE36}" dt="2026-07-29T15:13:19.433" v="761" actId="478"/>
            <ac:spMkLst>
              <pc:docMk/>
              <pc:sldMasterMk cId="1279804991" sldId="2147483648"/>
              <pc:sldLayoutMk cId="66810079" sldId="2147483665"/>
              <ac:spMk id="37" creationId="{752B198F-1975-34DA-153E-D8B1F0D2BBAE}"/>
            </ac:spMkLst>
          </pc:spChg>
          <pc:spChg chg="mod">
            <ac:chgData name="Guilherme da Costa Criscuolo" userId="ca8b11d29e1e8585" providerId="LiveId" clId="{E7E5DE29-60A4-4D58-A8C4-A0E1502ACE36}" dt="2026-07-29T17:41:16.911" v="2499" actId="14100"/>
            <ac:spMkLst>
              <pc:docMk/>
              <pc:sldMasterMk cId="1279804991" sldId="2147483648"/>
              <pc:sldLayoutMk cId="66810079" sldId="2147483665"/>
              <ac:spMk id="38" creationId="{1691F6C3-648F-8F55-4711-6E418AE43A7C}"/>
            </ac:spMkLst>
          </pc:spChg>
          <pc:spChg chg="add mod">
            <ac:chgData name="Guilherme da Costa Criscuolo" userId="ca8b11d29e1e8585" providerId="LiveId" clId="{E7E5DE29-60A4-4D58-A8C4-A0E1502ACE36}" dt="2026-07-30T11:07:03.503" v="4026" actId="948"/>
            <ac:spMkLst>
              <pc:docMk/>
              <pc:sldMasterMk cId="1279804991" sldId="2147483648"/>
              <pc:sldLayoutMk cId="66810079" sldId="2147483665"/>
              <ac:spMk id="39" creationId="{3060F0AA-CE02-D9A9-63A7-70FBB3298B95}"/>
            </ac:spMkLst>
          </pc:spChg>
          <pc:spChg chg="add mod">
            <ac:chgData name="Guilherme da Costa Criscuolo" userId="ca8b11d29e1e8585" providerId="LiveId" clId="{E7E5DE29-60A4-4D58-A8C4-A0E1502ACE36}" dt="2026-07-29T17:41:16.911" v="2499" actId="14100"/>
            <ac:spMkLst>
              <pc:docMk/>
              <pc:sldMasterMk cId="1279804991" sldId="2147483648"/>
              <pc:sldLayoutMk cId="66810079" sldId="2147483665"/>
              <ac:spMk id="40" creationId="{64E20E30-2E12-31D8-6D89-F6DC7E9B186A}"/>
            </ac:spMkLst>
          </pc:spChg>
          <pc:spChg chg="add mod">
            <ac:chgData name="Guilherme da Costa Criscuolo" userId="ca8b11d29e1e8585" providerId="LiveId" clId="{E7E5DE29-60A4-4D58-A8C4-A0E1502ACE36}" dt="2026-07-29T15:15:44.053" v="851" actId="1036"/>
            <ac:spMkLst>
              <pc:docMk/>
              <pc:sldMasterMk cId="1279804991" sldId="2147483648"/>
              <pc:sldLayoutMk cId="66810079" sldId="2147483665"/>
              <ac:spMk id="41" creationId="{1AAC5193-4332-C34D-7CA5-8CB5698C57AB}"/>
            </ac:spMkLst>
          </pc:spChg>
          <pc:spChg chg="mod">
            <ac:chgData name="Guilherme da Costa Criscuolo" userId="ca8b11d29e1e8585" providerId="LiveId" clId="{E7E5DE29-60A4-4D58-A8C4-A0E1502ACE36}" dt="2026-07-30T11:07:08.775" v="4027" actId="948"/>
            <ac:spMkLst>
              <pc:docMk/>
              <pc:sldMasterMk cId="1279804991" sldId="2147483648"/>
              <pc:sldLayoutMk cId="66810079" sldId="2147483665"/>
              <ac:spMk id="42" creationId="{A16C4BDF-C18C-5960-5263-A10B78676743}"/>
            </ac:spMkLst>
          </pc:spChg>
          <pc:spChg chg="add mod">
            <ac:chgData name="Guilherme da Costa Criscuolo" userId="ca8b11d29e1e8585" providerId="LiveId" clId="{E7E5DE29-60A4-4D58-A8C4-A0E1502ACE36}" dt="2026-07-29T17:41:16.911" v="2499" actId="14100"/>
            <ac:spMkLst>
              <pc:docMk/>
              <pc:sldMasterMk cId="1279804991" sldId="2147483648"/>
              <pc:sldLayoutMk cId="66810079" sldId="2147483665"/>
              <ac:spMk id="43" creationId="{51714601-C03D-F602-D25E-EF62BB793278}"/>
            </ac:spMkLst>
          </pc:spChg>
          <pc:spChg chg="mod">
            <ac:chgData name="Guilherme da Costa Criscuolo" userId="ca8b11d29e1e8585" providerId="LiveId" clId="{E7E5DE29-60A4-4D58-A8C4-A0E1502ACE36}" dt="2026-07-29T15:15:02.461" v="842" actId="207"/>
            <ac:spMkLst>
              <pc:docMk/>
              <pc:sldMasterMk cId="1279804991" sldId="2147483648"/>
              <pc:sldLayoutMk cId="66810079" sldId="2147483665"/>
              <ac:spMk id="44" creationId="{89AAEC73-A144-19B4-AFA4-44268AAAFB43}"/>
            </ac:spMkLst>
          </pc:spChg>
          <pc:spChg chg="mod">
            <ac:chgData name="Guilherme da Costa Criscuolo" userId="ca8b11d29e1e8585" providerId="LiveId" clId="{E7E5DE29-60A4-4D58-A8C4-A0E1502ACE36}" dt="2026-07-30T11:07:13.082" v="4028" actId="948"/>
            <ac:spMkLst>
              <pc:docMk/>
              <pc:sldMasterMk cId="1279804991" sldId="2147483648"/>
              <pc:sldLayoutMk cId="66810079" sldId="2147483665"/>
              <ac:spMk id="45" creationId="{A0B2D593-3EBA-9342-71AD-EA6B2ED08EA2}"/>
            </ac:spMkLst>
          </pc:spChg>
          <pc:spChg chg="mod">
            <ac:chgData name="Guilherme da Costa Criscuolo" userId="ca8b11d29e1e8585" providerId="LiveId" clId="{E7E5DE29-60A4-4D58-A8C4-A0E1502ACE36}" dt="2026-07-29T17:41:16.911" v="2499" actId="14100"/>
            <ac:spMkLst>
              <pc:docMk/>
              <pc:sldMasterMk cId="1279804991" sldId="2147483648"/>
              <pc:sldLayoutMk cId="66810079" sldId="2147483665"/>
              <ac:spMk id="46" creationId="{F7E36379-6FB5-26B8-EA28-27B09E8CCE83}"/>
            </ac:spMkLst>
          </pc:spChg>
          <pc:spChg chg="mod">
            <ac:chgData name="Guilherme da Costa Criscuolo" userId="ca8b11d29e1e8585" providerId="LiveId" clId="{E7E5DE29-60A4-4D58-A8C4-A0E1502ACE36}" dt="2026-07-29T17:41:16.911" v="2499" actId="14100"/>
            <ac:spMkLst>
              <pc:docMk/>
              <pc:sldMasterMk cId="1279804991" sldId="2147483648"/>
              <pc:sldLayoutMk cId="66810079" sldId="2147483665"/>
              <ac:spMk id="47" creationId="{11D76561-F800-A063-EA70-F3B0915671E1}"/>
            </ac:spMkLst>
          </pc:spChg>
          <pc:spChg chg="add mod">
            <ac:chgData name="Guilherme da Costa Criscuolo" userId="ca8b11d29e1e8585" providerId="LiveId" clId="{E7E5DE29-60A4-4D58-A8C4-A0E1502ACE36}" dt="2026-07-30T11:07:17.835" v="4029" actId="948"/>
            <ac:spMkLst>
              <pc:docMk/>
              <pc:sldMasterMk cId="1279804991" sldId="2147483648"/>
              <pc:sldLayoutMk cId="66810079" sldId="2147483665"/>
              <ac:spMk id="48" creationId="{6032B64A-4A48-5DE6-EB47-3C3EEABAF956}"/>
            </ac:spMkLst>
          </pc:spChg>
          <pc:spChg chg="mod">
            <ac:chgData name="Guilherme da Costa Criscuolo" userId="ca8b11d29e1e8585" providerId="LiveId" clId="{E7E5DE29-60A4-4D58-A8C4-A0E1502ACE36}" dt="2026-07-29T17:41:16.911" v="2499" actId="14100"/>
            <ac:spMkLst>
              <pc:docMk/>
              <pc:sldMasterMk cId="1279804991" sldId="2147483648"/>
              <pc:sldLayoutMk cId="66810079" sldId="2147483665"/>
              <ac:spMk id="49" creationId="{D4396A59-C134-57A6-E30C-F4832550C50B}"/>
            </ac:spMkLst>
          </pc:spChg>
          <pc:spChg chg="add mod">
            <ac:chgData name="Guilherme da Costa Criscuolo" userId="ca8b11d29e1e8585" providerId="LiveId" clId="{E7E5DE29-60A4-4D58-A8C4-A0E1502ACE36}" dt="2026-07-29T15:16:15.162" v="879" actId="1076"/>
            <ac:spMkLst>
              <pc:docMk/>
              <pc:sldMasterMk cId="1279804991" sldId="2147483648"/>
              <pc:sldLayoutMk cId="66810079" sldId="2147483665"/>
              <ac:spMk id="50" creationId="{5FE8CD5C-6E67-0C6C-1419-FB09FDF34CD6}"/>
            </ac:spMkLst>
          </pc:spChg>
          <pc:spChg chg="mod">
            <ac:chgData name="Guilherme da Costa Criscuolo" userId="ca8b11d29e1e8585" providerId="LiveId" clId="{E7E5DE29-60A4-4D58-A8C4-A0E1502ACE36}" dt="2026-07-30T11:07:22.509" v="4030" actId="948"/>
            <ac:spMkLst>
              <pc:docMk/>
              <pc:sldMasterMk cId="1279804991" sldId="2147483648"/>
              <pc:sldLayoutMk cId="66810079" sldId="2147483665"/>
              <ac:spMk id="51" creationId="{1954FF80-A605-E9AE-86C1-A19D5CD10A74}"/>
            </ac:spMkLst>
          </pc:spChg>
          <pc:spChg chg="add mod">
            <ac:chgData name="Guilherme da Costa Criscuolo" userId="ca8b11d29e1e8585" providerId="LiveId" clId="{E7E5DE29-60A4-4D58-A8C4-A0E1502ACE36}" dt="2026-07-29T17:41:16.911" v="2499" actId="14100"/>
            <ac:spMkLst>
              <pc:docMk/>
              <pc:sldMasterMk cId="1279804991" sldId="2147483648"/>
              <pc:sldLayoutMk cId="66810079" sldId="2147483665"/>
              <ac:spMk id="52" creationId="{325E5B77-6A6B-6B48-B2A4-A3522581D8EA}"/>
            </ac:spMkLst>
          </pc:spChg>
          <pc:spChg chg="mod">
            <ac:chgData name="Guilherme da Costa Criscuolo" userId="ca8b11d29e1e8585" providerId="LiveId" clId="{E7E5DE29-60A4-4D58-A8C4-A0E1502ACE36}" dt="2026-07-29T15:15:02.461" v="842" actId="207"/>
            <ac:spMkLst>
              <pc:docMk/>
              <pc:sldMasterMk cId="1279804991" sldId="2147483648"/>
              <pc:sldLayoutMk cId="66810079" sldId="2147483665"/>
              <ac:spMk id="53" creationId="{71989EE9-4C7C-935E-5D80-52F64240206C}"/>
            </ac:spMkLst>
          </pc:spChg>
          <pc:spChg chg="mod">
            <ac:chgData name="Guilherme da Costa Criscuolo" userId="ca8b11d29e1e8585" providerId="LiveId" clId="{E7E5DE29-60A4-4D58-A8C4-A0E1502ACE36}" dt="2026-07-30T11:07:26.231" v="4031" actId="948"/>
            <ac:spMkLst>
              <pc:docMk/>
              <pc:sldMasterMk cId="1279804991" sldId="2147483648"/>
              <pc:sldLayoutMk cId="66810079" sldId="2147483665"/>
              <ac:spMk id="54" creationId="{7EC9EAB3-2CF0-69E9-674C-9390A65CFE6A}"/>
            </ac:spMkLst>
          </pc:spChg>
          <pc:spChg chg="add mod">
            <ac:chgData name="Guilherme da Costa Criscuolo" userId="ca8b11d29e1e8585" providerId="LiveId" clId="{E7E5DE29-60A4-4D58-A8C4-A0E1502ACE36}" dt="2026-07-29T17:37:32.116" v="2416" actId="14100"/>
            <ac:spMkLst>
              <pc:docMk/>
              <pc:sldMasterMk cId="1279804991" sldId="2147483648"/>
              <pc:sldLayoutMk cId="66810079" sldId="2147483665"/>
              <ac:spMk id="55" creationId="{85446E67-04DC-8011-9455-52A454DB8E8E}"/>
            </ac:spMkLst>
          </pc:spChg>
          <pc:spChg chg="mod">
            <ac:chgData name="Guilherme da Costa Criscuolo" userId="ca8b11d29e1e8585" providerId="LiveId" clId="{E7E5DE29-60A4-4D58-A8C4-A0E1502ACE36}" dt="2026-07-29T15:16:15.162" v="879" actId="1076"/>
            <ac:spMkLst>
              <pc:docMk/>
              <pc:sldMasterMk cId="1279804991" sldId="2147483648"/>
              <pc:sldLayoutMk cId="66810079" sldId="2147483665"/>
              <ac:spMk id="56" creationId="{E9718F52-4453-3412-F3C4-3837A075AFA6}"/>
            </ac:spMkLst>
          </pc:spChg>
          <pc:spChg chg="mod">
            <ac:chgData name="Guilherme da Costa Criscuolo" userId="ca8b11d29e1e8585" providerId="LiveId" clId="{E7E5DE29-60A4-4D58-A8C4-A0E1502ACE36}" dt="2026-07-30T11:07:30.607" v="4032" actId="948"/>
            <ac:spMkLst>
              <pc:docMk/>
              <pc:sldMasterMk cId="1279804991" sldId="2147483648"/>
              <pc:sldLayoutMk cId="66810079" sldId="2147483665"/>
              <ac:spMk id="57" creationId="{EB7142F2-E692-1D07-6A23-3568A580588F}"/>
            </ac:spMkLst>
          </pc:spChg>
          <pc:spChg chg="mod">
            <ac:chgData name="Guilherme da Costa Criscuolo" userId="ca8b11d29e1e8585" providerId="LiveId" clId="{E7E5DE29-60A4-4D58-A8C4-A0E1502ACE36}" dt="2026-07-29T17:41:16.911" v="2499" actId="14100"/>
            <ac:spMkLst>
              <pc:docMk/>
              <pc:sldMasterMk cId="1279804991" sldId="2147483648"/>
              <pc:sldLayoutMk cId="66810079" sldId="2147483665"/>
              <ac:spMk id="58" creationId="{D7756E78-6B5D-F24D-7FF7-899F1A56488F}"/>
            </ac:spMkLst>
          </pc:spChg>
          <pc:spChg chg="mod">
            <ac:chgData name="Guilherme da Costa Criscuolo" userId="ca8b11d29e1e8585" providerId="LiveId" clId="{E7E5DE29-60A4-4D58-A8C4-A0E1502ACE36}" dt="2026-07-29T17:41:16.911" v="2499" actId="14100"/>
            <ac:spMkLst>
              <pc:docMk/>
              <pc:sldMasterMk cId="1279804991" sldId="2147483648"/>
              <pc:sldLayoutMk cId="66810079" sldId="2147483665"/>
              <ac:spMk id="59" creationId="{C6CB021E-1874-440C-F2B6-66C9A87196FA}"/>
            </ac:spMkLst>
          </pc:spChg>
          <pc:spChg chg="add mod">
            <ac:chgData name="Guilherme da Costa Criscuolo" userId="ca8b11d29e1e8585" providerId="LiveId" clId="{E7E5DE29-60A4-4D58-A8C4-A0E1502ACE36}" dt="2026-07-30T11:07:34.998" v="4033" actId="948"/>
            <ac:spMkLst>
              <pc:docMk/>
              <pc:sldMasterMk cId="1279804991" sldId="2147483648"/>
              <pc:sldLayoutMk cId="66810079" sldId="2147483665"/>
              <ac:spMk id="60" creationId="{35888075-302C-3430-7B1E-56406063CE96}"/>
            </ac:spMkLst>
          </pc:spChg>
          <pc:spChg chg="add mod">
            <ac:chgData name="Guilherme da Costa Criscuolo" userId="ca8b11d29e1e8585" providerId="LiveId" clId="{E7E5DE29-60A4-4D58-A8C4-A0E1502ACE36}" dt="2026-07-29T17:41:16.911" v="2499" actId="14100"/>
            <ac:spMkLst>
              <pc:docMk/>
              <pc:sldMasterMk cId="1279804991" sldId="2147483648"/>
              <pc:sldLayoutMk cId="66810079" sldId="2147483665"/>
              <ac:spMk id="61" creationId="{2D51C851-E2CB-67F3-C06C-28403A11E3CE}"/>
            </ac:spMkLst>
          </pc:spChg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2170198729" sldId="2147483665"/>
          </pc:sldLayoutMkLst>
        </pc:sldLayoutChg>
        <pc:sldLayoutChg chg="delSp modSp add mod ord modTransition">
          <pc:chgData name="Guilherme da Costa Criscuolo" userId="ca8b11d29e1e8585" providerId="LiveId" clId="{E7E5DE29-60A4-4D58-A8C4-A0E1502ACE36}" dt="2026-07-30T11:06:57.334" v="4025" actId="948"/>
          <pc:sldLayoutMkLst>
            <pc:docMk/>
            <pc:sldMasterMk cId="1279804991" sldId="2147483648"/>
            <pc:sldLayoutMk cId="402454076" sldId="2147483666"/>
          </pc:sldLayoutMkLst>
          <pc:spChg chg="mod">
            <ac:chgData name="Guilherme da Costa Criscuolo" userId="ca8b11d29e1e8585" providerId="LiveId" clId="{E7E5DE29-60A4-4D58-A8C4-A0E1502ACE36}" dt="2026-07-29T16:36:46.244" v="2208" actId="207"/>
            <ac:spMkLst>
              <pc:docMk/>
              <pc:sldMasterMk cId="1279804991" sldId="2147483648"/>
              <pc:sldLayoutMk cId="402454076" sldId="2147483666"/>
              <ac:spMk id="21" creationId="{42652471-1B40-279E-6DD4-11C315B6CFB1}"/>
            </ac:spMkLst>
          </pc:spChg>
          <pc:spChg chg="mod">
            <ac:chgData name="Guilherme da Costa Criscuolo" userId="ca8b11d29e1e8585" providerId="LiveId" clId="{E7E5DE29-60A4-4D58-A8C4-A0E1502ACE36}" dt="2026-07-29T17:41:07.825" v="2495" actId="14100"/>
            <ac:spMkLst>
              <pc:docMk/>
              <pc:sldMasterMk cId="1279804991" sldId="2147483648"/>
              <pc:sldLayoutMk cId="402454076" sldId="2147483666"/>
              <ac:spMk id="38" creationId="{1691F6C3-648F-8F55-4711-6E418AE43A7C}"/>
            </ac:spMkLst>
          </pc:spChg>
          <pc:spChg chg="mod">
            <ac:chgData name="Guilherme da Costa Criscuolo" userId="ca8b11d29e1e8585" providerId="LiveId" clId="{E7E5DE29-60A4-4D58-A8C4-A0E1502ACE36}" dt="2026-07-30T11:06:30.025" v="4019" actId="948"/>
            <ac:spMkLst>
              <pc:docMk/>
              <pc:sldMasterMk cId="1279804991" sldId="2147483648"/>
              <pc:sldLayoutMk cId="402454076" sldId="2147483666"/>
              <ac:spMk id="39" creationId="{3060F0AA-CE02-D9A9-63A7-70FBB3298B95}"/>
            </ac:spMkLst>
          </pc:spChg>
          <pc:spChg chg="mod">
            <ac:chgData name="Guilherme da Costa Criscuolo" userId="ca8b11d29e1e8585" providerId="LiveId" clId="{E7E5DE29-60A4-4D58-A8C4-A0E1502ACE36}" dt="2026-07-29T17:41:07.825" v="2495" actId="14100"/>
            <ac:spMkLst>
              <pc:docMk/>
              <pc:sldMasterMk cId="1279804991" sldId="2147483648"/>
              <pc:sldLayoutMk cId="402454076" sldId="2147483666"/>
              <ac:spMk id="40" creationId="{64E20E30-2E12-31D8-6D89-F6DC7E9B186A}"/>
            </ac:spMkLst>
          </pc:spChg>
          <pc:spChg chg="mod">
            <ac:chgData name="Guilherme da Costa Criscuolo" userId="ca8b11d29e1e8585" providerId="LiveId" clId="{E7E5DE29-60A4-4D58-A8C4-A0E1502ACE36}" dt="2026-07-29T17:41:07.825" v="2495" actId="14100"/>
            <ac:spMkLst>
              <pc:docMk/>
              <pc:sldMasterMk cId="1279804991" sldId="2147483648"/>
              <pc:sldLayoutMk cId="402454076" sldId="2147483666"/>
              <ac:spMk id="41" creationId="{1AAC5193-4332-C34D-7CA5-8CB5698C57AB}"/>
            </ac:spMkLst>
          </pc:spChg>
          <pc:spChg chg="mod">
            <ac:chgData name="Guilherme da Costa Criscuolo" userId="ca8b11d29e1e8585" providerId="LiveId" clId="{E7E5DE29-60A4-4D58-A8C4-A0E1502ACE36}" dt="2026-07-30T11:06:34.682" v="4020" actId="948"/>
            <ac:spMkLst>
              <pc:docMk/>
              <pc:sldMasterMk cId="1279804991" sldId="2147483648"/>
              <pc:sldLayoutMk cId="402454076" sldId="2147483666"/>
              <ac:spMk id="42" creationId="{A16C4BDF-C18C-5960-5263-A10B78676743}"/>
            </ac:spMkLst>
          </pc:spChg>
          <pc:spChg chg="mod">
            <ac:chgData name="Guilherme da Costa Criscuolo" userId="ca8b11d29e1e8585" providerId="LiveId" clId="{E7E5DE29-60A4-4D58-A8C4-A0E1502ACE36}" dt="2026-07-29T17:41:07.825" v="2495" actId="14100"/>
            <ac:spMkLst>
              <pc:docMk/>
              <pc:sldMasterMk cId="1279804991" sldId="2147483648"/>
              <pc:sldLayoutMk cId="402454076" sldId="2147483666"/>
              <ac:spMk id="43" creationId="{51714601-C03D-F602-D25E-EF62BB793278}"/>
            </ac:spMkLst>
          </pc:spChg>
          <pc:spChg chg="mod">
            <ac:chgData name="Guilherme da Costa Criscuolo" userId="ca8b11d29e1e8585" providerId="LiveId" clId="{E7E5DE29-60A4-4D58-A8C4-A0E1502ACE36}" dt="2026-07-29T17:41:07.825" v="2495" actId="14100"/>
            <ac:spMkLst>
              <pc:docMk/>
              <pc:sldMasterMk cId="1279804991" sldId="2147483648"/>
              <pc:sldLayoutMk cId="402454076" sldId="2147483666"/>
              <ac:spMk id="44" creationId="{89AAEC73-A144-19B4-AFA4-44268AAAFB43}"/>
            </ac:spMkLst>
          </pc:spChg>
          <pc:spChg chg="mod">
            <ac:chgData name="Guilherme da Costa Criscuolo" userId="ca8b11d29e1e8585" providerId="LiveId" clId="{E7E5DE29-60A4-4D58-A8C4-A0E1502ACE36}" dt="2026-07-30T11:06:39.443" v="4021" actId="948"/>
            <ac:spMkLst>
              <pc:docMk/>
              <pc:sldMasterMk cId="1279804991" sldId="2147483648"/>
              <pc:sldLayoutMk cId="402454076" sldId="2147483666"/>
              <ac:spMk id="45" creationId="{A0B2D593-3EBA-9342-71AD-EA6B2ED08EA2}"/>
            </ac:spMkLst>
          </pc:spChg>
          <pc:spChg chg="mod">
            <ac:chgData name="Guilherme da Costa Criscuolo" userId="ca8b11d29e1e8585" providerId="LiveId" clId="{E7E5DE29-60A4-4D58-A8C4-A0E1502ACE36}" dt="2026-07-29T17:41:07.825" v="2495" actId="14100"/>
            <ac:spMkLst>
              <pc:docMk/>
              <pc:sldMasterMk cId="1279804991" sldId="2147483648"/>
              <pc:sldLayoutMk cId="402454076" sldId="2147483666"/>
              <ac:spMk id="46" creationId="{F7E36379-6FB5-26B8-EA28-27B09E8CCE83}"/>
            </ac:spMkLst>
          </pc:spChg>
          <pc:spChg chg="mod">
            <ac:chgData name="Guilherme da Costa Criscuolo" userId="ca8b11d29e1e8585" providerId="LiveId" clId="{E7E5DE29-60A4-4D58-A8C4-A0E1502ACE36}" dt="2026-07-29T17:41:07.825" v="2495" actId="14100"/>
            <ac:spMkLst>
              <pc:docMk/>
              <pc:sldMasterMk cId="1279804991" sldId="2147483648"/>
              <pc:sldLayoutMk cId="402454076" sldId="2147483666"/>
              <ac:spMk id="47" creationId="{11D76561-F800-A063-EA70-F3B0915671E1}"/>
            </ac:spMkLst>
          </pc:spChg>
          <pc:spChg chg="mod">
            <ac:chgData name="Guilherme da Costa Criscuolo" userId="ca8b11d29e1e8585" providerId="LiveId" clId="{E7E5DE29-60A4-4D58-A8C4-A0E1502ACE36}" dt="2026-07-30T11:06:43.414" v="4022" actId="948"/>
            <ac:spMkLst>
              <pc:docMk/>
              <pc:sldMasterMk cId="1279804991" sldId="2147483648"/>
              <pc:sldLayoutMk cId="402454076" sldId="2147483666"/>
              <ac:spMk id="48" creationId="{6032B64A-4A48-5DE6-EB47-3C3EEABAF956}"/>
            </ac:spMkLst>
          </pc:spChg>
          <pc:spChg chg="mod">
            <ac:chgData name="Guilherme da Costa Criscuolo" userId="ca8b11d29e1e8585" providerId="LiveId" clId="{E7E5DE29-60A4-4D58-A8C4-A0E1502ACE36}" dt="2026-07-29T17:41:07.825" v="2495" actId="14100"/>
            <ac:spMkLst>
              <pc:docMk/>
              <pc:sldMasterMk cId="1279804991" sldId="2147483648"/>
              <pc:sldLayoutMk cId="402454076" sldId="2147483666"/>
              <ac:spMk id="49" creationId="{D4396A59-C134-57A6-E30C-F4832550C50B}"/>
            </ac:spMkLst>
          </pc:spChg>
          <pc:spChg chg="mod">
            <ac:chgData name="Guilherme da Costa Criscuolo" userId="ca8b11d29e1e8585" providerId="LiveId" clId="{E7E5DE29-60A4-4D58-A8C4-A0E1502ACE36}" dt="2026-07-29T17:41:11.327" v="2497" actId="14100"/>
            <ac:spMkLst>
              <pc:docMk/>
              <pc:sldMasterMk cId="1279804991" sldId="2147483648"/>
              <pc:sldLayoutMk cId="402454076" sldId="2147483666"/>
              <ac:spMk id="50" creationId="{5FE8CD5C-6E67-0C6C-1419-FB09FDF34CD6}"/>
            </ac:spMkLst>
          </pc:spChg>
          <pc:spChg chg="mod">
            <ac:chgData name="Guilherme da Costa Criscuolo" userId="ca8b11d29e1e8585" providerId="LiveId" clId="{E7E5DE29-60A4-4D58-A8C4-A0E1502ACE36}" dt="2026-07-30T11:06:48.463" v="4023" actId="948"/>
            <ac:spMkLst>
              <pc:docMk/>
              <pc:sldMasterMk cId="1279804991" sldId="2147483648"/>
              <pc:sldLayoutMk cId="402454076" sldId="2147483666"/>
              <ac:spMk id="51" creationId="{1954FF80-A605-E9AE-86C1-A19D5CD10A74}"/>
            </ac:spMkLst>
          </pc:spChg>
          <pc:spChg chg="mod">
            <ac:chgData name="Guilherme da Costa Criscuolo" userId="ca8b11d29e1e8585" providerId="LiveId" clId="{E7E5DE29-60A4-4D58-A8C4-A0E1502ACE36}" dt="2026-07-29T17:41:11.327" v="2497" actId="14100"/>
            <ac:spMkLst>
              <pc:docMk/>
              <pc:sldMasterMk cId="1279804991" sldId="2147483648"/>
              <pc:sldLayoutMk cId="402454076" sldId="2147483666"/>
              <ac:spMk id="52" creationId="{325E5B77-6A6B-6B48-B2A4-A3522581D8EA}"/>
            </ac:spMkLst>
          </pc:spChg>
          <pc:spChg chg="mod">
            <ac:chgData name="Guilherme da Costa Criscuolo" userId="ca8b11d29e1e8585" providerId="LiveId" clId="{E7E5DE29-60A4-4D58-A8C4-A0E1502ACE36}" dt="2026-07-29T17:41:11.327" v="2497" actId="14100"/>
            <ac:spMkLst>
              <pc:docMk/>
              <pc:sldMasterMk cId="1279804991" sldId="2147483648"/>
              <pc:sldLayoutMk cId="402454076" sldId="2147483666"/>
              <ac:spMk id="53" creationId="{71989EE9-4C7C-935E-5D80-52F64240206C}"/>
            </ac:spMkLst>
          </pc:spChg>
          <pc:spChg chg="mod">
            <ac:chgData name="Guilherme da Costa Criscuolo" userId="ca8b11d29e1e8585" providerId="LiveId" clId="{E7E5DE29-60A4-4D58-A8C4-A0E1502ACE36}" dt="2026-07-30T11:06:52.895" v="4024" actId="948"/>
            <ac:spMkLst>
              <pc:docMk/>
              <pc:sldMasterMk cId="1279804991" sldId="2147483648"/>
              <pc:sldLayoutMk cId="402454076" sldId="2147483666"/>
              <ac:spMk id="54" creationId="{7EC9EAB3-2CF0-69E9-674C-9390A65CFE6A}"/>
            </ac:spMkLst>
          </pc:spChg>
          <pc:spChg chg="mod">
            <ac:chgData name="Guilherme da Costa Criscuolo" userId="ca8b11d29e1e8585" providerId="LiveId" clId="{E7E5DE29-60A4-4D58-A8C4-A0E1502ACE36}" dt="2026-07-29T17:41:11.327" v="2497" actId="14100"/>
            <ac:spMkLst>
              <pc:docMk/>
              <pc:sldMasterMk cId="1279804991" sldId="2147483648"/>
              <pc:sldLayoutMk cId="402454076" sldId="2147483666"/>
              <ac:spMk id="55" creationId="{85446E67-04DC-8011-9455-52A454DB8E8E}"/>
            </ac:spMkLst>
          </pc:spChg>
          <pc:spChg chg="mod">
            <ac:chgData name="Guilherme da Costa Criscuolo" userId="ca8b11d29e1e8585" providerId="LiveId" clId="{E7E5DE29-60A4-4D58-A8C4-A0E1502ACE36}" dt="2026-07-29T17:41:11.327" v="2497" actId="14100"/>
            <ac:spMkLst>
              <pc:docMk/>
              <pc:sldMasterMk cId="1279804991" sldId="2147483648"/>
              <pc:sldLayoutMk cId="402454076" sldId="2147483666"/>
              <ac:spMk id="56" creationId="{E9718F52-4453-3412-F3C4-3837A075AFA6}"/>
            </ac:spMkLst>
          </pc:spChg>
          <pc:spChg chg="mod">
            <ac:chgData name="Guilherme da Costa Criscuolo" userId="ca8b11d29e1e8585" providerId="LiveId" clId="{E7E5DE29-60A4-4D58-A8C4-A0E1502ACE36}" dt="2026-07-30T11:06:57.334" v="4025" actId="948"/>
            <ac:spMkLst>
              <pc:docMk/>
              <pc:sldMasterMk cId="1279804991" sldId="2147483648"/>
              <pc:sldLayoutMk cId="402454076" sldId="2147483666"/>
              <ac:spMk id="57" creationId="{EB7142F2-E692-1D07-6A23-3568A580588F}"/>
            </ac:spMkLst>
          </pc:spChg>
          <pc:spChg chg="mod">
            <ac:chgData name="Guilherme da Costa Criscuolo" userId="ca8b11d29e1e8585" providerId="LiveId" clId="{E7E5DE29-60A4-4D58-A8C4-A0E1502ACE36}" dt="2026-07-29T17:41:11.327" v="2497" actId="14100"/>
            <ac:spMkLst>
              <pc:docMk/>
              <pc:sldMasterMk cId="1279804991" sldId="2147483648"/>
              <pc:sldLayoutMk cId="402454076" sldId="2147483666"/>
              <ac:spMk id="58" creationId="{D7756E78-6B5D-F24D-7FF7-899F1A56488F}"/>
            </ac:spMkLst>
          </pc:spChg>
          <pc:spChg chg="del">
            <ac:chgData name="Guilherme da Costa Criscuolo" userId="ca8b11d29e1e8585" providerId="LiveId" clId="{E7E5DE29-60A4-4D58-A8C4-A0E1502ACE36}" dt="2026-07-29T15:16:51.022" v="886" actId="478"/>
            <ac:spMkLst>
              <pc:docMk/>
              <pc:sldMasterMk cId="1279804991" sldId="2147483648"/>
              <pc:sldLayoutMk cId="402454076" sldId="2147483666"/>
              <ac:spMk id="59" creationId="{C6CB021E-1874-440C-F2B6-66C9A87196FA}"/>
            </ac:spMkLst>
          </pc:spChg>
          <pc:spChg chg="del">
            <ac:chgData name="Guilherme da Costa Criscuolo" userId="ca8b11d29e1e8585" providerId="LiveId" clId="{E7E5DE29-60A4-4D58-A8C4-A0E1502ACE36}" dt="2026-07-29T15:16:51.022" v="886" actId="478"/>
            <ac:spMkLst>
              <pc:docMk/>
              <pc:sldMasterMk cId="1279804991" sldId="2147483648"/>
              <pc:sldLayoutMk cId="402454076" sldId="2147483666"/>
              <ac:spMk id="60" creationId="{35888075-302C-3430-7B1E-56406063CE96}"/>
            </ac:spMkLst>
          </pc:spChg>
          <pc:spChg chg="del">
            <ac:chgData name="Guilherme da Costa Criscuolo" userId="ca8b11d29e1e8585" providerId="LiveId" clId="{E7E5DE29-60A4-4D58-A8C4-A0E1502ACE36}" dt="2026-07-29T15:16:51.022" v="886" actId="478"/>
            <ac:spMkLst>
              <pc:docMk/>
              <pc:sldMasterMk cId="1279804991" sldId="2147483648"/>
              <pc:sldLayoutMk cId="402454076" sldId="2147483666"/>
              <ac:spMk id="61" creationId="{2D51C851-E2CB-67F3-C06C-28403A11E3CE}"/>
            </ac:spMkLst>
          </pc:spChg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3485360314" sldId="2147483666"/>
          </pc:sldLayoutMkLst>
        </pc:sldLayoutChg>
        <pc:sldLayoutChg chg="delSp modSp add mod ord modTransition">
          <pc:chgData name="Guilherme da Costa Criscuolo" userId="ca8b11d29e1e8585" providerId="LiveId" clId="{E7E5DE29-60A4-4D58-A8C4-A0E1502ACE36}" dt="2026-07-30T11:06:24.981" v="4018" actId="948"/>
          <pc:sldLayoutMkLst>
            <pc:docMk/>
            <pc:sldMasterMk cId="1279804991" sldId="2147483648"/>
            <pc:sldLayoutMk cId="746193174" sldId="2147483667"/>
          </pc:sldLayoutMkLst>
          <pc:spChg chg="mod">
            <ac:chgData name="Guilherme da Costa Criscuolo" userId="ca8b11d29e1e8585" providerId="LiveId" clId="{E7E5DE29-60A4-4D58-A8C4-A0E1502ACE36}" dt="2026-07-29T16:36:44.239" v="2207" actId="207"/>
            <ac:spMkLst>
              <pc:docMk/>
              <pc:sldMasterMk cId="1279804991" sldId="2147483648"/>
              <pc:sldLayoutMk cId="746193174" sldId="2147483667"/>
              <ac:spMk id="21" creationId="{42652471-1B40-279E-6DD4-11C315B6CFB1}"/>
            </ac:spMkLst>
          </pc:spChg>
          <pc:spChg chg="mod">
            <ac:chgData name="Guilherme da Costa Criscuolo" userId="ca8b11d29e1e8585" providerId="LiveId" clId="{E7E5DE29-60A4-4D58-A8C4-A0E1502ACE36}" dt="2026-07-30T11:06:01.298" v="4013" actId="948"/>
            <ac:spMkLst>
              <pc:docMk/>
              <pc:sldMasterMk cId="1279804991" sldId="2147483648"/>
              <pc:sldLayoutMk cId="746193174" sldId="2147483667"/>
              <ac:spMk id="39" creationId="{3060F0AA-CE02-D9A9-63A7-70FBB3298B95}"/>
            </ac:spMkLst>
          </pc:spChg>
          <pc:spChg chg="mod">
            <ac:chgData name="Guilherme da Costa Criscuolo" userId="ca8b11d29e1e8585" providerId="LiveId" clId="{E7E5DE29-60A4-4D58-A8C4-A0E1502ACE36}" dt="2026-07-29T17:37:14.528" v="2392" actId="14100"/>
            <ac:spMkLst>
              <pc:docMk/>
              <pc:sldMasterMk cId="1279804991" sldId="2147483648"/>
              <pc:sldLayoutMk cId="746193174" sldId="2147483667"/>
              <ac:spMk id="40" creationId="{64E20E30-2E12-31D8-6D89-F6DC7E9B186A}"/>
            </ac:spMkLst>
          </pc:spChg>
          <pc:spChg chg="mod">
            <ac:chgData name="Guilherme da Costa Criscuolo" userId="ca8b11d29e1e8585" providerId="LiveId" clId="{E7E5DE29-60A4-4D58-A8C4-A0E1502ACE36}" dt="2026-07-29T15:17:59.450" v="900" actId="1076"/>
            <ac:spMkLst>
              <pc:docMk/>
              <pc:sldMasterMk cId="1279804991" sldId="2147483648"/>
              <pc:sldLayoutMk cId="746193174" sldId="2147483667"/>
              <ac:spMk id="41" creationId="{1AAC5193-4332-C34D-7CA5-8CB5698C57AB}"/>
            </ac:spMkLst>
          </pc:spChg>
          <pc:spChg chg="mod">
            <ac:chgData name="Guilherme da Costa Criscuolo" userId="ca8b11d29e1e8585" providerId="LiveId" clId="{E7E5DE29-60A4-4D58-A8C4-A0E1502ACE36}" dt="2026-07-30T11:06:05.397" v="4014" actId="948"/>
            <ac:spMkLst>
              <pc:docMk/>
              <pc:sldMasterMk cId="1279804991" sldId="2147483648"/>
              <pc:sldLayoutMk cId="746193174" sldId="2147483667"/>
              <ac:spMk id="42" creationId="{A16C4BDF-C18C-5960-5263-A10B78676743}"/>
            </ac:spMkLst>
          </pc:spChg>
          <pc:spChg chg="mod">
            <ac:chgData name="Guilherme da Costa Criscuolo" userId="ca8b11d29e1e8585" providerId="LiveId" clId="{E7E5DE29-60A4-4D58-A8C4-A0E1502ACE36}" dt="2026-07-29T17:37:14.528" v="2392" actId="14100"/>
            <ac:spMkLst>
              <pc:docMk/>
              <pc:sldMasterMk cId="1279804991" sldId="2147483648"/>
              <pc:sldLayoutMk cId="746193174" sldId="2147483667"/>
              <ac:spMk id="43" creationId="{51714601-C03D-F602-D25E-EF62BB793278}"/>
            </ac:spMkLst>
          </pc:spChg>
          <pc:spChg chg="mod">
            <ac:chgData name="Guilherme da Costa Criscuolo" userId="ca8b11d29e1e8585" providerId="LiveId" clId="{E7E5DE29-60A4-4D58-A8C4-A0E1502ACE36}" dt="2026-07-29T15:18:05.508" v="901" actId="1076"/>
            <ac:spMkLst>
              <pc:docMk/>
              <pc:sldMasterMk cId="1279804991" sldId="2147483648"/>
              <pc:sldLayoutMk cId="746193174" sldId="2147483667"/>
              <ac:spMk id="44" creationId="{89AAEC73-A144-19B4-AFA4-44268AAAFB43}"/>
            </ac:spMkLst>
          </pc:spChg>
          <pc:spChg chg="mod">
            <ac:chgData name="Guilherme da Costa Criscuolo" userId="ca8b11d29e1e8585" providerId="LiveId" clId="{E7E5DE29-60A4-4D58-A8C4-A0E1502ACE36}" dt="2026-07-30T11:06:11.815" v="4015" actId="948"/>
            <ac:spMkLst>
              <pc:docMk/>
              <pc:sldMasterMk cId="1279804991" sldId="2147483648"/>
              <pc:sldLayoutMk cId="746193174" sldId="2147483667"/>
              <ac:spMk id="45" creationId="{A0B2D593-3EBA-9342-71AD-EA6B2ED08EA2}"/>
            </ac:spMkLst>
          </pc:spChg>
          <pc:spChg chg="mod">
            <ac:chgData name="Guilherme da Costa Criscuolo" userId="ca8b11d29e1e8585" providerId="LiveId" clId="{E7E5DE29-60A4-4D58-A8C4-A0E1502ACE36}" dt="2026-07-29T17:37:14.528" v="2392" actId="14100"/>
            <ac:spMkLst>
              <pc:docMk/>
              <pc:sldMasterMk cId="1279804991" sldId="2147483648"/>
              <pc:sldLayoutMk cId="746193174" sldId="2147483667"/>
              <ac:spMk id="46" creationId="{F7E36379-6FB5-26B8-EA28-27B09E8CCE83}"/>
            </ac:spMkLst>
          </pc:spChg>
          <pc:spChg chg="del">
            <ac:chgData name="Guilherme da Costa Criscuolo" userId="ca8b11d29e1e8585" providerId="LiveId" clId="{E7E5DE29-60A4-4D58-A8C4-A0E1502ACE36}" dt="2026-07-29T15:17:49.258" v="898" actId="478"/>
            <ac:spMkLst>
              <pc:docMk/>
              <pc:sldMasterMk cId="1279804991" sldId="2147483648"/>
              <pc:sldLayoutMk cId="746193174" sldId="2147483667"/>
              <ac:spMk id="47" creationId="{11D76561-F800-A063-EA70-F3B0915671E1}"/>
            </ac:spMkLst>
          </pc:spChg>
          <pc:spChg chg="del">
            <ac:chgData name="Guilherme da Costa Criscuolo" userId="ca8b11d29e1e8585" providerId="LiveId" clId="{E7E5DE29-60A4-4D58-A8C4-A0E1502ACE36}" dt="2026-07-29T15:17:49.258" v="898" actId="478"/>
            <ac:spMkLst>
              <pc:docMk/>
              <pc:sldMasterMk cId="1279804991" sldId="2147483648"/>
              <pc:sldLayoutMk cId="746193174" sldId="2147483667"/>
              <ac:spMk id="48" creationId="{6032B64A-4A48-5DE6-EB47-3C3EEABAF956}"/>
            </ac:spMkLst>
          </pc:spChg>
          <pc:spChg chg="del">
            <ac:chgData name="Guilherme da Costa Criscuolo" userId="ca8b11d29e1e8585" providerId="LiveId" clId="{E7E5DE29-60A4-4D58-A8C4-A0E1502ACE36}" dt="2026-07-29T15:17:49.258" v="898" actId="478"/>
            <ac:spMkLst>
              <pc:docMk/>
              <pc:sldMasterMk cId="1279804991" sldId="2147483648"/>
              <pc:sldLayoutMk cId="746193174" sldId="2147483667"/>
              <ac:spMk id="49" creationId="{D4396A59-C134-57A6-E30C-F4832550C50B}"/>
            </ac:spMkLst>
          </pc:spChg>
          <pc:spChg chg="mod">
            <ac:chgData name="Guilherme da Costa Criscuolo" userId="ca8b11d29e1e8585" providerId="LiveId" clId="{E7E5DE29-60A4-4D58-A8C4-A0E1502ACE36}" dt="2026-07-29T15:18:22.883" v="909" actId="1035"/>
            <ac:spMkLst>
              <pc:docMk/>
              <pc:sldMasterMk cId="1279804991" sldId="2147483648"/>
              <pc:sldLayoutMk cId="746193174" sldId="2147483667"/>
              <ac:spMk id="50" creationId="{5FE8CD5C-6E67-0C6C-1419-FB09FDF34CD6}"/>
            </ac:spMkLst>
          </pc:spChg>
          <pc:spChg chg="mod">
            <ac:chgData name="Guilherme da Costa Criscuolo" userId="ca8b11d29e1e8585" providerId="LiveId" clId="{E7E5DE29-60A4-4D58-A8C4-A0E1502ACE36}" dt="2026-07-30T11:06:16.657" v="4016" actId="948"/>
            <ac:spMkLst>
              <pc:docMk/>
              <pc:sldMasterMk cId="1279804991" sldId="2147483648"/>
              <pc:sldLayoutMk cId="746193174" sldId="2147483667"/>
              <ac:spMk id="51" creationId="{1954FF80-A605-E9AE-86C1-A19D5CD10A74}"/>
            </ac:spMkLst>
          </pc:spChg>
          <pc:spChg chg="mod">
            <ac:chgData name="Guilherme da Costa Criscuolo" userId="ca8b11d29e1e8585" providerId="LiveId" clId="{E7E5DE29-60A4-4D58-A8C4-A0E1502ACE36}" dt="2026-07-29T17:37:14.528" v="2392" actId="14100"/>
            <ac:spMkLst>
              <pc:docMk/>
              <pc:sldMasterMk cId="1279804991" sldId="2147483648"/>
              <pc:sldLayoutMk cId="746193174" sldId="2147483667"/>
              <ac:spMk id="52" creationId="{325E5B77-6A6B-6B48-B2A4-A3522581D8EA}"/>
            </ac:spMkLst>
          </pc:spChg>
          <pc:spChg chg="mod">
            <ac:chgData name="Guilherme da Costa Criscuolo" userId="ca8b11d29e1e8585" providerId="LiveId" clId="{E7E5DE29-60A4-4D58-A8C4-A0E1502ACE36}" dt="2026-07-29T15:18:22.883" v="909" actId="1035"/>
            <ac:spMkLst>
              <pc:docMk/>
              <pc:sldMasterMk cId="1279804991" sldId="2147483648"/>
              <pc:sldLayoutMk cId="746193174" sldId="2147483667"/>
              <ac:spMk id="53" creationId="{71989EE9-4C7C-935E-5D80-52F64240206C}"/>
            </ac:spMkLst>
          </pc:spChg>
          <pc:spChg chg="mod">
            <ac:chgData name="Guilherme da Costa Criscuolo" userId="ca8b11d29e1e8585" providerId="LiveId" clId="{E7E5DE29-60A4-4D58-A8C4-A0E1502ACE36}" dt="2026-07-30T11:06:20.516" v="4017" actId="948"/>
            <ac:spMkLst>
              <pc:docMk/>
              <pc:sldMasterMk cId="1279804991" sldId="2147483648"/>
              <pc:sldLayoutMk cId="746193174" sldId="2147483667"/>
              <ac:spMk id="54" creationId="{7EC9EAB3-2CF0-69E9-674C-9390A65CFE6A}"/>
            </ac:spMkLst>
          </pc:spChg>
          <pc:spChg chg="mod">
            <ac:chgData name="Guilherme da Costa Criscuolo" userId="ca8b11d29e1e8585" providerId="LiveId" clId="{E7E5DE29-60A4-4D58-A8C4-A0E1502ACE36}" dt="2026-07-29T17:37:14.528" v="2392" actId="14100"/>
            <ac:spMkLst>
              <pc:docMk/>
              <pc:sldMasterMk cId="1279804991" sldId="2147483648"/>
              <pc:sldLayoutMk cId="746193174" sldId="2147483667"/>
              <ac:spMk id="55" creationId="{85446E67-04DC-8011-9455-52A454DB8E8E}"/>
            </ac:spMkLst>
          </pc:spChg>
          <pc:spChg chg="mod">
            <ac:chgData name="Guilherme da Costa Criscuolo" userId="ca8b11d29e1e8585" providerId="LiveId" clId="{E7E5DE29-60A4-4D58-A8C4-A0E1502ACE36}" dt="2026-07-29T15:18:22.883" v="909" actId="1035"/>
            <ac:spMkLst>
              <pc:docMk/>
              <pc:sldMasterMk cId="1279804991" sldId="2147483648"/>
              <pc:sldLayoutMk cId="746193174" sldId="2147483667"/>
              <ac:spMk id="56" creationId="{E9718F52-4453-3412-F3C4-3837A075AFA6}"/>
            </ac:spMkLst>
          </pc:spChg>
          <pc:spChg chg="mod">
            <ac:chgData name="Guilherme da Costa Criscuolo" userId="ca8b11d29e1e8585" providerId="LiveId" clId="{E7E5DE29-60A4-4D58-A8C4-A0E1502ACE36}" dt="2026-07-30T11:06:24.981" v="4018" actId="948"/>
            <ac:spMkLst>
              <pc:docMk/>
              <pc:sldMasterMk cId="1279804991" sldId="2147483648"/>
              <pc:sldLayoutMk cId="746193174" sldId="2147483667"/>
              <ac:spMk id="57" creationId="{EB7142F2-E692-1D07-6A23-3568A580588F}"/>
            </ac:spMkLst>
          </pc:spChg>
          <pc:spChg chg="mod">
            <ac:chgData name="Guilherme da Costa Criscuolo" userId="ca8b11d29e1e8585" providerId="LiveId" clId="{E7E5DE29-60A4-4D58-A8C4-A0E1502ACE36}" dt="2026-07-29T17:37:14.528" v="2392" actId="14100"/>
            <ac:spMkLst>
              <pc:docMk/>
              <pc:sldMasterMk cId="1279804991" sldId="2147483648"/>
              <pc:sldLayoutMk cId="746193174" sldId="2147483667"/>
              <ac:spMk id="58" creationId="{D7756E78-6B5D-F24D-7FF7-899F1A56488F}"/>
            </ac:spMkLst>
          </pc:spChg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1768938422" sldId="2147483667"/>
          </pc:sldLayoutMkLst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826652389" sldId="2147483668"/>
          </pc:sldLayoutMkLst>
        </pc:sldLayoutChg>
        <pc:sldLayoutChg chg="delSp modSp add mod ord modTransition">
          <pc:chgData name="Guilherme da Costa Criscuolo" userId="ca8b11d29e1e8585" providerId="LiveId" clId="{E7E5DE29-60A4-4D58-A8C4-A0E1502ACE36}" dt="2026-07-30T11:05:56.601" v="4012" actId="948"/>
          <pc:sldLayoutMkLst>
            <pc:docMk/>
            <pc:sldMasterMk cId="1279804991" sldId="2147483648"/>
            <pc:sldLayoutMk cId="836378054" sldId="2147483668"/>
          </pc:sldLayoutMkLst>
          <pc:spChg chg="mod">
            <ac:chgData name="Guilherme da Costa Criscuolo" userId="ca8b11d29e1e8585" providerId="LiveId" clId="{E7E5DE29-60A4-4D58-A8C4-A0E1502ACE36}" dt="2026-07-29T16:36:42.229" v="2206" actId="207"/>
            <ac:spMkLst>
              <pc:docMk/>
              <pc:sldMasterMk cId="1279804991" sldId="2147483648"/>
              <pc:sldLayoutMk cId="836378054" sldId="2147483668"/>
              <ac:spMk id="21" creationId="{42652471-1B40-279E-6DD4-11C315B6CFB1}"/>
            </ac:spMkLst>
          </pc:spChg>
          <pc:spChg chg="mod">
            <ac:chgData name="Guilherme da Costa Criscuolo" userId="ca8b11d29e1e8585" providerId="LiveId" clId="{E7E5DE29-60A4-4D58-A8C4-A0E1502ACE36}" dt="2026-07-30T11:05:38.007" v="4008" actId="948"/>
            <ac:spMkLst>
              <pc:docMk/>
              <pc:sldMasterMk cId="1279804991" sldId="2147483648"/>
              <pc:sldLayoutMk cId="836378054" sldId="2147483668"/>
              <ac:spMk id="39" creationId="{3060F0AA-CE02-D9A9-63A7-70FBB3298B95}"/>
            </ac:spMkLst>
          </pc:spChg>
          <pc:spChg chg="mod">
            <ac:chgData name="Guilherme da Costa Criscuolo" userId="ca8b11d29e1e8585" providerId="LiveId" clId="{E7E5DE29-60A4-4D58-A8C4-A0E1502ACE36}" dt="2026-07-29T17:37:07.400" v="2384" actId="14100"/>
            <ac:spMkLst>
              <pc:docMk/>
              <pc:sldMasterMk cId="1279804991" sldId="2147483648"/>
              <pc:sldLayoutMk cId="836378054" sldId="2147483668"/>
              <ac:spMk id="40" creationId="{64E20E30-2E12-31D8-6D89-F6DC7E9B186A}"/>
            </ac:spMkLst>
          </pc:spChg>
          <pc:spChg chg="mod">
            <ac:chgData name="Guilherme da Costa Criscuolo" userId="ca8b11d29e1e8585" providerId="LiveId" clId="{E7E5DE29-60A4-4D58-A8C4-A0E1502ACE36}" dt="2026-07-30T11:05:42.916" v="4009" actId="948"/>
            <ac:spMkLst>
              <pc:docMk/>
              <pc:sldMasterMk cId="1279804991" sldId="2147483648"/>
              <pc:sldLayoutMk cId="836378054" sldId="2147483668"/>
              <ac:spMk id="42" creationId="{A16C4BDF-C18C-5960-5263-A10B78676743}"/>
            </ac:spMkLst>
          </pc:spChg>
          <pc:spChg chg="mod">
            <ac:chgData name="Guilherme da Costa Criscuolo" userId="ca8b11d29e1e8585" providerId="LiveId" clId="{E7E5DE29-60A4-4D58-A8C4-A0E1502ACE36}" dt="2026-07-29T17:37:07.400" v="2384" actId="14100"/>
            <ac:spMkLst>
              <pc:docMk/>
              <pc:sldMasterMk cId="1279804991" sldId="2147483648"/>
              <pc:sldLayoutMk cId="836378054" sldId="2147483668"/>
              <ac:spMk id="43" creationId="{51714601-C03D-F602-D25E-EF62BB793278}"/>
            </ac:spMkLst>
          </pc:spChg>
          <pc:spChg chg="mod">
            <ac:chgData name="Guilherme da Costa Criscuolo" userId="ca8b11d29e1e8585" providerId="LiveId" clId="{E7E5DE29-60A4-4D58-A8C4-A0E1502ACE36}" dt="2026-07-30T11:05:46.909" v="4010" actId="948"/>
            <ac:spMkLst>
              <pc:docMk/>
              <pc:sldMasterMk cId="1279804991" sldId="2147483648"/>
              <pc:sldLayoutMk cId="836378054" sldId="2147483668"/>
              <ac:spMk id="45" creationId="{A0B2D593-3EBA-9342-71AD-EA6B2ED08EA2}"/>
            </ac:spMkLst>
          </pc:spChg>
          <pc:spChg chg="mod">
            <ac:chgData name="Guilherme da Costa Criscuolo" userId="ca8b11d29e1e8585" providerId="LiveId" clId="{E7E5DE29-60A4-4D58-A8C4-A0E1502ACE36}" dt="2026-07-29T17:37:07.400" v="2384" actId="14100"/>
            <ac:spMkLst>
              <pc:docMk/>
              <pc:sldMasterMk cId="1279804991" sldId="2147483648"/>
              <pc:sldLayoutMk cId="836378054" sldId="2147483668"/>
              <ac:spMk id="46" creationId="{F7E36379-6FB5-26B8-EA28-27B09E8CCE83}"/>
            </ac:spMkLst>
          </pc:spChg>
          <pc:spChg chg="mod">
            <ac:chgData name="Guilherme da Costa Criscuolo" userId="ca8b11d29e1e8585" providerId="LiveId" clId="{E7E5DE29-60A4-4D58-A8C4-A0E1502ACE36}" dt="2026-07-30T11:05:51.551" v="4011" actId="948"/>
            <ac:spMkLst>
              <pc:docMk/>
              <pc:sldMasterMk cId="1279804991" sldId="2147483648"/>
              <pc:sldLayoutMk cId="836378054" sldId="2147483668"/>
              <ac:spMk id="51" creationId="{1954FF80-A605-E9AE-86C1-A19D5CD10A74}"/>
            </ac:spMkLst>
          </pc:spChg>
          <pc:spChg chg="mod">
            <ac:chgData name="Guilherme da Costa Criscuolo" userId="ca8b11d29e1e8585" providerId="LiveId" clId="{E7E5DE29-60A4-4D58-A8C4-A0E1502ACE36}" dt="2026-07-29T17:37:07.400" v="2384" actId="14100"/>
            <ac:spMkLst>
              <pc:docMk/>
              <pc:sldMasterMk cId="1279804991" sldId="2147483648"/>
              <pc:sldLayoutMk cId="836378054" sldId="2147483668"/>
              <ac:spMk id="52" creationId="{325E5B77-6A6B-6B48-B2A4-A3522581D8EA}"/>
            </ac:spMkLst>
          </pc:spChg>
          <pc:spChg chg="mod">
            <ac:chgData name="Guilherme da Costa Criscuolo" userId="ca8b11d29e1e8585" providerId="LiveId" clId="{E7E5DE29-60A4-4D58-A8C4-A0E1502ACE36}" dt="2026-07-30T11:05:56.601" v="4012" actId="948"/>
            <ac:spMkLst>
              <pc:docMk/>
              <pc:sldMasterMk cId="1279804991" sldId="2147483648"/>
              <pc:sldLayoutMk cId="836378054" sldId="2147483668"/>
              <ac:spMk id="54" creationId="{7EC9EAB3-2CF0-69E9-674C-9390A65CFE6A}"/>
            </ac:spMkLst>
          </pc:spChg>
          <pc:spChg chg="mod">
            <ac:chgData name="Guilherme da Costa Criscuolo" userId="ca8b11d29e1e8585" providerId="LiveId" clId="{E7E5DE29-60A4-4D58-A8C4-A0E1502ACE36}" dt="2026-07-29T17:37:07.400" v="2384" actId="14100"/>
            <ac:spMkLst>
              <pc:docMk/>
              <pc:sldMasterMk cId="1279804991" sldId="2147483648"/>
              <pc:sldLayoutMk cId="836378054" sldId="2147483668"/>
              <ac:spMk id="55" creationId="{85446E67-04DC-8011-9455-52A454DB8E8E}"/>
            </ac:spMkLst>
          </pc:spChg>
          <pc:spChg chg="del">
            <ac:chgData name="Guilherme da Costa Criscuolo" userId="ca8b11d29e1e8585" providerId="LiveId" clId="{E7E5DE29-60A4-4D58-A8C4-A0E1502ACE36}" dt="2026-07-29T15:18:37.696" v="912" actId="478"/>
            <ac:spMkLst>
              <pc:docMk/>
              <pc:sldMasterMk cId="1279804991" sldId="2147483648"/>
              <pc:sldLayoutMk cId="836378054" sldId="2147483668"/>
              <ac:spMk id="56" creationId="{E9718F52-4453-3412-F3C4-3837A075AFA6}"/>
            </ac:spMkLst>
          </pc:spChg>
          <pc:spChg chg="del">
            <ac:chgData name="Guilherme da Costa Criscuolo" userId="ca8b11d29e1e8585" providerId="LiveId" clId="{E7E5DE29-60A4-4D58-A8C4-A0E1502ACE36}" dt="2026-07-29T15:18:37.696" v="912" actId="478"/>
            <ac:spMkLst>
              <pc:docMk/>
              <pc:sldMasterMk cId="1279804991" sldId="2147483648"/>
              <pc:sldLayoutMk cId="836378054" sldId="2147483668"/>
              <ac:spMk id="57" creationId="{EB7142F2-E692-1D07-6A23-3568A580588F}"/>
            </ac:spMkLst>
          </pc:spChg>
          <pc:spChg chg="del">
            <ac:chgData name="Guilherme da Costa Criscuolo" userId="ca8b11d29e1e8585" providerId="LiveId" clId="{E7E5DE29-60A4-4D58-A8C4-A0E1502ACE36}" dt="2026-07-29T15:18:37.696" v="912" actId="478"/>
            <ac:spMkLst>
              <pc:docMk/>
              <pc:sldMasterMk cId="1279804991" sldId="2147483648"/>
              <pc:sldLayoutMk cId="836378054" sldId="2147483668"/>
              <ac:spMk id="58" creationId="{D7756E78-6B5D-F24D-7FF7-899F1A56488F}"/>
            </ac:spMkLst>
          </pc:spChg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1435959383" sldId="2147483669"/>
          </pc:sldLayoutMkLst>
        </pc:sldLayoutChg>
        <pc:sldLayoutChg chg="delSp modSp add mod ord modTransition">
          <pc:chgData name="Guilherme da Costa Criscuolo" userId="ca8b11d29e1e8585" providerId="LiveId" clId="{E7E5DE29-60A4-4D58-A8C4-A0E1502ACE36}" dt="2026-07-30T11:05:32.518" v="4007" actId="948"/>
          <pc:sldLayoutMkLst>
            <pc:docMk/>
            <pc:sldMasterMk cId="1279804991" sldId="2147483648"/>
            <pc:sldLayoutMk cId="3522500573" sldId="2147483669"/>
          </pc:sldLayoutMkLst>
          <pc:spChg chg="mod">
            <ac:chgData name="Guilherme da Costa Criscuolo" userId="ca8b11d29e1e8585" providerId="LiveId" clId="{E7E5DE29-60A4-4D58-A8C4-A0E1502ACE36}" dt="2026-07-29T16:36:34.929" v="2205" actId="207"/>
            <ac:spMkLst>
              <pc:docMk/>
              <pc:sldMasterMk cId="1279804991" sldId="2147483648"/>
              <pc:sldLayoutMk cId="3522500573" sldId="2147483669"/>
              <ac:spMk id="21" creationId="{42652471-1B40-279E-6DD4-11C315B6CFB1}"/>
            </ac:spMkLst>
          </pc:spChg>
          <pc:spChg chg="mod">
            <ac:chgData name="Guilherme da Costa Criscuolo" userId="ca8b11d29e1e8585" providerId="LiveId" clId="{E7E5DE29-60A4-4D58-A8C4-A0E1502ACE36}" dt="2026-07-29T15:19:07.632" v="921" actId="1076"/>
            <ac:spMkLst>
              <pc:docMk/>
              <pc:sldMasterMk cId="1279804991" sldId="2147483648"/>
              <pc:sldLayoutMk cId="3522500573" sldId="2147483669"/>
              <ac:spMk id="38" creationId="{1691F6C3-648F-8F55-4711-6E418AE43A7C}"/>
            </ac:spMkLst>
          </pc:spChg>
          <pc:spChg chg="mod">
            <ac:chgData name="Guilherme da Costa Criscuolo" userId="ca8b11d29e1e8585" providerId="LiveId" clId="{E7E5DE29-60A4-4D58-A8C4-A0E1502ACE36}" dt="2026-07-30T11:05:20.159" v="4004" actId="948"/>
            <ac:spMkLst>
              <pc:docMk/>
              <pc:sldMasterMk cId="1279804991" sldId="2147483648"/>
              <pc:sldLayoutMk cId="3522500573" sldId="2147483669"/>
              <ac:spMk id="39" creationId="{3060F0AA-CE02-D9A9-63A7-70FBB3298B95}"/>
            </ac:spMkLst>
          </pc:spChg>
          <pc:spChg chg="mod">
            <ac:chgData name="Guilherme da Costa Criscuolo" userId="ca8b11d29e1e8585" providerId="LiveId" clId="{E7E5DE29-60A4-4D58-A8C4-A0E1502ACE36}" dt="2026-07-29T17:37:01.414" v="2376" actId="14100"/>
            <ac:spMkLst>
              <pc:docMk/>
              <pc:sldMasterMk cId="1279804991" sldId="2147483648"/>
              <pc:sldLayoutMk cId="3522500573" sldId="2147483669"/>
              <ac:spMk id="40" creationId="{64E20E30-2E12-31D8-6D89-F6DC7E9B186A}"/>
            </ac:spMkLst>
          </pc:spChg>
          <pc:spChg chg="mod">
            <ac:chgData name="Guilherme da Costa Criscuolo" userId="ca8b11d29e1e8585" providerId="LiveId" clId="{E7E5DE29-60A4-4D58-A8C4-A0E1502ACE36}" dt="2026-07-29T15:19:07.632" v="921" actId="1076"/>
            <ac:spMkLst>
              <pc:docMk/>
              <pc:sldMasterMk cId="1279804991" sldId="2147483648"/>
              <pc:sldLayoutMk cId="3522500573" sldId="2147483669"/>
              <ac:spMk id="41" creationId="{1AAC5193-4332-C34D-7CA5-8CB5698C57AB}"/>
            </ac:spMkLst>
          </pc:spChg>
          <pc:spChg chg="mod">
            <ac:chgData name="Guilherme da Costa Criscuolo" userId="ca8b11d29e1e8585" providerId="LiveId" clId="{E7E5DE29-60A4-4D58-A8C4-A0E1502ACE36}" dt="2026-07-30T11:05:24.610" v="4005" actId="948"/>
            <ac:spMkLst>
              <pc:docMk/>
              <pc:sldMasterMk cId="1279804991" sldId="2147483648"/>
              <pc:sldLayoutMk cId="3522500573" sldId="2147483669"/>
              <ac:spMk id="42" creationId="{A16C4BDF-C18C-5960-5263-A10B78676743}"/>
            </ac:spMkLst>
          </pc:spChg>
          <pc:spChg chg="mod">
            <ac:chgData name="Guilherme da Costa Criscuolo" userId="ca8b11d29e1e8585" providerId="LiveId" clId="{E7E5DE29-60A4-4D58-A8C4-A0E1502ACE36}" dt="2026-07-29T17:37:01.414" v="2376" actId="14100"/>
            <ac:spMkLst>
              <pc:docMk/>
              <pc:sldMasterMk cId="1279804991" sldId="2147483648"/>
              <pc:sldLayoutMk cId="3522500573" sldId="2147483669"/>
              <ac:spMk id="43" creationId="{51714601-C03D-F602-D25E-EF62BB793278}"/>
            </ac:spMkLst>
          </pc:spChg>
          <pc:spChg chg="del">
            <ac:chgData name="Guilherme da Costa Criscuolo" userId="ca8b11d29e1e8585" providerId="LiveId" clId="{E7E5DE29-60A4-4D58-A8C4-A0E1502ACE36}" dt="2026-07-29T15:18:47.680" v="915" actId="478"/>
            <ac:spMkLst>
              <pc:docMk/>
              <pc:sldMasterMk cId="1279804991" sldId="2147483648"/>
              <pc:sldLayoutMk cId="3522500573" sldId="2147483669"/>
              <ac:spMk id="44" creationId="{89AAEC73-A144-19B4-AFA4-44268AAAFB43}"/>
            </ac:spMkLst>
          </pc:spChg>
          <pc:spChg chg="del">
            <ac:chgData name="Guilherme da Costa Criscuolo" userId="ca8b11d29e1e8585" providerId="LiveId" clId="{E7E5DE29-60A4-4D58-A8C4-A0E1502ACE36}" dt="2026-07-29T15:18:47.680" v="915" actId="478"/>
            <ac:spMkLst>
              <pc:docMk/>
              <pc:sldMasterMk cId="1279804991" sldId="2147483648"/>
              <pc:sldLayoutMk cId="3522500573" sldId="2147483669"/>
              <ac:spMk id="45" creationId="{A0B2D593-3EBA-9342-71AD-EA6B2ED08EA2}"/>
            </ac:spMkLst>
          </pc:spChg>
          <pc:spChg chg="del">
            <ac:chgData name="Guilherme da Costa Criscuolo" userId="ca8b11d29e1e8585" providerId="LiveId" clId="{E7E5DE29-60A4-4D58-A8C4-A0E1502ACE36}" dt="2026-07-29T15:18:47.680" v="915" actId="478"/>
            <ac:spMkLst>
              <pc:docMk/>
              <pc:sldMasterMk cId="1279804991" sldId="2147483648"/>
              <pc:sldLayoutMk cId="3522500573" sldId="2147483669"/>
              <ac:spMk id="46" creationId="{F7E36379-6FB5-26B8-EA28-27B09E8CCE83}"/>
            </ac:spMkLst>
          </pc:spChg>
          <pc:spChg chg="mod">
            <ac:chgData name="Guilherme da Costa Criscuolo" userId="ca8b11d29e1e8585" providerId="LiveId" clId="{E7E5DE29-60A4-4D58-A8C4-A0E1502ACE36}" dt="2026-07-29T15:19:07.632" v="921" actId="1076"/>
            <ac:spMkLst>
              <pc:docMk/>
              <pc:sldMasterMk cId="1279804991" sldId="2147483648"/>
              <pc:sldLayoutMk cId="3522500573" sldId="2147483669"/>
              <ac:spMk id="50" creationId="{5FE8CD5C-6E67-0C6C-1419-FB09FDF34CD6}"/>
            </ac:spMkLst>
          </pc:spChg>
          <pc:spChg chg="mod">
            <ac:chgData name="Guilherme da Costa Criscuolo" userId="ca8b11d29e1e8585" providerId="LiveId" clId="{E7E5DE29-60A4-4D58-A8C4-A0E1502ACE36}" dt="2026-07-30T11:05:28.915" v="4006" actId="948"/>
            <ac:spMkLst>
              <pc:docMk/>
              <pc:sldMasterMk cId="1279804991" sldId="2147483648"/>
              <pc:sldLayoutMk cId="3522500573" sldId="2147483669"/>
              <ac:spMk id="51" creationId="{1954FF80-A605-E9AE-86C1-A19D5CD10A74}"/>
            </ac:spMkLst>
          </pc:spChg>
          <pc:spChg chg="mod">
            <ac:chgData name="Guilherme da Costa Criscuolo" userId="ca8b11d29e1e8585" providerId="LiveId" clId="{E7E5DE29-60A4-4D58-A8C4-A0E1502ACE36}" dt="2026-07-29T17:37:01.414" v="2376" actId="14100"/>
            <ac:spMkLst>
              <pc:docMk/>
              <pc:sldMasterMk cId="1279804991" sldId="2147483648"/>
              <pc:sldLayoutMk cId="3522500573" sldId="2147483669"/>
              <ac:spMk id="52" creationId="{325E5B77-6A6B-6B48-B2A4-A3522581D8EA}"/>
            </ac:spMkLst>
          </pc:spChg>
          <pc:spChg chg="mod">
            <ac:chgData name="Guilherme da Costa Criscuolo" userId="ca8b11d29e1e8585" providerId="LiveId" clId="{E7E5DE29-60A4-4D58-A8C4-A0E1502ACE36}" dt="2026-07-29T15:19:07.632" v="921" actId="1076"/>
            <ac:spMkLst>
              <pc:docMk/>
              <pc:sldMasterMk cId="1279804991" sldId="2147483648"/>
              <pc:sldLayoutMk cId="3522500573" sldId="2147483669"/>
              <ac:spMk id="53" creationId="{71989EE9-4C7C-935E-5D80-52F64240206C}"/>
            </ac:spMkLst>
          </pc:spChg>
          <pc:spChg chg="mod">
            <ac:chgData name="Guilherme da Costa Criscuolo" userId="ca8b11d29e1e8585" providerId="LiveId" clId="{E7E5DE29-60A4-4D58-A8C4-A0E1502ACE36}" dt="2026-07-30T11:05:32.518" v="4007" actId="948"/>
            <ac:spMkLst>
              <pc:docMk/>
              <pc:sldMasterMk cId="1279804991" sldId="2147483648"/>
              <pc:sldLayoutMk cId="3522500573" sldId="2147483669"/>
              <ac:spMk id="54" creationId="{7EC9EAB3-2CF0-69E9-674C-9390A65CFE6A}"/>
            </ac:spMkLst>
          </pc:spChg>
          <pc:spChg chg="mod">
            <ac:chgData name="Guilherme da Costa Criscuolo" userId="ca8b11d29e1e8585" providerId="LiveId" clId="{E7E5DE29-60A4-4D58-A8C4-A0E1502ACE36}" dt="2026-07-29T17:37:01.414" v="2376" actId="14100"/>
            <ac:spMkLst>
              <pc:docMk/>
              <pc:sldMasterMk cId="1279804991" sldId="2147483648"/>
              <pc:sldLayoutMk cId="3522500573" sldId="2147483669"/>
              <ac:spMk id="55" creationId="{85446E67-04DC-8011-9455-52A454DB8E8E}"/>
            </ac:spMkLst>
          </pc:spChg>
        </pc:sldLayoutChg>
        <pc:sldLayoutChg chg="add del mod modTransition">
          <pc:chgData name="Guilherme da Costa Criscuolo" userId="ca8b11d29e1e8585" providerId="LiveId" clId="{E7E5DE29-60A4-4D58-A8C4-A0E1502ACE36}" dt="2026-07-29T15:19:49.829" v="923" actId="2890"/>
          <pc:sldLayoutMkLst>
            <pc:docMk/>
            <pc:sldMasterMk cId="1279804991" sldId="2147483648"/>
            <pc:sldLayoutMk cId="218754945" sldId="2147483670"/>
          </pc:sldLayoutMkLst>
        </pc:sldLayoutChg>
        <pc:sldLayoutChg chg="addSp delSp modSp add mod ord modTransition">
          <pc:chgData name="Guilherme da Costa Criscuolo" userId="ca8b11d29e1e8585" providerId="LiveId" clId="{E7E5DE29-60A4-4D58-A8C4-A0E1502ACE36}" dt="2026-07-30T12:21:47.158" v="4416" actId="14100"/>
          <pc:sldLayoutMkLst>
            <pc:docMk/>
            <pc:sldMasterMk cId="1279804991" sldId="2147483648"/>
            <pc:sldLayoutMk cId="2137032013" sldId="2147483670"/>
          </pc:sldLayoutMkLst>
          <pc:spChg chg="add mod">
            <ac:chgData name="Guilherme da Costa Criscuolo" userId="ca8b11d29e1e8585" providerId="LiveId" clId="{E7E5DE29-60A4-4D58-A8C4-A0E1502ACE36}" dt="2026-07-30T12:21:47.158" v="4416" actId="14100"/>
            <ac:spMkLst>
              <pc:docMk/>
              <pc:sldMasterMk cId="1279804991" sldId="2147483648"/>
              <pc:sldLayoutMk cId="2137032013" sldId="2147483670"/>
              <ac:spMk id="2" creationId="{6116ECE4-174B-5A27-91F0-ABF694528DDC}"/>
            </ac:spMkLst>
          </pc:spChg>
          <pc:spChg chg="add mod">
            <ac:chgData name="Guilherme da Costa Criscuolo" userId="ca8b11d29e1e8585" providerId="LiveId" clId="{E7E5DE29-60A4-4D58-A8C4-A0E1502ACE36}" dt="2026-07-30T12:21:47.158" v="4416" actId="14100"/>
            <ac:spMkLst>
              <pc:docMk/>
              <pc:sldMasterMk cId="1279804991" sldId="2147483648"/>
              <pc:sldLayoutMk cId="2137032013" sldId="2147483670"/>
              <ac:spMk id="3" creationId="{08423426-7CE6-6863-6223-316EEFEBE4E1}"/>
            </ac:spMkLst>
          </pc:spChg>
          <pc:spChg chg="add mod">
            <ac:chgData name="Guilherme da Costa Criscuolo" userId="ca8b11d29e1e8585" providerId="LiveId" clId="{E7E5DE29-60A4-4D58-A8C4-A0E1502ACE36}" dt="2026-07-30T12:21:47.158" v="4416" actId="14100"/>
            <ac:spMkLst>
              <pc:docMk/>
              <pc:sldMasterMk cId="1279804991" sldId="2147483648"/>
              <pc:sldLayoutMk cId="2137032013" sldId="2147483670"/>
              <ac:spMk id="4" creationId="{9D1CCF0F-240E-1729-DB7B-E292C71673D7}"/>
            </ac:spMkLst>
          </pc:spChg>
          <pc:spChg chg="add mod">
            <ac:chgData name="Guilherme da Costa Criscuolo" userId="ca8b11d29e1e8585" providerId="LiveId" clId="{E7E5DE29-60A4-4D58-A8C4-A0E1502ACE36}" dt="2026-07-29T15:24:09.625" v="970" actId="1076"/>
            <ac:spMkLst>
              <pc:docMk/>
              <pc:sldMasterMk cId="1279804991" sldId="2147483648"/>
              <pc:sldLayoutMk cId="2137032013" sldId="2147483670"/>
              <ac:spMk id="5" creationId="{94E134BE-2F74-2DE6-F62D-2AF2A41CEE0B}"/>
            </ac:spMkLst>
          </pc:spChg>
          <pc:spChg chg="add mod">
            <ac:chgData name="Guilherme da Costa Criscuolo" userId="ca8b11d29e1e8585" providerId="LiveId" clId="{E7E5DE29-60A4-4D58-A8C4-A0E1502ACE36}" dt="2026-07-29T15:24:09.625" v="970" actId="1076"/>
            <ac:spMkLst>
              <pc:docMk/>
              <pc:sldMasterMk cId="1279804991" sldId="2147483648"/>
              <pc:sldLayoutMk cId="2137032013" sldId="2147483670"/>
              <ac:spMk id="6" creationId="{59777D7A-9326-0AE6-9FA8-FCDA10200D63}"/>
            </ac:spMkLst>
          </pc:spChg>
          <pc:spChg chg="add mod">
            <ac:chgData name="Guilherme da Costa Criscuolo" userId="ca8b11d29e1e8585" providerId="LiveId" clId="{E7E5DE29-60A4-4D58-A8C4-A0E1502ACE36}" dt="2026-07-29T15:24:09.625" v="970" actId="1076"/>
            <ac:spMkLst>
              <pc:docMk/>
              <pc:sldMasterMk cId="1279804991" sldId="2147483648"/>
              <pc:sldLayoutMk cId="2137032013" sldId="2147483670"/>
              <ac:spMk id="7" creationId="{40F2ECEC-BB20-CC8A-A5E1-49A8DCE73D82}"/>
            </ac:spMkLst>
          </pc:spChg>
          <pc:spChg chg="add mod">
            <ac:chgData name="Guilherme da Costa Criscuolo" userId="ca8b11d29e1e8585" providerId="LiveId" clId="{E7E5DE29-60A4-4D58-A8C4-A0E1502ACE36}" dt="2026-07-30T12:21:42.739" v="4415" actId="14100"/>
            <ac:spMkLst>
              <pc:docMk/>
              <pc:sldMasterMk cId="1279804991" sldId="2147483648"/>
              <pc:sldLayoutMk cId="2137032013" sldId="2147483670"/>
              <ac:spMk id="9" creationId="{8592A406-38C0-8ACF-45E4-4C701B5980DB}"/>
            </ac:spMkLst>
          </pc:spChg>
          <pc:spChg chg="add mod">
            <ac:chgData name="Guilherme da Costa Criscuolo" userId="ca8b11d29e1e8585" providerId="LiveId" clId="{E7E5DE29-60A4-4D58-A8C4-A0E1502ACE36}" dt="2026-07-30T12:21:42.739" v="4415" actId="14100"/>
            <ac:spMkLst>
              <pc:docMk/>
              <pc:sldMasterMk cId="1279804991" sldId="2147483648"/>
              <pc:sldLayoutMk cId="2137032013" sldId="2147483670"/>
              <ac:spMk id="10" creationId="{82C75928-B24A-427E-DD35-A3D7F629BAF6}"/>
            </ac:spMkLst>
          </pc:spChg>
          <pc:spChg chg="add mod">
            <ac:chgData name="Guilherme da Costa Criscuolo" userId="ca8b11d29e1e8585" providerId="LiveId" clId="{E7E5DE29-60A4-4D58-A8C4-A0E1502ACE36}" dt="2026-07-30T12:21:42.739" v="4415" actId="14100"/>
            <ac:spMkLst>
              <pc:docMk/>
              <pc:sldMasterMk cId="1279804991" sldId="2147483648"/>
              <pc:sldLayoutMk cId="2137032013" sldId="2147483670"/>
              <ac:spMk id="14" creationId="{6C9B336C-B9C3-2585-18DE-ADBCC71A4A85}"/>
            </ac:spMkLst>
          </pc:spChg>
          <pc:spChg chg="mod">
            <ac:chgData name="Guilherme da Costa Criscuolo" userId="ca8b11d29e1e8585" providerId="LiveId" clId="{E7E5DE29-60A4-4D58-A8C4-A0E1502ACE36}" dt="2026-07-29T15:23:16.599" v="964" actId="1076"/>
            <ac:spMkLst>
              <pc:docMk/>
              <pc:sldMasterMk cId="1279804991" sldId="2147483648"/>
              <pc:sldLayoutMk cId="2137032013" sldId="2147483670"/>
              <ac:spMk id="17" creationId="{F09A0A5A-B7B5-D299-6311-ACF924F97EB9}"/>
            </ac:spMkLst>
          </pc:spChg>
          <pc:spChg chg="del">
            <ac:chgData name="Guilherme da Costa Criscuolo" userId="ca8b11d29e1e8585" providerId="LiveId" clId="{E7E5DE29-60A4-4D58-A8C4-A0E1502ACE36}" dt="2026-07-29T15:20:11.446" v="927" actId="478"/>
            <ac:spMkLst>
              <pc:docMk/>
              <pc:sldMasterMk cId="1279804991" sldId="2147483648"/>
              <pc:sldLayoutMk cId="2137032013" sldId="2147483670"/>
              <ac:spMk id="18" creationId="{C2B8369F-E5B6-6180-5A61-ECACF5368B95}"/>
            </ac:spMkLst>
          </pc:spChg>
          <pc:spChg chg="del">
            <ac:chgData name="Guilherme da Costa Criscuolo" userId="ca8b11d29e1e8585" providerId="LiveId" clId="{E7E5DE29-60A4-4D58-A8C4-A0E1502ACE36}" dt="2026-07-29T15:20:11.446" v="927" actId="478"/>
            <ac:spMkLst>
              <pc:docMk/>
              <pc:sldMasterMk cId="1279804991" sldId="2147483648"/>
              <pc:sldLayoutMk cId="2137032013" sldId="2147483670"/>
              <ac:spMk id="19" creationId="{D619C5F4-3A7D-EE0F-9EF2-F200851445EB}"/>
            </ac:spMkLst>
          </pc:spChg>
          <pc:spChg chg="del">
            <ac:chgData name="Guilherme da Costa Criscuolo" userId="ca8b11d29e1e8585" providerId="LiveId" clId="{E7E5DE29-60A4-4D58-A8C4-A0E1502ACE36}" dt="2026-07-29T15:20:11.446" v="927" actId="478"/>
            <ac:spMkLst>
              <pc:docMk/>
              <pc:sldMasterMk cId="1279804991" sldId="2147483648"/>
              <pc:sldLayoutMk cId="2137032013" sldId="2147483670"/>
              <ac:spMk id="20" creationId="{0E59457E-334D-42DF-FB87-7DE747164882}"/>
            </ac:spMkLst>
          </pc:spChg>
          <pc:spChg chg="del">
            <ac:chgData name="Guilherme da Costa Criscuolo" userId="ca8b11d29e1e8585" providerId="LiveId" clId="{E7E5DE29-60A4-4D58-A8C4-A0E1502ACE36}" dt="2026-07-29T15:20:11.446" v="927" actId="478"/>
            <ac:spMkLst>
              <pc:docMk/>
              <pc:sldMasterMk cId="1279804991" sldId="2147483648"/>
              <pc:sldLayoutMk cId="2137032013" sldId="2147483670"/>
              <ac:spMk id="21" creationId="{E2D6244B-0AC5-F228-4E86-837C6701E49E}"/>
            </ac:spMkLst>
          </pc:spChg>
          <pc:spChg chg="del">
            <ac:chgData name="Guilherme da Costa Criscuolo" userId="ca8b11d29e1e8585" providerId="LiveId" clId="{E7E5DE29-60A4-4D58-A8C4-A0E1502ACE36}" dt="2026-07-29T15:20:11.446" v="927" actId="478"/>
            <ac:spMkLst>
              <pc:docMk/>
              <pc:sldMasterMk cId="1279804991" sldId="2147483648"/>
              <pc:sldLayoutMk cId="2137032013" sldId="2147483670"/>
              <ac:spMk id="22" creationId="{4398E153-8538-295B-7CB9-FC2FDD378A9A}"/>
            </ac:spMkLst>
          </pc:spChg>
          <pc:spChg chg="del">
            <ac:chgData name="Guilherme da Costa Criscuolo" userId="ca8b11d29e1e8585" providerId="LiveId" clId="{E7E5DE29-60A4-4D58-A8C4-A0E1502ACE36}" dt="2026-07-29T15:20:11.446" v="927" actId="478"/>
            <ac:spMkLst>
              <pc:docMk/>
              <pc:sldMasterMk cId="1279804991" sldId="2147483648"/>
              <pc:sldLayoutMk cId="2137032013" sldId="2147483670"/>
              <ac:spMk id="23" creationId="{D94ADBC6-1345-7670-EF4D-6B099EC0D82D}"/>
            </ac:spMkLst>
          </pc:spChg>
          <pc:spChg chg="del">
            <ac:chgData name="Guilherme da Costa Criscuolo" userId="ca8b11d29e1e8585" providerId="LiveId" clId="{E7E5DE29-60A4-4D58-A8C4-A0E1502ACE36}" dt="2026-07-29T15:20:11.446" v="927" actId="478"/>
            <ac:spMkLst>
              <pc:docMk/>
              <pc:sldMasterMk cId="1279804991" sldId="2147483648"/>
              <pc:sldLayoutMk cId="2137032013" sldId="2147483670"/>
              <ac:spMk id="24" creationId="{5768D983-B70B-BC5C-E016-190510E8F498}"/>
            </ac:spMkLst>
          </pc:spChg>
          <pc:spChg chg="del">
            <ac:chgData name="Guilherme da Costa Criscuolo" userId="ca8b11d29e1e8585" providerId="LiveId" clId="{E7E5DE29-60A4-4D58-A8C4-A0E1502ACE36}" dt="2026-07-29T15:20:11.446" v="927" actId="478"/>
            <ac:spMkLst>
              <pc:docMk/>
              <pc:sldMasterMk cId="1279804991" sldId="2147483648"/>
              <pc:sldLayoutMk cId="2137032013" sldId="2147483670"/>
              <ac:spMk id="25" creationId="{363D4B34-A93E-F1D3-043B-AB171C8AD349}"/>
            </ac:spMkLst>
          </pc:spChg>
          <pc:spChg chg="del">
            <ac:chgData name="Guilherme da Costa Criscuolo" userId="ca8b11d29e1e8585" providerId="LiveId" clId="{E7E5DE29-60A4-4D58-A8C4-A0E1502ACE36}" dt="2026-07-29T15:20:11.446" v="927" actId="478"/>
            <ac:spMkLst>
              <pc:docMk/>
              <pc:sldMasterMk cId="1279804991" sldId="2147483648"/>
              <pc:sldLayoutMk cId="2137032013" sldId="2147483670"/>
              <ac:spMk id="26" creationId="{6B2AD497-21E1-8DED-3775-19F027AD860F}"/>
            </ac:spMkLst>
          </pc:spChg>
          <pc:spChg chg="mod">
            <ac:chgData name="Guilherme da Costa Criscuolo" userId="ca8b11d29e1e8585" providerId="LiveId" clId="{E7E5DE29-60A4-4D58-A8C4-A0E1502ACE36}" dt="2026-07-29T16:36:55.099" v="2211" actId="207"/>
            <ac:spMkLst>
              <pc:docMk/>
              <pc:sldMasterMk cId="1279804991" sldId="2147483648"/>
              <pc:sldLayoutMk cId="2137032013" sldId="2147483670"/>
              <ac:spMk id="28" creationId="{F0C31279-E187-26CC-FFDA-5230D0446CCB}"/>
            </ac:spMkLst>
          </pc:spChg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3679630252" sldId="2147483670"/>
          </pc:sldLayoutMkLst>
        </pc:sldLayoutChg>
        <pc:sldLayoutChg chg="delSp modSp add mod ord modTransition">
          <pc:chgData name="Guilherme da Costa Criscuolo" userId="ca8b11d29e1e8585" providerId="LiveId" clId="{E7E5DE29-60A4-4D58-A8C4-A0E1502ACE36}" dt="2026-07-30T12:21:35.192" v="4414" actId="14100"/>
          <pc:sldLayoutMkLst>
            <pc:docMk/>
            <pc:sldMasterMk cId="1279804991" sldId="2147483648"/>
            <pc:sldLayoutMk cId="2274304283" sldId="2147483671"/>
          </pc:sldLayoutMkLst>
          <pc:spChg chg="mod">
            <ac:chgData name="Guilherme da Costa Criscuolo" userId="ca8b11d29e1e8585" providerId="LiveId" clId="{E7E5DE29-60A4-4D58-A8C4-A0E1502ACE36}" dt="2026-07-30T12:21:35.192" v="4414" actId="14100"/>
            <ac:spMkLst>
              <pc:docMk/>
              <pc:sldMasterMk cId="1279804991" sldId="2147483648"/>
              <pc:sldLayoutMk cId="2274304283" sldId="2147483671"/>
              <ac:spMk id="2" creationId="{6116ECE4-174B-5A27-91F0-ABF694528DDC}"/>
            </ac:spMkLst>
          </pc:spChg>
          <pc:spChg chg="mod">
            <ac:chgData name="Guilherme da Costa Criscuolo" userId="ca8b11d29e1e8585" providerId="LiveId" clId="{E7E5DE29-60A4-4D58-A8C4-A0E1502ACE36}" dt="2026-07-30T12:21:35.192" v="4414" actId="14100"/>
            <ac:spMkLst>
              <pc:docMk/>
              <pc:sldMasterMk cId="1279804991" sldId="2147483648"/>
              <pc:sldLayoutMk cId="2274304283" sldId="2147483671"/>
              <ac:spMk id="3" creationId="{08423426-7CE6-6863-6223-316EEFEBE4E1}"/>
            </ac:spMkLst>
          </pc:spChg>
          <pc:spChg chg="del">
            <ac:chgData name="Guilherme da Costa Criscuolo" userId="ca8b11d29e1e8585" providerId="LiveId" clId="{E7E5DE29-60A4-4D58-A8C4-A0E1502ACE36}" dt="2026-07-29T15:24:35.604" v="975" actId="478"/>
            <ac:spMkLst>
              <pc:docMk/>
              <pc:sldMasterMk cId="1279804991" sldId="2147483648"/>
              <pc:sldLayoutMk cId="2274304283" sldId="2147483671"/>
              <ac:spMk id="4" creationId="{9D1CCF0F-240E-1729-DB7B-E292C71673D7}"/>
            </ac:spMkLst>
          </pc:spChg>
          <pc:spChg chg="mod">
            <ac:chgData name="Guilherme da Costa Criscuolo" userId="ca8b11d29e1e8585" providerId="LiveId" clId="{E7E5DE29-60A4-4D58-A8C4-A0E1502ACE36}" dt="2026-07-29T15:25:07.022" v="983" actId="1076"/>
            <ac:spMkLst>
              <pc:docMk/>
              <pc:sldMasterMk cId="1279804991" sldId="2147483648"/>
              <pc:sldLayoutMk cId="2274304283" sldId="2147483671"/>
              <ac:spMk id="5" creationId="{94E134BE-2F74-2DE6-F62D-2AF2A41CEE0B}"/>
            </ac:spMkLst>
          </pc:spChg>
          <pc:spChg chg="mod">
            <ac:chgData name="Guilherme da Costa Criscuolo" userId="ca8b11d29e1e8585" providerId="LiveId" clId="{E7E5DE29-60A4-4D58-A8C4-A0E1502ACE36}" dt="2026-07-29T15:25:11.436" v="984" actId="1076"/>
            <ac:spMkLst>
              <pc:docMk/>
              <pc:sldMasterMk cId="1279804991" sldId="2147483648"/>
              <pc:sldLayoutMk cId="2274304283" sldId="2147483671"/>
              <ac:spMk id="6" creationId="{59777D7A-9326-0AE6-9FA8-FCDA10200D63}"/>
            </ac:spMkLst>
          </pc:spChg>
          <pc:spChg chg="del">
            <ac:chgData name="Guilherme da Costa Criscuolo" userId="ca8b11d29e1e8585" providerId="LiveId" clId="{E7E5DE29-60A4-4D58-A8C4-A0E1502ACE36}" dt="2026-07-29T15:24:35.604" v="975" actId="478"/>
            <ac:spMkLst>
              <pc:docMk/>
              <pc:sldMasterMk cId="1279804991" sldId="2147483648"/>
              <pc:sldLayoutMk cId="2274304283" sldId="2147483671"/>
              <ac:spMk id="7" creationId="{40F2ECEC-BB20-CC8A-A5E1-49A8DCE73D82}"/>
            </ac:spMkLst>
          </pc:spChg>
          <pc:spChg chg="mod">
            <ac:chgData name="Guilherme da Costa Criscuolo" userId="ca8b11d29e1e8585" providerId="LiveId" clId="{E7E5DE29-60A4-4D58-A8C4-A0E1502ACE36}" dt="2026-07-30T12:21:31.607" v="4411" actId="14100"/>
            <ac:spMkLst>
              <pc:docMk/>
              <pc:sldMasterMk cId="1279804991" sldId="2147483648"/>
              <pc:sldLayoutMk cId="2274304283" sldId="2147483671"/>
              <ac:spMk id="9" creationId="{8592A406-38C0-8ACF-45E4-4C701B5980DB}"/>
            </ac:spMkLst>
          </pc:spChg>
          <pc:spChg chg="mod">
            <ac:chgData name="Guilherme da Costa Criscuolo" userId="ca8b11d29e1e8585" providerId="LiveId" clId="{E7E5DE29-60A4-4D58-A8C4-A0E1502ACE36}" dt="2026-07-30T12:21:31.607" v="4411" actId="14100"/>
            <ac:spMkLst>
              <pc:docMk/>
              <pc:sldMasterMk cId="1279804991" sldId="2147483648"/>
              <pc:sldLayoutMk cId="2274304283" sldId="2147483671"/>
              <ac:spMk id="10" creationId="{82C75928-B24A-427E-DD35-A3D7F629BAF6}"/>
            </ac:spMkLst>
          </pc:spChg>
          <pc:spChg chg="del">
            <ac:chgData name="Guilherme da Costa Criscuolo" userId="ca8b11d29e1e8585" providerId="LiveId" clId="{E7E5DE29-60A4-4D58-A8C4-A0E1502ACE36}" dt="2026-07-29T15:24:35.604" v="975" actId="478"/>
            <ac:spMkLst>
              <pc:docMk/>
              <pc:sldMasterMk cId="1279804991" sldId="2147483648"/>
              <pc:sldLayoutMk cId="2274304283" sldId="2147483671"/>
              <ac:spMk id="14" creationId="{6C9B336C-B9C3-2585-18DE-ADBCC71A4A85}"/>
            </ac:spMkLst>
          </pc:spChg>
          <pc:spChg chg="mod">
            <ac:chgData name="Guilherme da Costa Criscuolo" userId="ca8b11d29e1e8585" providerId="LiveId" clId="{E7E5DE29-60A4-4D58-A8C4-A0E1502ACE36}" dt="2026-07-29T16:36:52.565" v="2210" actId="207"/>
            <ac:spMkLst>
              <pc:docMk/>
              <pc:sldMasterMk cId="1279804991" sldId="2147483648"/>
              <pc:sldLayoutMk cId="2274304283" sldId="2147483671"/>
              <ac:spMk id="28" creationId="{F0C31279-E187-26CC-FFDA-5230D0446CCB}"/>
            </ac:spMkLst>
          </pc:spChg>
        </pc:sldLayoutChg>
        <pc:sldLayoutChg chg="addSp delSp modSp add mod ord modTransition">
          <pc:chgData name="Guilherme da Costa Criscuolo" userId="ca8b11d29e1e8585" providerId="LiveId" clId="{E7E5DE29-60A4-4D58-A8C4-A0E1502ACE36}" dt="2026-07-30T11:09:02.567" v="4058" actId="948"/>
          <pc:sldLayoutMkLst>
            <pc:docMk/>
            <pc:sldMasterMk cId="1279804991" sldId="2147483648"/>
            <pc:sldLayoutMk cId="30844346" sldId="2147483672"/>
          </pc:sldLayoutMkLst>
          <pc:spChg chg="add del mod">
            <ac:chgData name="Guilherme da Costa Criscuolo" userId="ca8b11d29e1e8585" providerId="LiveId" clId="{E7E5DE29-60A4-4D58-A8C4-A0E1502ACE36}" dt="2026-07-29T15:27:09.640" v="999" actId="478"/>
            <ac:spMkLst>
              <pc:docMk/>
              <pc:sldMasterMk cId="1279804991" sldId="2147483648"/>
              <pc:sldLayoutMk cId="30844346" sldId="2147483672"/>
              <ac:spMk id="3" creationId="{454A5202-81ED-4F24-9372-848575480939}"/>
            </ac:spMkLst>
          </pc:spChg>
          <pc:spChg chg="mod">
            <ac:chgData name="Guilherme da Costa Criscuolo" userId="ca8b11d29e1e8585" providerId="LiveId" clId="{E7E5DE29-60A4-4D58-A8C4-A0E1502ACE36}" dt="2026-07-29T15:26:52.662" v="998" actId="14100"/>
            <ac:spMkLst>
              <pc:docMk/>
              <pc:sldMasterMk cId="1279804991" sldId="2147483648"/>
              <pc:sldLayoutMk cId="30844346" sldId="2147483672"/>
              <ac:spMk id="4" creationId="{588FC6F9-97CE-7DE6-86D7-F4A3BB548147}"/>
            </ac:spMkLst>
          </pc:spChg>
          <pc:spChg chg="mod">
            <ac:chgData name="Guilherme da Costa Criscuolo" userId="ca8b11d29e1e8585" providerId="LiveId" clId="{E7E5DE29-60A4-4D58-A8C4-A0E1502ACE36}" dt="2026-07-29T15:26:52.662" v="998" actId="14100"/>
            <ac:spMkLst>
              <pc:docMk/>
              <pc:sldMasterMk cId="1279804991" sldId="2147483648"/>
              <pc:sldLayoutMk cId="30844346" sldId="2147483672"/>
              <ac:spMk id="5" creationId="{58A818D5-649A-EDCC-B610-BB5A5A77CE20}"/>
            </ac:spMkLst>
          </pc:spChg>
          <pc:spChg chg="add del mod">
            <ac:chgData name="Guilherme da Costa Criscuolo" userId="ca8b11d29e1e8585" providerId="LiveId" clId="{E7E5DE29-60A4-4D58-A8C4-A0E1502ACE36}" dt="2026-07-29T15:27:09.640" v="999" actId="478"/>
            <ac:spMkLst>
              <pc:docMk/>
              <pc:sldMasterMk cId="1279804991" sldId="2147483648"/>
              <pc:sldLayoutMk cId="30844346" sldId="2147483672"/>
              <ac:spMk id="6" creationId="{B19230CB-24E6-906D-B2AA-7A14EA04741E}"/>
            </ac:spMkLst>
          </pc:spChg>
          <pc:spChg chg="add del mod">
            <ac:chgData name="Guilherme da Costa Criscuolo" userId="ca8b11d29e1e8585" providerId="LiveId" clId="{E7E5DE29-60A4-4D58-A8C4-A0E1502ACE36}" dt="2026-07-29T15:27:09.640" v="999" actId="478"/>
            <ac:spMkLst>
              <pc:docMk/>
              <pc:sldMasterMk cId="1279804991" sldId="2147483648"/>
              <pc:sldLayoutMk cId="30844346" sldId="2147483672"/>
              <ac:spMk id="7" creationId="{FA43B7E7-82BA-5A6E-1E9D-41E879BC166E}"/>
            </ac:spMkLst>
          </pc:spChg>
          <pc:spChg chg="mod">
            <ac:chgData name="Guilherme da Costa Criscuolo" userId="ca8b11d29e1e8585" providerId="LiveId" clId="{E7E5DE29-60A4-4D58-A8C4-A0E1502ACE36}" dt="2026-07-29T15:26:42.306" v="995" actId="1076"/>
            <ac:spMkLst>
              <pc:docMk/>
              <pc:sldMasterMk cId="1279804991" sldId="2147483648"/>
              <pc:sldLayoutMk cId="30844346" sldId="2147483672"/>
              <ac:spMk id="9" creationId="{E5F72080-00B5-EB20-D810-D6F39EFFD959}"/>
            </ac:spMkLst>
          </pc:spChg>
          <pc:spChg chg="add del mod">
            <ac:chgData name="Guilherme da Costa Criscuolo" userId="ca8b11d29e1e8585" providerId="LiveId" clId="{E7E5DE29-60A4-4D58-A8C4-A0E1502ACE36}" dt="2026-07-29T15:27:09.640" v="999" actId="478"/>
            <ac:spMkLst>
              <pc:docMk/>
              <pc:sldMasterMk cId="1279804991" sldId="2147483648"/>
              <pc:sldLayoutMk cId="30844346" sldId="2147483672"/>
              <ac:spMk id="10" creationId="{1C2D5287-9DEB-FF5B-85AE-8C6DACAA79B9}"/>
            </ac:spMkLst>
          </pc:spChg>
          <pc:spChg chg="add del mod">
            <ac:chgData name="Guilherme da Costa Criscuolo" userId="ca8b11d29e1e8585" providerId="LiveId" clId="{E7E5DE29-60A4-4D58-A8C4-A0E1502ACE36}" dt="2026-07-29T15:27:09.640" v="999" actId="478"/>
            <ac:spMkLst>
              <pc:docMk/>
              <pc:sldMasterMk cId="1279804991" sldId="2147483648"/>
              <pc:sldLayoutMk cId="30844346" sldId="2147483672"/>
              <ac:spMk id="14" creationId="{644A9E61-E7BE-0038-7934-65E622967733}"/>
            </ac:spMkLst>
          </pc:spChg>
          <pc:spChg chg="add del mod">
            <ac:chgData name="Guilherme da Costa Criscuolo" userId="ca8b11d29e1e8585" providerId="LiveId" clId="{E7E5DE29-60A4-4D58-A8C4-A0E1502ACE36}" dt="2026-07-29T15:27:09.640" v="999" actId="478"/>
            <ac:spMkLst>
              <pc:docMk/>
              <pc:sldMasterMk cId="1279804991" sldId="2147483648"/>
              <pc:sldLayoutMk cId="30844346" sldId="2147483672"/>
              <ac:spMk id="15" creationId="{040A1796-2E45-CCA6-5866-1328EF1E2868}"/>
            </ac:spMkLst>
          </pc:spChg>
          <pc:spChg chg="add del mod">
            <ac:chgData name="Guilherme da Costa Criscuolo" userId="ca8b11d29e1e8585" providerId="LiveId" clId="{E7E5DE29-60A4-4D58-A8C4-A0E1502ACE36}" dt="2026-07-29T15:27:09.640" v="999" actId="478"/>
            <ac:spMkLst>
              <pc:docMk/>
              <pc:sldMasterMk cId="1279804991" sldId="2147483648"/>
              <pc:sldLayoutMk cId="30844346" sldId="2147483672"/>
              <ac:spMk id="16" creationId="{FF5A0B5B-F24E-0E31-251C-205D03D4C160}"/>
            </ac:spMkLst>
          </pc:spChg>
          <pc:spChg chg="add del mod">
            <ac:chgData name="Guilherme da Costa Criscuolo" userId="ca8b11d29e1e8585" providerId="LiveId" clId="{E7E5DE29-60A4-4D58-A8C4-A0E1502ACE36}" dt="2026-07-29T15:27:09.640" v="999" actId="478"/>
            <ac:spMkLst>
              <pc:docMk/>
              <pc:sldMasterMk cId="1279804991" sldId="2147483648"/>
              <pc:sldLayoutMk cId="30844346" sldId="2147483672"/>
              <ac:spMk id="17" creationId="{2A057760-1E62-3EE1-F927-A11DBAB1A107}"/>
            </ac:spMkLst>
          </pc:spChg>
          <pc:spChg chg="mod">
            <ac:chgData name="Guilherme da Costa Criscuolo" userId="ca8b11d29e1e8585" providerId="LiveId" clId="{E7E5DE29-60A4-4D58-A8C4-A0E1502ACE36}" dt="2026-07-29T15:26:25.287" v="992" actId="1076"/>
            <ac:spMkLst>
              <pc:docMk/>
              <pc:sldMasterMk cId="1279804991" sldId="2147483648"/>
              <pc:sldLayoutMk cId="30844346" sldId="2147483672"/>
              <ac:spMk id="18" creationId="{D9602AB1-B2AE-4AF8-DFEC-4D8F9723BDC2}"/>
            </ac:spMkLst>
          </pc:spChg>
          <pc:spChg chg="mod">
            <ac:chgData name="Guilherme da Costa Criscuolo" userId="ca8b11d29e1e8585" providerId="LiveId" clId="{E7E5DE29-60A4-4D58-A8C4-A0E1502ACE36}" dt="2026-07-29T15:26:25.287" v="992" actId="1076"/>
            <ac:spMkLst>
              <pc:docMk/>
              <pc:sldMasterMk cId="1279804991" sldId="2147483648"/>
              <pc:sldLayoutMk cId="30844346" sldId="2147483672"/>
              <ac:spMk id="19" creationId="{84908094-8A65-675B-BEE9-0CEC4366B7D2}"/>
            </ac:spMkLst>
          </pc:spChg>
          <pc:spChg chg="mod">
            <ac:chgData name="Guilherme da Costa Criscuolo" userId="ca8b11d29e1e8585" providerId="LiveId" clId="{E7E5DE29-60A4-4D58-A8C4-A0E1502ACE36}" dt="2026-07-29T15:26:25.287" v="992" actId="1076"/>
            <ac:spMkLst>
              <pc:docMk/>
              <pc:sldMasterMk cId="1279804991" sldId="2147483648"/>
              <pc:sldLayoutMk cId="30844346" sldId="2147483672"/>
              <ac:spMk id="20" creationId="{4A3E0CF3-AA47-B4D8-4972-FE1FA41923EC}"/>
            </ac:spMkLst>
          </pc:spChg>
          <pc:spChg chg="mod">
            <ac:chgData name="Guilherme da Costa Criscuolo" userId="ca8b11d29e1e8585" providerId="LiveId" clId="{E7E5DE29-60A4-4D58-A8C4-A0E1502ACE36}" dt="2026-07-29T16:37:03.084" v="2214" actId="207"/>
            <ac:spMkLst>
              <pc:docMk/>
              <pc:sldMasterMk cId="1279804991" sldId="2147483648"/>
              <pc:sldLayoutMk cId="30844346" sldId="2147483672"/>
              <ac:spMk id="21" creationId="{42652471-1B40-279E-6DD4-11C315B6CFB1}"/>
            </ac:spMkLst>
          </pc:spChg>
          <pc:spChg chg="mod">
            <ac:chgData name="Guilherme da Costa Criscuolo" userId="ca8b11d29e1e8585" providerId="LiveId" clId="{E7E5DE29-60A4-4D58-A8C4-A0E1502ACE36}" dt="2026-07-29T15:26:25.287" v="992" actId="1076"/>
            <ac:spMkLst>
              <pc:docMk/>
              <pc:sldMasterMk cId="1279804991" sldId="2147483648"/>
              <pc:sldLayoutMk cId="30844346" sldId="2147483672"/>
              <ac:spMk id="22" creationId="{A315EACE-BC12-75C2-2648-BE997AB52382}"/>
            </ac:spMkLst>
          </pc:spChg>
          <pc:spChg chg="add del mod">
            <ac:chgData name="Guilherme da Costa Criscuolo" userId="ca8b11d29e1e8585" providerId="LiveId" clId="{E7E5DE29-60A4-4D58-A8C4-A0E1502ACE36}" dt="2026-07-29T15:27:09.640" v="999" actId="478"/>
            <ac:spMkLst>
              <pc:docMk/>
              <pc:sldMasterMk cId="1279804991" sldId="2147483648"/>
              <pc:sldLayoutMk cId="30844346" sldId="2147483672"/>
              <ac:spMk id="23" creationId="{270D787C-0B37-2C4E-0ECA-8DDD52DBE88C}"/>
            </ac:spMkLst>
          </pc:spChg>
          <pc:spChg chg="add del mod">
            <ac:chgData name="Guilherme da Costa Criscuolo" userId="ca8b11d29e1e8585" providerId="LiveId" clId="{E7E5DE29-60A4-4D58-A8C4-A0E1502ACE36}" dt="2026-07-29T15:27:09.640" v="999" actId="478"/>
            <ac:spMkLst>
              <pc:docMk/>
              <pc:sldMasterMk cId="1279804991" sldId="2147483648"/>
              <pc:sldLayoutMk cId="30844346" sldId="2147483672"/>
              <ac:spMk id="24" creationId="{16F259A7-0195-90B1-94A5-CF9F66BCFC39}"/>
            </ac:spMkLst>
          </pc:spChg>
          <pc:spChg chg="mod">
            <ac:chgData name="Guilherme da Costa Criscuolo" userId="ca8b11d29e1e8585" providerId="LiveId" clId="{E7E5DE29-60A4-4D58-A8C4-A0E1502ACE36}" dt="2026-07-29T15:26:25.287" v="992" actId="1076"/>
            <ac:spMkLst>
              <pc:docMk/>
              <pc:sldMasterMk cId="1279804991" sldId="2147483648"/>
              <pc:sldLayoutMk cId="30844346" sldId="2147483672"/>
              <ac:spMk id="25" creationId="{60DC28DC-B0DD-F225-E3AD-2CF672AD9493}"/>
            </ac:spMkLst>
          </pc:spChg>
          <pc:spChg chg="add mod">
            <ac:chgData name="Guilherme da Costa Criscuolo" userId="ca8b11d29e1e8585" providerId="LiveId" clId="{E7E5DE29-60A4-4D58-A8C4-A0E1502ACE36}" dt="2026-07-30T11:08:36.032" v="4048" actId="948"/>
            <ac:spMkLst>
              <pc:docMk/>
              <pc:sldMasterMk cId="1279804991" sldId="2147483648"/>
              <pc:sldLayoutMk cId="30844346" sldId="2147483672"/>
              <ac:spMk id="26" creationId="{293ADA49-EDA0-93DE-648A-E760B89F67E6}"/>
            </ac:spMkLst>
          </pc:spChg>
          <pc:spChg chg="add mod">
            <ac:chgData name="Guilherme da Costa Criscuolo" userId="ca8b11d29e1e8585" providerId="LiveId" clId="{E7E5DE29-60A4-4D58-A8C4-A0E1502ACE36}" dt="2026-07-30T11:08:40.183" v="4050" actId="948"/>
            <ac:spMkLst>
              <pc:docMk/>
              <pc:sldMasterMk cId="1279804991" sldId="2147483648"/>
              <pc:sldLayoutMk cId="30844346" sldId="2147483672"/>
              <ac:spMk id="27" creationId="{7142B089-B0FB-97D0-B46E-0A79762B62FA}"/>
            </ac:spMkLst>
          </pc:spChg>
          <pc:spChg chg="add mod">
            <ac:chgData name="Guilherme da Costa Criscuolo" userId="ca8b11d29e1e8585" providerId="LiveId" clId="{E7E5DE29-60A4-4D58-A8C4-A0E1502ACE36}" dt="2026-07-30T11:08:47.678" v="4052" actId="948"/>
            <ac:spMkLst>
              <pc:docMk/>
              <pc:sldMasterMk cId="1279804991" sldId="2147483648"/>
              <pc:sldLayoutMk cId="30844346" sldId="2147483672"/>
              <ac:spMk id="28" creationId="{1842380A-8755-8E4D-7B0A-7F3A00EBDE55}"/>
            </ac:spMkLst>
          </pc:spChg>
          <pc:spChg chg="add mod">
            <ac:chgData name="Guilherme da Costa Criscuolo" userId="ca8b11d29e1e8585" providerId="LiveId" clId="{E7E5DE29-60A4-4D58-A8C4-A0E1502ACE36}" dt="2026-07-30T11:08:51.985" v="4054" actId="948"/>
            <ac:spMkLst>
              <pc:docMk/>
              <pc:sldMasterMk cId="1279804991" sldId="2147483648"/>
              <pc:sldLayoutMk cId="30844346" sldId="2147483672"/>
              <ac:spMk id="29" creationId="{D3B5CAB6-96A4-5F7D-9748-D70BDA46DE80}"/>
            </ac:spMkLst>
          </pc:spChg>
          <pc:spChg chg="add mod">
            <ac:chgData name="Guilherme da Costa Criscuolo" userId="ca8b11d29e1e8585" providerId="LiveId" clId="{E7E5DE29-60A4-4D58-A8C4-A0E1502ACE36}" dt="2026-07-30T11:08:55.952" v="4056" actId="948"/>
            <ac:spMkLst>
              <pc:docMk/>
              <pc:sldMasterMk cId="1279804991" sldId="2147483648"/>
              <pc:sldLayoutMk cId="30844346" sldId="2147483672"/>
              <ac:spMk id="30" creationId="{4E1524F9-014F-984F-6C98-A8AA961A4FF8}"/>
            </ac:spMkLst>
          </pc:spChg>
          <pc:spChg chg="add mod">
            <ac:chgData name="Guilherme da Costa Criscuolo" userId="ca8b11d29e1e8585" providerId="LiveId" clId="{E7E5DE29-60A4-4D58-A8C4-A0E1502ACE36}" dt="2026-07-30T11:09:02.567" v="4058" actId="948"/>
            <ac:spMkLst>
              <pc:docMk/>
              <pc:sldMasterMk cId="1279804991" sldId="2147483648"/>
              <pc:sldLayoutMk cId="30844346" sldId="2147483672"/>
              <ac:spMk id="31" creationId="{7C4BBE77-BCE0-9D59-EDC3-4BBE27F5A595}"/>
            </ac:spMkLst>
          </pc:spChg>
          <pc:spChg chg="add mod">
            <ac:chgData name="Guilherme da Costa Criscuolo" userId="ca8b11d29e1e8585" providerId="LiveId" clId="{E7E5DE29-60A4-4D58-A8C4-A0E1502ACE36}" dt="2026-07-29T15:28:31.901" v="1025" actId="1076"/>
            <ac:spMkLst>
              <pc:docMk/>
              <pc:sldMasterMk cId="1279804991" sldId="2147483648"/>
              <pc:sldLayoutMk cId="30844346" sldId="2147483672"/>
              <ac:spMk id="32" creationId="{092F6391-A3D3-A980-E712-ECEC0DCBF35B}"/>
            </ac:spMkLst>
          </pc:spChg>
          <pc:spChg chg="add mod">
            <ac:chgData name="Guilherme da Costa Criscuolo" userId="ca8b11d29e1e8585" providerId="LiveId" clId="{E7E5DE29-60A4-4D58-A8C4-A0E1502ACE36}" dt="2026-07-29T15:28:38.106" v="1027" actId="1076"/>
            <ac:spMkLst>
              <pc:docMk/>
              <pc:sldMasterMk cId="1279804991" sldId="2147483648"/>
              <pc:sldLayoutMk cId="30844346" sldId="2147483672"/>
              <ac:spMk id="33" creationId="{25756CA6-B8FC-B74A-BF3D-148C45CFAAB2}"/>
            </ac:spMkLst>
          </pc:spChg>
          <pc:spChg chg="add mod">
            <ac:chgData name="Guilherme da Costa Criscuolo" userId="ca8b11d29e1e8585" providerId="LiveId" clId="{E7E5DE29-60A4-4D58-A8C4-A0E1502ACE36}" dt="2026-07-29T15:28:38.106" v="1027" actId="1076"/>
            <ac:spMkLst>
              <pc:docMk/>
              <pc:sldMasterMk cId="1279804991" sldId="2147483648"/>
              <pc:sldLayoutMk cId="30844346" sldId="2147483672"/>
              <ac:spMk id="34" creationId="{917FC540-5FDA-503D-EDE4-4C420128BEA3}"/>
            </ac:spMkLst>
          </pc:spChg>
          <pc:spChg chg="add mod">
            <ac:chgData name="Guilherme da Costa Criscuolo" userId="ca8b11d29e1e8585" providerId="LiveId" clId="{E7E5DE29-60A4-4D58-A8C4-A0E1502ACE36}" dt="2026-07-29T15:28:42.087" v="1028" actId="1076"/>
            <ac:spMkLst>
              <pc:docMk/>
              <pc:sldMasterMk cId="1279804991" sldId="2147483648"/>
              <pc:sldLayoutMk cId="30844346" sldId="2147483672"/>
              <ac:spMk id="35" creationId="{F5CCA2FE-7D75-E530-556E-66F79649AAB8}"/>
            </ac:spMkLst>
          </pc:spChg>
          <pc:spChg chg="add mod">
            <ac:chgData name="Guilherme da Costa Criscuolo" userId="ca8b11d29e1e8585" providerId="LiveId" clId="{E7E5DE29-60A4-4D58-A8C4-A0E1502ACE36}" dt="2026-07-29T15:28:42.087" v="1028" actId="1076"/>
            <ac:spMkLst>
              <pc:docMk/>
              <pc:sldMasterMk cId="1279804991" sldId="2147483648"/>
              <pc:sldLayoutMk cId="30844346" sldId="2147483672"/>
              <ac:spMk id="36" creationId="{6155EE74-ABAC-C54C-958F-642657CEEA27}"/>
            </ac:spMkLst>
          </pc:spChg>
          <pc:spChg chg="add mod">
            <ac:chgData name="Guilherme da Costa Criscuolo" userId="ca8b11d29e1e8585" providerId="LiveId" clId="{E7E5DE29-60A4-4D58-A8C4-A0E1502ACE36}" dt="2026-07-29T15:28:42.087" v="1028" actId="1076"/>
            <ac:spMkLst>
              <pc:docMk/>
              <pc:sldMasterMk cId="1279804991" sldId="2147483648"/>
              <pc:sldLayoutMk cId="30844346" sldId="2147483672"/>
              <ac:spMk id="37" creationId="{C3E4CF26-7B06-5998-DD64-B9E5443AC1A7}"/>
            </ac:spMkLst>
          </pc:spChg>
          <pc:spChg chg="del">
            <ac:chgData name="Guilherme da Costa Criscuolo" userId="ca8b11d29e1e8585" providerId="LiveId" clId="{E7E5DE29-60A4-4D58-A8C4-A0E1502ACE36}" dt="2026-07-29T15:26:02.590" v="988" actId="478"/>
            <ac:spMkLst>
              <pc:docMk/>
              <pc:sldMasterMk cId="1279804991" sldId="2147483648"/>
              <pc:sldLayoutMk cId="30844346" sldId="2147483672"/>
              <ac:spMk id="39" creationId="{3060F0AA-CE02-D9A9-63A7-70FBB3298B95}"/>
            </ac:spMkLst>
          </pc:spChg>
          <pc:spChg chg="del">
            <ac:chgData name="Guilherme da Costa Criscuolo" userId="ca8b11d29e1e8585" providerId="LiveId" clId="{E7E5DE29-60A4-4D58-A8C4-A0E1502ACE36}" dt="2026-07-29T15:26:02.590" v="988" actId="478"/>
            <ac:spMkLst>
              <pc:docMk/>
              <pc:sldMasterMk cId="1279804991" sldId="2147483648"/>
              <pc:sldLayoutMk cId="30844346" sldId="2147483672"/>
              <ac:spMk id="40" creationId="{64E20E30-2E12-31D8-6D89-F6DC7E9B186A}"/>
            </ac:spMkLst>
          </pc:spChg>
          <pc:spChg chg="del">
            <ac:chgData name="Guilherme da Costa Criscuolo" userId="ca8b11d29e1e8585" providerId="LiveId" clId="{E7E5DE29-60A4-4D58-A8C4-A0E1502ACE36}" dt="2026-07-29T15:26:02.590" v="988" actId="478"/>
            <ac:spMkLst>
              <pc:docMk/>
              <pc:sldMasterMk cId="1279804991" sldId="2147483648"/>
              <pc:sldLayoutMk cId="30844346" sldId="2147483672"/>
              <ac:spMk id="41" creationId="{1AAC5193-4332-C34D-7CA5-8CB5698C57AB}"/>
            </ac:spMkLst>
          </pc:spChg>
          <pc:spChg chg="del">
            <ac:chgData name="Guilherme da Costa Criscuolo" userId="ca8b11d29e1e8585" providerId="LiveId" clId="{E7E5DE29-60A4-4D58-A8C4-A0E1502ACE36}" dt="2026-07-29T15:26:02.590" v="988" actId="478"/>
            <ac:spMkLst>
              <pc:docMk/>
              <pc:sldMasterMk cId="1279804991" sldId="2147483648"/>
              <pc:sldLayoutMk cId="30844346" sldId="2147483672"/>
              <ac:spMk id="42" creationId="{A16C4BDF-C18C-5960-5263-A10B78676743}"/>
            </ac:spMkLst>
          </pc:spChg>
          <pc:spChg chg="del">
            <ac:chgData name="Guilherme da Costa Criscuolo" userId="ca8b11d29e1e8585" providerId="LiveId" clId="{E7E5DE29-60A4-4D58-A8C4-A0E1502ACE36}" dt="2026-07-29T15:26:02.590" v="988" actId="478"/>
            <ac:spMkLst>
              <pc:docMk/>
              <pc:sldMasterMk cId="1279804991" sldId="2147483648"/>
              <pc:sldLayoutMk cId="30844346" sldId="2147483672"/>
              <ac:spMk id="43" creationId="{51714601-C03D-F602-D25E-EF62BB793278}"/>
            </ac:spMkLst>
          </pc:spChg>
          <pc:spChg chg="del">
            <ac:chgData name="Guilherme da Costa Criscuolo" userId="ca8b11d29e1e8585" providerId="LiveId" clId="{E7E5DE29-60A4-4D58-A8C4-A0E1502ACE36}" dt="2026-07-29T15:26:02.590" v="988" actId="478"/>
            <ac:spMkLst>
              <pc:docMk/>
              <pc:sldMasterMk cId="1279804991" sldId="2147483648"/>
              <pc:sldLayoutMk cId="30844346" sldId="2147483672"/>
              <ac:spMk id="50" creationId="{5FE8CD5C-6E67-0C6C-1419-FB09FDF34CD6}"/>
            </ac:spMkLst>
          </pc:spChg>
          <pc:spChg chg="del">
            <ac:chgData name="Guilherme da Costa Criscuolo" userId="ca8b11d29e1e8585" providerId="LiveId" clId="{E7E5DE29-60A4-4D58-A8C4-A0E1502ACE36}" dt="2026-07-29T15:26:02.590" v="988" actId="478"/>
            <ac:spMkLst>
              <pc:docMk/>
              <pc:sldMasterMk cId="1279804991" sldId="2147483648"/>
              <pc:sldLayoutMk cId="30844346" sldId="2147483672"/>
              <ac:spMk id="51" creationId="{1954FF80-A605-E9AE-86C1-A19D5CD10A74}"/>
            </ac:spMkLst>
          </pc:spChg>
          <pc:spChg chg="del">
            <ac:chgData name="Guilherme da Costa Criscuolo" userId="ca8b11d29e1e8585" providerId="LiveId" clId="{E7E5DE29-60A4-4D58-A8C4-A0E1502ACE36}" dt="2026-07-29T15:26:02.590" v="988" actId="478"/>
            <ac:spMkLst>
              <pc:docMk/>
              <pc:sldMasterMk cId="1279804991" sldId="2147483648"/>
              <pc:sldLayoutMk cId="30844346" sldId="2147483672"/>
              <ac:spMk id="53" creationId="{71989EE9-4C7C-935E-5D80-52F64240206C}"/>
            </ac:spMkLst>
          </pc:spChg>
          <pc:spChg chg="del">
            <ac:chgData name="Guilherme da Costa Criscuolo" userId="ca8b11d29e1e8585" providerId="LiveId" clId="{E7E5DE29-60A4-4D58-A8C4-A0E1502ACE36}" dt="2026-07-29T15:26:02.590" v="988" actId="478"/>
            <ac:spMkLst>
              <pc:docMk/>
              <pc:sldMasterMk cId="1279804991" sldId="2147483648"/>
              <pc:sldLayoutMk cId="30844346" sldId="2147483672"/>
              <ac:spMk id="54" creationId="{7EC9EAB3-2CF0-69E9-674C-9390A65CFE6A}"/>
            </ac:spMkLst>
          </pc:spChg>
          <pc:spChg chg="del">
            <ac:chgData name="Guilherme da Costa Criscuolo" userId="ca8b11d29e1e8585" providerId="LiveId" clId="{E7E5DE29-60A4-4D58-A8C4-A0E1502ACE36}" dt="2026-07-29T15:26:02.590" v="988" actId="478"/>
            <ac:spMkLst>
              <pc:docMk/>
              <pc:sldMasterMk cId="1279804991" sldId="2147483648"/>
              <pc:sldLayoutMk cId="30844346" sldId="2147483672"/>
              <ac:spMk id="55" creationId="{85446E67-04DC-8011-9455-52A454DB8E8E}"/>
            </ac:spMkLst>
          </pc:spChg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406005335" sldId="2147483672"/>
          </pc:sldLayoutMkLst>
        </pc:sldLayoutChg>
        <pc:sldLayoutChg chg="delSp modSp add mod ord modTransition">
          <pc:chgData name="Guilherme da Costa Criscuolo" userId="ca8b11d29e1e8585" providerId="LiveId" clId="{E7E5DE29-60A4-4D58-A8C4-A0E1502ACE36}" dt="2026-07-30T11:08:31.043" v="4046" actId="948"/>
          <pc:sldLayoutMkLst>
            <pc:docMk/>
            <pc:sldMasterMk cId="1279804991" sldId="2147483648"/>
            <pc:sldLayoutMk cId="2206751163" sldId="2147483673"/>
          </pc:sldLayoutMkLst>
          <pc:spChg chg="mod">
            <ac:chgData name="Guilherme da Costa Criscuolo" userId="ca8b11d29e1e8585" providerId="LiveId" clId="{E7E5DE29-60A4-4D58-A8C4-A0E1502ACE36}" dt="2026-07-29T16:36:59.162" v="2213" actId="207"/>
            <ac:spMkLst>
              <pc:docMk/>
              <pc:sldMasterMk cId="1279804991" sldId="2147483648"/>
              <pc:sldLayoutMk cId="2206751163" sldId="2147483673"/>
              <ac:spMk id="21" creationId="{42652471-1B40-279E-6DD4-11C315B6CFB1}"/>
            </ac:spMkLst>
          </pc:spChg>
          <pc:spChg chg="mod">
            <ac:chgData name="Guilherme da Costa Criscuolo" userId="ca8b11d29e1e8585" providerId="LiveId" clId="{E7E5DE29-60A4-4D58-A8C4-A0E1502ACE36}" dt="2026-07-30T11:08:11.894" v="4038" actId="948"/>
            <ac:spMkLst>
              <pc:docMk/>
              <pc:sldMasterMk cId="1279804991" sldId="2147483648"/>
              <pc:sldLayoutMk cId="2206751163" sldId="2147483673"/>
              <ac:spMk id="26" creationId="{293ADA49-EDA0-93DE-648A-E760B89F67E6}"/>
            </ac:spMkLst>
          </pc:spChg>
          <pc:spChg chg="mod">
            <ac:chgData name="Guilherme da Costa Criscuolo" userId="ca8b11d29e1e8585" providerId="LiveId" clId="{E7E5DE29-60A4-4D58-A8C4-A0E1502ACE36}" dt="2026-07-30T11:08:16.068" v="4040" actId="948"/>
            <ac:spMkLst>
              <pc:docMk/>
              <pc:sldMasterMk cId="1279804991" sldId="2147483648"/>
              <pc:sldLayoutMk cId="2206751163" sldId="2147483673"/>
              <ac:spMk id="27" creationId="{7142B089-B0FB-97D0-B46E-0A79762B62FA}"/>
            </ac:spMkLst>
          </pc:spChg>
          <pc:spChg chg="mod">
            <ac:chgData name="Guilherme da Costa Criscuolo" userId="ca8b11d29e1e8585" providerId="LiveId" clId="{E7E5DE29-60A4-4D58-A8C4-A0E1502ACE36}" dt="2026-07-30T11:08:21.646" v="4042" actId="948"/>
            <ac:spMkLst>
              <pc:docMk/>
              <pc:sldMasterMk cId="1279804991" sldId="2147483648"/>
              <pc:sldLayoutMk cId="2206751163" sldId="2147483673"/>
              <ac:spMk id="28" creationId="{1842380A-8755-8E4D-7B0A-7F3A00EBDE55}"/>
            </ac:spMkLst>
          </pc:spChg>
          <pc:spChg chg="mod">
            <ac:chgData name="Guilherme da Costa Criscuolo" userId="ca8b11d29e1e8585" providerId="LiveId" clId="{E7E5DE29-60A4-4D58-A8C4-A0E1502ACE36}" dt="2026-07-30T11:08:26.346" v="4044" actId="948"/>
            <ac:spMkLst>
              <pc:docMk/>
              <pc:sldMasterMk cId="1279804991" sldId="2147483648"/>
              <pc:sldLayoutMk cId="2206751163" sldId="2147483673"/>
              <ac:spMk id="29" creationId="{D3B5CAB6-96A4-5F7D-9748-D70BDA46DE80}"/>
            </ac:spMkLst>
          </pc:spChg>
          <pc:spChg chg="mod">
            <ac:chgData name="Guilherme da Costa Criscuolo" userId="ca8b11d29e1e8585" providerId="LiveId" clId="{E7E5DE29-60A4-4D58-A8C4-A0E1502ACE36}" dt="2026-07-30T11:08:31.043" v="4046" actId="948"/>
            <ac:spMkLst>
              <pc:docMk/>
              <pc:sldMasterMk cId="1279804991" sldId="2147483648"/>
              <pc:sldLayoutMk cId="2206751163" sldId="2147483673"/>
              <ac:spMk id="30" creationId="{4E1524F9-014F-984F-6C98-A8AA961A4FF8}"/>
            </ac:spMkLst>
          </pc:spChg>
          <pc:spChg chg="del">
            <ac:chgData name="Guilherme da Costa Criscuolo" userId="ca8b11d29e1e8585" providerId="LiveId" clId="{E7E5DE29-60A4-4D58-A8C4-A0E1502ACE36}" dt="2026-07-29T15:29:13.871" v="1031" actId="478"/>
            <ac:spMkLst>
              <pc:docMk/>
              <pc:sldMasterMk cId="1279804991" sldId="2147483648"/>
              <pc:sldLayoutMk cId="2206751163" sldId="2147483673"/>
              <ac:spMk id="31" creationId="{7C4BBE77-BCE0-9D59-EDC3-4BBE27F5A595}"/>
            </ac:spMkLst>
          </pc:spChg>
          <pc:spChg chg="del">
            <ac:chgData name="Guilherme da Costa Criscuolo" userId="ca8b11d29e1e8585" providerId="LiveId" clId="{E7E5DE29-60A4-4D58-A8C4-A0E1502ACE36}" dt="2026-07-29T15:29:13.871" v="1031" actId="478"/>
            <ac:spMkLst>
              <pc:docMk/>
              <pc:sldMasterMk cId="1279804991" sldId="2147483648"/>
              <pc:sldLayoutMk cId="2206751163" sldId="2147483673"/>
              <ac:spMk id="37" creationId="{C3E4CF26-7B06-5998-DD64-B9E5443AC1A7}"/>
            </ac:spMkLst>
          </pc:spChg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2859299156" sldId="2147483673"/>
          </pc:sldLayoutMkLst>
        </pc:sldLayoutChg>
        <pc:sldLayoutChg chg="delSp modSp add mod ord modTransition">
          <pc:chgData name="Guilherme da Costa Criscuolo" userId="ca8b11d29e1e8585" providerId="LiveId" clId="{E7E5DE29-60A4-4D58-A8C4-A0E1502ACE36}" dt="2026-07-30T11:08:04.096" v="4037" actId="948"/>
          <pc:sldLayoutMkLst>
            <pc:docMk/>
            <pc:sldMasterMk cId="1279804991" sldId="2147483648"/>
            <pc:sldLayoutMk cId="265840944" sldId="2147483674"/>
          </pc:sldLayoutMkLst>
          <pc:spChg chg="mod">
            <ac:chgData name="Guilherme da Costa Criscuolo" userId="ca8b11d29e1e8585" providerId="LiveId" clId="{E7E5DE29-60A4-4D58-A8C4-A0E1502ACE36}" dt="2026-07-29T16:36:57.181" v="2212" actId="207"/>
            <ac:spMkLst>
              <pc:docMk/>
              <pc:sldMasterMk cId="1279804991" sldId="2147483648"/>
              <pc:sldLayoutMk cId="265840944" sldId="2147483674"/>
              <ac:spMk id="21" creationId="{42652471-1B40-279E-6DD4-11C315B6CFB1}"/>
            </ac:spMkLst>
          </pc:spChg>
          <pc:spChg chg="mod">
            <ac:chgData name="Guilherme da Costa Criscuolo" userId="ca8b11d29e1e8585" providerId="LiveId" clId="{E7E5DE29-60A4-4D58-A8C4-A0E1502ACE36}" dt="2026-07-30T11:07:46.830" v="4034" actId="948"/>
            <ac:spMkLst>
              <pc:docMk/>
              <pc:sldMasterMk cId="1279804991" sldId="2147483648"/>
              <pc:sldLayoutMk cId="265840944" sldId="2147483674"/>
              <ac:spMk id="26" creationId="{293ADA49-EDA0-93DE-648A-E760B89F67E6}"/>
            </ac:spMkLst>
          </pc:spChg>
          <pc:spChg chg="mod">
            <ac:chgData name="Guilherme da Costa Criscuolo" userId="ca8b11d29e1e8585" providerId="LiveId" clId="{E7E5DE29-60A4-4D58-A8C4-A0E1502ACE36}" dt="2026-07-30T11:07:53.658" v="4035" actId="948"/>
            <ac:spMkLst>
              <pc:docMk/>
              <pc:sldMasterMk cId="1279804991" sldId="2147483648"/>
              <pc:sldLayoutMk cId="265840944" sldId="2147483674"/>
              <ac:spMk id="27" creationId="{7142B089-B0FB-97D0-B46E-0A79762B62FA}"/>
            </ac:spMkLst>
          </pc:spChg>
          <pc:spChg chg="del">
            <ac:chgData name="Guilherme da Costa Criscuolo" userId="ca8b11d29e1e8585" providerId="LiveId" clId="{E7E5DE29-60A4-4D58-A8C4-A0E1502ACE36}" dt="2026-07-29T15:29:23.308" v="1034" actId="478"/>
            <ac:spMkLst>
              <pc:docMk/>
              <pc:sldMasterMk cId="1279804991" sldId="2147483648"/>
              <pc:sldLayoutMk cId="265840944" sldId="2147483674"/>
              <ac:spMk id="28" creationId="{1842380A-8755-8E4D-7B0A-7F3A00EBDE55}"/>
            </ac:spMkLst>
          </pc:spChg>
          <pc:spChg chg="mod">
            <ac:chgData name="Guilherme da Costa Criscuolo" userId="ca8b11d29e1e8585" providerId="LiveId" clId="{E7E5DE29-60A4-4D58-A8C4-A0E1502ACE36}" dt="2026-07-30T11:07:57.788" v="4036" actId="948"/>
            <ac:spMkLst>
              <pc:docMk/>
              <pc:sldMasterMk cId="1279804991" sldId="2147483648"/>
              <pc:sldLayoutMk cId="265840944" sldId="2147483674"/>
              <ac:spMk id="29" creationId="{D3B5CAB6-96A4-5F7D-9748-D70BDA46DE80}"/>
            </ac:spMkLst>
          </pc:spChg>
          <pc:spChg chg="mod">
            <ac:chgData name="Guilherme da Costa Criscuolo" userId="ca8b11d29e1e8585" providerId="LiveId" clId="{E7E5DE29-60A4-4D58-A8C4-A0E1502ACE36}" dt="2026-07-30T11:08:04.096" v="4037" actId="948"/>
            <ac:spMkLst>
              <pc:docMk/>
              <pc:sldMasterMk cId="1279804991" sldId="2147483648"/>
              <pc:sldLayoutMk cId="265840944" sldId="2147483674"/>
              <ac:spMk id="30" creationId="{4E1524F9-014F-984F-6C98-A8AA961A4FF8}"/>
            </ac:spMkLst>
          </pc:spChg>
          <pc:spChg chg="mod">
            <ac:chgData name="Guilherme da Costa Criscuolo" userId="ca8b11d29e1e8585" providerId="LiveId" clId="{E7E5DE29-60A4-4D58-A8C4-A0E1502ACE36}" dt="2026-07-29T15:29:52.260" v="1041" actId="1076"/>
            <ac:spMkLst>
              <pc:docMk/>
              <pc:sldMasterMk cId="1279804991" sldId="2147483648"/>
              <pc:sldLayoutMk cId="265840944" sldId="2147483674"/>
              <ac:spMk id="32" creationId="{092F6391-A3D3-A980-E712-ECEC0DCBF35B}"/>
            </ac:spMkLst>
          </pc:spChg>
          <pc:spChg chg="mod">
            <ac:chgData name="Guilherme da Costa Criscuolo" userId="ca8b11d29e1e8585" providerId="LiveId" clId="{E7E5DE29-60A4-4D58-A8C4-A0E1502ACE36}" dt="2026-07-29T15:29:52.260" v="1041" actId="1076"/>
            <ac:spMkLst>
              <pc:docMk/>
              <pc:sldMasterMk cId="1279804991" sldId="2147483648"/>
              <pc:sldLayoutMk cId="265840944" sldId="2147483674"/>
              <ac:spMk id="33" creationId="{25756CA6-B8FC-B74A-BF3D-148C45CFAAB2}"/>
            </ac:spMkLst>
          </pc:spChg>
          <pc:spChg chg="del">
            <ac:chgData name="Guilherme da Costa Criscuolo" userId="ca8b11d29e1e8585" providerId="LiveId" clId="{E7E5DE29-60A4-4D58-A8C4-A0E1502ACE36}" dt="2026-07-29T15:29:23.308" v="1034" actId="478"/>
            <ac:spMkLst>
              <pc:docMk/>
              <pc:sldMasterMk cId="1279804991" sldId="2147483648"/>
              <pc:sldLayoutMk cId="265840944" sldId="2147483674"/>
              <ac:spMk id="34" creationId="{917FC540-5FDA-503D-EDE4-4C420128BEA3}"/>
            </ac:spMkLst>
          </pc:spChg>
          <pc:spChg chg="mod">
            <ac:chgData name="Guilherme da Costa Criscuolo" userId="ca8b11d29e1e8585" providerId="LiveId" clId="{E7E5DE29-60A4-4D58-A8C4-A0E1502ACE36}" dt="2026-07-29T15:29:52.260" v="1041" actId="1076"/>
            <ac:spMkLst>
              <pc:docMk/>
              <pc:sldMasterMk cId="1279804991" sldId="2147483648"/>
              <pc:sldLayoutMk cId="265840944" sldId="2147483674"/>
              <ac:spMk id="35" creationId="{F5CCA2FE-7D75-E530-556E-66F79649AAB8}"/>
            </ac:spMkLst>
          </pc:spChg>
          <pc:spChg chg="mod">
            <ac:chgData name="Guilherme da Costa Criscuolo" userId="ca8b11d29e1e8585" providerId="LiveId" clId="{E7E5DE29-60A4-4D58-A8C4-A0E1502ACE36}" dt="2026-07-29T15:29:52.260" v="1041" actId="1076"/>
            <ac:spMkLst>
              <pc:docMk/>
              <pc:sldMasterMk cId="1279804991" sldId="2147483648"/>
              <pc:sldLayoutMk cId="265840944" sldId="2147483674"/>
              <ac:spMk id="36" creationId="{6155EE74-ABAC-C54C-958F-642657CEEA27}"/>
            </ac:spMkLst>
          </pc:spChg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552846906" sldId="2147483675"/>
          </pc:sldLayoutMkLst>
        </pc:sldLayoutChg>
        <pc:sldLayoutChg chg="add mod ord modTransition">
          <pc:chgData name="Guilherme da Costa Criscuolo" userId="ca8b11d29e1e8585" providerId="LiveId" clId="{E7E5DE29-60A4-4D58-A8C4-A0E1502ACE36}" dt="2026-07-29T15:30:32.647" v="1046" actId="20578"/>
          <pc:sldLayoutMkLst>
            <pc:docMk/>
            <pc:sldMasterMk cId="1279804991" sldId="2147483648"/>
            <pc:sldLayoutMk cId="3539580821" sldId="2147483675"/>
          </pc:sldLayoutMkLst>
        </pc:sldLayoutChg>
        <pc:sldLayoutChg chg="addSp delSp modSp add mod modTransition">
          <pc:chgData name="Guilherme da Costa Criscuolo" userId="ca8b11d29e1e8585" providerId="LiveId" clId="{E7E5DE29-60A4-4D58-A8C4-A0E1502ACE36}" dt="2026-07-29T17:45:08.442" v="2532" actId="1076"/>
          <pc:sldLayoutMkLst>
            <pc:docMk/>
            <pc:sldMasterMk cId="1279804991" sldId="2147483648"/>
            <pc:sldLayoutMk cId="3848315159" sldId="2147483675"/>
          </pc:sldLayoutMkLst>
          <pc:spChg chg="del">
            <ac:chgData name="Guilherme da Costa Criscuolo" userId="ca8b11d29e1e8585" providerId="LiveId" clId="{E7E5DE29-60A4-4D58-A8C4-A0E1502ACE36}" dt="2026-07-29T15:31:01.043" v="1049" actId="478"/>
            <ac:spMkLst>
              <pc:docMk/>
              <pc:sldMasterMk cId="1279804991" sldId="2147483648"/>
              <pc:sldLayoutMk cId="3848315159" sldId="2147483675"/>
              <ac:spMk id="2" creationId="{6BE41CBC-FDB9-2557-B28C-B76B0CBE986E}"/>
            </ac:spMkLst>
          </pc:spChg>
          <pc:spChg chg="add mod">
            <ac:chgData name="Guilherme da Costa Criscuolo" userId="ca8b11d29e1e8585" providerId="LiveId" clId="{E7E5DE29-60A4-4D58-A8C4-A0E1502ACE36}" dt="2026-07-29T15:31:46.888" v="1068" actId="1076"/>
            <ac:spMkLst>
              <pc:docMk/>
              <pc:sldMasterMk cId="1279804991" sldId="2147483648"/>
              <pc:sldLayoutMk cId="3848315159" sldId="2147483675"/>
              <ac:spMk id="3" creationId="{80C5CD50-D036-33AB-5DA5-75F34F9BE58C}"/>
            </ac:spMkLst>
          </pc:spChg>
          <pc:spChg chg="add mod">
            <ac:chgData name="Guilherme da Costa Criscuolo" userId="ca8b11d29e1e8585" providerId="LiveId" clId="{E7E5DE29-60A4-4D58-A8C4-A0E1502ACE36}" dt="2026-07-29T17:45:08.442" v="2532" actId="1076"/>
            <ac:spMkLst>
              <pc:docMk/>
              <pc:sldMasterMk cId="1279804991" sldId="2147483648"/>
              <pc:sldLayoutMk cId="3848315159" sldId="2147483675"/>
              <ac:spMk id="4" creationId="{01B26469-BDDE-FA41-D604-778633BA3980}"/>
            </ac:spMkLst>
          </pc:spChg>
          <pc:spChg chg="add mod">
            <ac:chgData name="Guilherme da Costa Criscuolo" userId="ca8b11d29e1e8585" providerId="LiveId" clId="{E7E5DE29-60A4-4D58-A8C4-A0E1502ACE36}" dt="2026-07-29T17:45:08.442" v="2532" actId="1076"/>
            <ac:spMkLst>
              <pc:docMk/>
              <pc:sldMasterMk cId="1279804991" sldId="2147483648"/>
              <pc:sldLayoutMk cId="3848315159" sldId="2147483675"/>
              <ac:spMk id="5" creationId="{E866F557-CA6E-26D2-EB51-7F7DAE48763B}"/>
            </ac:spMkLst>
          </pc:spChg>
          <pc:spChg chg="add mod ord">
            <ac:chgData name="Guilherme da Costa Criscuolo" userId="ca8b11d29e1e8585" providerId="LiveId" clId="{E7E5DE29-60A4-4D58-A8C4-A0E1502ACE36}" dt="2026-07-29T15:32:15.062" v="1074" actId="14100"/>
            <ac:spMkLst>
              <pc:docMk/>
              <pc:sldMasterMk cId="1279804991" sldId="2147483648"/>
              <pc:sldLayoutMk cId="3848315159" sldId="2147483675"/>
              <ac:spMk id="7" creationId="{3C3DF769-1DE4-4F7E-3A71-C3D164D29246}"/>
            </ac:spMkLst>
          </pc:spChg>
          <pc:spChg chg="del">
            <ac:chgData name="Guilherme da Costa Criscuolo" userId="ca8b11d29e1e8585" providerId="LiveId" clId="{E7E5DE29-60A4-4D58-A8C4-A0E1502ACE36}" dt="2026-07-29T15:31:01.043" v="1049" actId="478"/>
            <ac:spMkLst>
              <pc:docMk/>
              <pc:sldMasterMk cId="1279804991" sldId="2147483648"/>
              <pc:sldLayoutMk cId="3848315159" sldId="2147483675"/>
              <ac:spMk id="21" creationId="{42652471-1B40-279E-6DD4-11C315B6CFB1}"/>
            </ac:spMkLst>
          </pc:spChg>
          <pc:spChg chg="del">
            <ac:chgData name="Guilherme da Costa Criscuolo" userId="ca8b11d29e1e8585" providerId="LiveId" clId="{E7E5DE29-60A4-4D58-A8C4-A0E1502ACE36}" dt="2026-07-29T15:30:57.912" v="1048" actId="478"/>
            <ac:spMkLst>
              <pc:docMk/>
              <pc:sldMasterMk cId="1279804991" sldId="2147483648"/>
              <pc:sldLayoutMk cId="3848315159" sldId="2147483675"/>
              <ac:spMk id="38" creationId="{1691F6C3-648F-8F55-4711-6E418AE43A7C}"/>
            </ac:spMkLst>
          </pc:spChg>
          <pc:spChg chg="del">
            <ac:chgData name="Guilherme da Costa Criscuolo" userId="ca8b11d29e1e8585" providerId="LiveId" clId="{E7E5DE29-60A4-4D58-A8C4-A0E1502ACE36}" dt="2026-07-29T15:30:57.912" v="1048" actId="478"/>
            <ac:spMkLst>
              <pc:docMk/>
              <pc:sldMasterMk cId="1279804991" sldId="2147483648"/>
              <pc:sldLayoutMk cId="3848315159" sldId="2147483675"/>
              <ac:spMk id="40" creationId="{64E20E30-2E12-31D8-6D89-F6DC7E9B186A}"/>
            </ac:spMkLst>
          </pc:spChg>
          <pc:spChg chg="del">
            <ac:chgData name="Guilherme da Costa Criscuolo" userId="ca8b11d29e1e8585" providerId="LiveId" clId="{E7E5DE29-60A4-4D58-A8C4-A0E1502ACE36}" dt="2026-07-29T15:30:57.912" v="1048" actId="478"/>
            <ac:spMkLst>
              <pc:docMk/>
              <pc:sldMasterMk cId="1279804991" sldId="2147483648"/>
              <pc:sldLayoutMk cId="3848315159" sldId="2147483675"/>
              <ac:spMk id="43" creationId="{51714601-C03D-F602-D25E-EF62BB793278}"/>
            </ac:spMkLst>
          </pc:spChg>
          <pc:spChg chg="del">
            <ac:chgData name="Guilherme da Costa Criscuolo" userId="ca8b11d29e1e8585" providerId="LiveId" clId="{E7E5DE29-60A4-4D58-A8C4-A0E1502ACE36}" dt="2026-07-29T15:30:57.912" v="1048" actId="478"/>
            <ac:spMkLst>
              <pc:docMk/>
              <pc:sldMasterMk cId="1279804991" sldId="2147483648"/>
              <pc:sldLayoutMk cId="3848315159" sldId="2147483675"/>
              <ac:spMk id="49" creationId="{D4396A59-C134-57A6-E30C-F4832550C50B}"/>
            </ac:spMkLst>
          </pc:spChg>
          <pc:spChg chg="del">
            <ac:chgData name="Guilherme da Costa Criscuolo" userId="ca8b11d29e1e8585" providerId="LiveId" clId="{E7E5DE29-60A4-4D58-A8C4-A0E1502ACE36}" dt="2026-07-29T15:30:57.912" v="1048" actId="478"/>
            <ac:spMkLst>
              <pc:docMk/>
              <pc:sldMasterMk cId="1279804991" sldId="2147483648"/>
              <pc:sldLayoutMk cId="3848315159" sldId="2147483675"/>
              <ac:spMk id="50" creationId="{5FE8CD5C-6E67-0C6C-1419-FB09FDF34CD6}"/>
            </ac:spMkLst>
          </pc:spChg>
          <pc:spChg chg="del">
            <ac:chgData name="Guilherme da Costa Criscuolo" userId="ca8b11d29e1e8585" providerId="LiveId" clId="{E7E5DE29-60A4-4D58-A8C4-A0E1502ACE36}" dt="2026-07-29T15:30:57.912" v="1048" actId="478"/>
            <ac:spMkLst>
              <pc:docMk/>
              <pc:sldMasterMk cId="1279804991" sldId="2147483648"/>
              <pc:sldLayoutMk cId="3848315159" sldId="2147483675"/>
              <ac:spMk id="51" creationId="{1954FF80-A605-E9AE-86C1-A19D5CD10A74}"/>
            </ac:spMkLst>
          </pc:spChg>
          <pc:spChg chg="del">
            <ac:chgData name="Guilherme da Costa Criscuolo" userId="ca8b11d29e1e8585" providerId="LiveId" clId="{E7E5DE29-60A4-4D58-A8C4-A0E1502ACE36}" dt="2026-07-29T15:30:57.912" v="1048" actId="478"/>
            <ac:spMkLst>
              <pc:docMk/>
              <pc:sldMasterMk cId="1279804991" sldId="2147483648"/>
              <pc:sldLayoutMk cId="3848315159" sldId="2147483675"/>
              <ac:spMk id="53" creationId="{71989EE9-4C7C-935E-5D80-52F64240206C}"/>
            </ac:spMkLst>
          </pc:spChg>
          <pc:spChg chg="del">
            <ac:chgData name="Guilherme da Costa Criscuolo" userId="ca8b11d29e1e8585" providerId="LiveId" clId="{E7E5DE29-60A4-4D58-A8C4-A0E1502ACE36}" dt="2026-07-29T15:30:57.912" v="1048" actId="478"/>
            <ac:spMkLst>
              <pc:docMk/>
              <pc:sldMasterMk cId="1279804991" sldId="2147483648"/>
              <pc:sldLayoutMk cId="3848315159" sldId="2147483675"/>
              <ac:spMk id="56" creationId="{E9718F52-4453-3412-F3C4-3837A075AFA6}"/>
            </ac:spMkLst>
          </pc:spChg>
          <pc:spChg chg="del">
            <ac:chgData name="Guilherme da Costa Criscuolo" userId="ca8b11d29e1e8585" providerId="LiveId" clId="{E7E5DE29-60A4-4D58-A8C4-A0E1502ACE36}" dt="2026-07-29T15:30:57.912" v="1048" actId="478"/>
            <ac:spMkLst>
              <pc:docMk/>
              <pc:sldMasterMk cId="1279804991" sldId="2147483648"/>
              <pc:sldLayoutMk cId="3848315159" sldId="2147483675"/>
              <ac:spMk id="59" creationId="{C6CB021E-1874-440C-F2B6-66C9A87196FA}"/>
            </ac:spMkLst>
          </pc:spChg>
          <pc:spChg chg="del">
            <ac:chgData name="Guilherme da Costa Criscuolo" userId="ca8b11d29e1e8585" providerId="LiveId" clId="{E7E5DE29-60A4-4D58-A8C4-A0E1502ACE36}" dt="2026-07-29T15:30:57.912" v="1048" actId="478"/>
            <ac:spMkLst>
              <pc:docMk/>
              <pc:sldMasterMk cId="1279804991" sldId="2147483648"/>
              <pc:sldLayoutMk cId="3848315159" sldId="2147483675"/>
              <ac:spMk id="60" creationId="{35888075-302C-3430-7B1E-56406063CE96}"/>
            </ac:spMkLst>
          </pc:spChg>
        </pc:sldLayoutChg>
        <pc:sldLayoutChg chg="addSp delSp modSp add mod ord modTransition addAnim delAnim modAnim">
          <pc:chgData name="Guilherme da Costa Criscuolo" userId="ca8b11d29e1e8585" providerId="LiveId" clId="{E7E5DE29-60A4-4D58-A8C4-A0E1502ACE36}" dt="2026-07-29T18:00:35.305" v="2774"/>
          <pc:sldLayoutMkLst>
            <pc:docMk/>
            <pc:sldMasterMk cId="1279804991" sldId="2147483648"/>
            <pc:sldLayoutMk cId="57424301" sldId="2147483676"/>
          </pc:sldLayoutMkLst>
          <pc:spChg chg="add del mod">
            <ac:chgData name="Guilherme da Costa Criscuolo" userId="ca8b11d29e1e8585" providerId="LiveId" clId="{E7E5DE29-60A4-4D58-A8C4-A0E1502ACE36}" dt="2026-07-29T15:38:25.647" v="1158" actId="478"/>
            <ac:spMkLst>
              <pc:docMk/>
              <pc:sldMasterMk cId="1279804991" sldId="2147483648"/>
              <pc:sldLayoutMk cId="57424301" sldId="2147483676"/>
              <ac:spMk id="3" creationId="{0ACE72F5-8A25-2C5D-623C-1814C7B5F24E}"/>
            </ac:spMkLst>
          </pc:spChg>
          <pc:spChg chg="add del mod">
            <ac:chgData name="Guilherme da Costa Criscuolo" userId="ca8b11d29e1e8585" providerId="LiveId" clId="{E7E5DE29-60A4-4D58-A8C4-A0E1502ACE36}" dt="2026-07-29T15:35:20.497" v="1084" actId="478"/>
            <ac:spMkLst>
              <pc:docMk/>
              <pc:sldMasterMk cId="1279804991" sldId="2147483648"/>
              <pc:sldLayoutMk cId="57424301" sldId="2147483676"/>
              <ac:spMk id="4" creationId="{6B21792C-7E68-8F8E-4E43-9CF99CE7E4DE}"/>
            </ac:spMkLst>
          </pc:spChg>
          <pc:spChg chg="add del mod">
            <ac:chgData name="Guilherme da Costa Criscuolo" userId="ca8b11d29e1e8585" providerId="LiveId" clId="{E7E5DE29-60A4-4D58-A8C4-A0E1502ACE36}" dt="2026-07-29T15:38:25.647" v="1158" actId="478"/>
            <ac:spMkLst>
              <pc:docMk/>
              <pc:sldMasterMk cId="1279804991" sldId="2147483648"/>
              <pc:sldLayoutMk cId="57424301" sldId="2147483676"/>
              <ac:spMk id="5" creationId="{7D7C2A51-43CE-4C24-DEE2-D222A350E3B0}"/>
            </ac:spMkLst>
          </pc:spChg>
          <pc:spChg chg="add del mod">
            <ac:chgData name="Guilherme da Costa Criscuolo" userId="ca8b11d29e1e8585" providerId="LiveId" clId="{E7E5DE29-60A4-4D58-A8C4-A0E1502ACE36}" dt="2026-07-29T15:38:25.647" v="1158" actId="478"/>
            <ac:spMkLst>
              <pc:docMk/>
              <pc:sldMasterMk cId="1279804991" sldId="2147483648"/>
              <pc:sldLayoutMk cId="57424301" sldId="2147483676"/>
              <ac:spMk id="6" creationId="{9E8F6858-C4F8-7C1D-CCF6-4EC72A46AA90}"/>
            </ac:spMkLst>
          </pc:spChg>
          <pc:spChg chg="add del mod">
            <ac:chgData name="Guilherme da Costa Criscuolo" userId="ca8b11d29e1e8585" providerId="LiveId" clId="{E7E5DE29-60A4-4D58-A8C4-A0E1502ACE36}" dt="2026-07-29T15:38:25.647" v="1158" actId="478"/>
            <ac:spMkLst>
              <pc:docMk/>
              <pc:sldMasterMk cId="1279804991" sldId="2147483648"/>
              <pc:sldLayoutMk cId="57424301" sldId="2147483676"/>
              <ac:spMk id="7" creationId="{1C90A688-7571-C3B0-51D5-867B77B504C1}"/>
            </ac:spMkLst>
          </pc:spChg>
          <pc:spChg chg="add del mod">
            <ac:chgData name="Guilherme da Costa Criscuolo" userId="ca8b11d29e1e8585" providerId="LiveId" clId="{E7E5DE29-60A4-4D58-A8C4-A0E1502ACE36}" dt="2026-07-29T15:35:20.497" v="1084" actId="478"/>
            <ac:spMkLst>
              <pc:docMk/>
              <pc:sldMasterMk cId="1279804991" sldId="2147483648"/>
              <pc:sldLayoutMk cId="57424301" sldId="2147483676"/>
              <ac:spMk id="9" creationId="{8A93AED7-A6A9-6068-5853-5EC9492A4882}"/>
            </ac:spMkLst>
          </pc:spChg>
          <pc:spChg chg="add del mod">
            <ac:chgData name="Guilherme da Costa Criscuolo" userId="ca8b11d29e1e8585" providerId="LiveId" clId="{E7E5DE29-60A4-4D58-A8C4-A0E1502ACE36}" dt="2026-07-29T15:38:25.647" v="1158" actId="478"/>
            <ac:spMkLst>
              <pc:docMk/>
              <pc:sldMasterMk cId="1279804991" sldId="2147483648"/>
              <pc:sldLayoutMk cId="57424301" sldId="2147483676"/>
              <ac:spMk id="10" creationId="{9B57BA54-A4A2-3C4C-5A63-6842E06EE665}"/>
            </ac:spMkLst>
          </pc:spChg>
          <pc:spChg chg="add del mod">
            <ac:chgData name="Guilherme da Costa Criscuolo" userId="ca8b11d29e1e8585" providerId="LiveId" clId="{E7E5DE29-60A4-4D58-A8C4-A0E1502ACE36}" dt="2026-07-29T15:38:25.647" v="1158" actId="478"/>
            <ac:spMkLst>
              <pc:docMk/>
              <pc:sldMasterMk cId="1279804991" sldId="2147483648"/>
              <pc:sldLayoutMk cId="57424301" sldId="2147483676"/>
              <ac:spMk id="14" creationId="{35A00003-347E-1074-1B1D-0DC5609F1E13}"/>
            </ac:spMkLst>
          </pc:spChg>
          <pc:spChg chg="add mod">
            <ac:chgData name="Guilherme da Costa Criscuolo" userId="ca8b11d29e1e8585" providerId="LiveId" clId="{E7E5DE29-60A4-4D58-A8C4-A0E1502ACE36}" dt="2026-07-29T15:42:19.698" v="1212" actId="1036"/>
            <ac:spMkLst>
              <pc:docMk/>
              <pc:sldMasterMk cId="1279804991" sldId="2147483648"/>
              <pc:sldLayoutMk cId="57424301" sldId="2147483676"/>
              <ac:spMk id="15" creationId="{8479E8BB-E8C7-F7B5-5C1C-C49E69F5D027}"/>
            </ac:spMkLst>
          </pc:spChg>
          <pc:spChg chg="add mod">
            <ac:chgData name="Guilherme da Costa Criscuolo" userId="ca8b11d29e1e8585" providerId="LiveId" clId="{E7E5DE29-60A4-4D58-A8C4-A0E1502ACE36}" dt="2026-07-29T15:42:19.698" v="1212" actId="1036"/>
            <ac:spMkLst>
              <pc:docMk/>
              <pc:sldMasterMk cId="1279804991" sldId="2147483648"/>
              <pc:sldLayoutMk cId="57424301" sldId="2147483676"/>
              <ac:spMk id="16" creationId="{A6825E7F-F474-96AF-CA30-8542A5F781E6}"/>
            </ac:spMkLst>
          </pc:spChg>
          <pc:spChg chg="add mod">
            <ac:chgData name="Guilherme da Costa Criscuolo" userId="ca8b11d29e1e8585" providerId="LiveId" clId="{E7E5DE29-60A4-4D58-A8C4-A0E1502ACE36}" dt="2026-07-29T17:57:37.731" v="2697" actId="403"/>
            <ac:spMkLst>
              <pc:docMk/>
              <pc:sldMasterMk cId="1279804991" sldId="2147483648"/>
              <pc:sldLayoutMk cId="57424301" sldId="2147483676"/>
              <ac:spMk id="17" creationId="{024B4AA9-7FEB-C918-A056-1683C0C873F4}"/>
            </ac:spMkLst>
          </pc:spChg>
          <pc:spChg chg="add del mod">
            <ac:chgData name="Guilherme da Costa Criscuolo" userId="ca8b11d29e1e8585" providerId="LiveId" clId="{E7E5DE29-60A4-4D58-A8C4-A0E1502ACE36}" dt="2026-07-29T15:41:13.045" v="1209" actId="478"/>
            <ac:spMkLst>
              <pc:docMk/>
              <pc:sldMasterMk cId="1279804991" sldId="2147483648"/>
              <pc:sldLayoutMk cId="57424301" sldId="2147483676"/>
              <ac:spMk id="18" creationId="{0211295D-2626-377C-0DE1-5D491BDE09FF}"/>
            </ac:spMkLst>
          </pc:spChg>
          <pc:spChg chg="add mod">
            <ac:chgData name="Guilherme da Costa Criscuolo" userId="ca8b11d29e1e8585" providerId="LiveId" clId="{E7E5DE29-60A4-4D58-A8C4-A0E1502ACE36}" dt="2026-07-29T17:57:37.731" v="2697" actId="403"/>
            <ac:spMkLst>
              <pc:docMk/>
              <pc:sldMasterMk cId="1279804991" sldId="2147483648"/>
              <pc:sldLayoutMk cId="57424301" sldId="2147483676"/>
              <ac:spMk id="19" creationId="{E7CFD563-DAD5-7306-01F5-05FFAE69702A}"/>
            </ac:spMkLst>
          </pc:spChg>
        </pc:sldLayoutChg>
        <pc:sldLayoutChg chg="addSp delSp modSp add mod modTransition">
          <pc:chgData name="Guilherme da Costa Criscuolo" userId="ca8b11d29e1e8585" providerId="LiveId" clId="{E7E5DE29-60A4-4D58-A8C4-A0E1502ACE36}" dt="2026-07-29T15:43:46.356" v="1235" actId="404"/>
          <pc:sldLayoutMkLst>
            <pc:docMk/>
            <pc:sldMasterMk cId="1279804991" sldId="2147483648"/>
            <pc:sldLayoutMk cId="271964897" sldId="2147483677"/>
          </pc:sldLayoutMkLst>
          <pc:spChg chg="add mod">
            <ac:chgData name="Guilherme da Costa Criscuolo" userId="ca8b11d29e1e8585" providerId="LiveId" clId="{E7E5DE29-60A4-4D58-A8C4-A0E1502ACE36}" dt="2026-07-29T15:43:46.356" v="1235" actId="404"/>
            <ac:spMkLst>
              <pc:docMk/>
              <pc:sldMasterMk cId="1279804991" sldId="2147483648"/>
              <pc:sldLayoutMk cId="271964897" sldId="2147483677"/>
              <ac:spMk id="3" creationId="{F0506723-C3C4-B154-4A9A-7B795A2EB2EC}"/>
            </ac:spMkLst>
          </pc:spChg>
          <pc:spChg chg="add mod">
            <ac:chgData name="Guilherme da Costa Criscuolo" userId="ca8b11d29e1e8585" providerId="LiveId" clId="{E7E5DE29-60A4-4D58-A8C4-A0E1502ACE36}" dt="2026-07-29T15:43:46.356" v="1235" actId="404"/>
            <ac:spMkLst>
              <pc:docMk/>
              <pc:sldMasterMk cId="1279804991" sldId="2147483648"/>
              <pc:sldLayoutMk cId="271964897" sldId="2147483677"/>
              <ac:spMk id="4" creationId="{F2EDC0D0-01A3-FD66-E0E4-EA1EAE9B096A}"/>
            </ac:spMkLst>
          </pc:spChg>
          <pc:spChg chg="add mod">
            <ac:chgData name="Guilherme da Costa Criscuolo" userId="ca8b11d29e1e8585" providerId="LiveId" clId="{E7E5DE29-60A4-4D58-A8C4-A0E1502ACE36}" dt="2026-07-29T15:43:46.356" v="1235" actId="404"/>
            <ac:spMkLst>
              <pc:docMk/>
              <pc:sldMasterMk cId="1279804991" sldId="2147483648"/>
              <pc:sldLayoutMk cId="271964897" sldId="2147483677"/>
              <ac:spMk id="5" creationId="{0C12F721-D191-65A9-E976-B551983B55BB}"/>
            </ac:spMkLst>
          </pc:spChg>
          <pc:spChg chg="del">
            <ac:chgData name="Guilherme da Costa Criscuolo" userId="ca8b11d29e1e8585" providerId="LiveId" clId="{E7E5DE29-60A4-4D58-A8C4-A0E1502ACE36}" dt="2026-07-29T15:42:47.140" v="1214" actId="478"/>
            <ac:spMkLst>
              <pc:docMk/>
              <pc:sldMasterMk cId="1279804991" sldId="2147483648"/>
              <pc:sldLayoutMk cId="271964897" sldId="2147483677"/>
              <ac:spMk id="15" creationId="{8479E8BB-E8C7-F7B5-5C1C-C49E69F5D027}"/>
            </ac:spMkLst>
          </pc:spChg>
          <pc:spChg chg="del">
            <ac:chgData name="Guilherme da Costa Criscuolo" userId="ca8b11d29e1e8585" providerId="LiveId" clId="{E7E5DE29-60A4-4D58-A8C4-A0E1502ACE36}" dt="2026-07-29T15:42:47.140" v="1214" actId="478"/>
            <ac:spMkLst>
              <pc:docMk/>
              <pc:sldMasterMk cId="1279804991" sldId="2147483648"/>
              <pc:sldLayoutMk cId="271964897" sldId="2147483677"/>
              <ac:spMk id="16" creationId="{A6825E7F-F474-96AF-CA30-8542A5F781E6}"/>
            </ac:spMkLst>
          </pc:spChg>
          <pc:spChg chg="del">
            <ac:chgData name="Guilherme da Costa Criscuolo" userId="ca8b11d29e1e8585" providerId="LiveId" clId="{E7E5DE29-60A4-4D58-A8C4-A0E1502ACE36}" dt="2026-07-29T15:42:47.140" v="1214" actId="478"/>
            <ac:spMkLst>
              <pc:docMk/>
              <pc:sldMasterMk cId="1279804991" sldId="2147483648"/>
              <pc:sldLayoutMk cId="271964897" sldId="2147483677"/>
              <ac:spMk id="17" creationId="{024B4AA9-7FEB-C918-A056-1683C0C873F4}"/>
            </ac:spMkLst>
          </pc:spChg>
          <pc:spChg chg="del">
            <ac:chgData name="Guilherme da Costa Criscuolo" userId="ca8b11d29e1e8585" providerId="LiveId" clId="{E7E5DE29-60A4-4D58-A8C4-A0E1502ACE36}" dt="2026-07-29T15:42:47.140" v="1214" actId="478"/>
            <ac:spMkLst>
              <pc:docMk/>
              <pc:sldMasterMk cId="1279804991" sldId="2147483648"/>
              <pc:sldLayoutMk cId="271964897" sldId="2147483677"/>
              <ac:spMk id="19" creationId="{E7CFD563-DAD5-7306-01F5-05FFAE69702A}"/>
            </ac:spMkLst>
          </pc:spChg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1482372019" sldId="2147483677"/>
          </pc:sldLayoutMkLst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1857018859" sldId="2147483678"/>
          </pc:sldLayoutMkLst>
        </pc:sldLayoutChg>
        <pc:sldLayoutChg chg="addSp delSp modSp add mod modTransition addAnim delAnim modAnim">
          <pc:chgData name="Guilherme da Costa Criscuolo" userId="ca8b11d29e1e8585" providerId="LiveId" clId="{E7E5DE29-60A4-4D58-A8C4-A0E1502ACE36}" dt="2026-07-29T18:01:25.424" v="2780"/>
          <pc:sldLayoutMkLst>
            <pc:docMk/>
            <pc:sldMasterMk cId="1279804991" sldId="2147483648"/>
            <pc:sldLayoutMk cId="2030018901" sldId="2147483678"/>
          </pc:sldLayoutMkLst>
          <pc:spChg chg="add del">
            <ac:chgData name="Guilherme da Costa Criscuolo" userId="ca8b11d29e1e8585" providerId="LiveId" clId="{E7E5DE29-60A4-4D58-A8C4-A0E1502ACE36}" dt="2026-07-29T15:44:07.654" v="1240" actId="478"/>
            <ac:spMkLst>
              <pc:docMk/>
              <pc:sldMasterMk cId="1279804991" sldId="2147483648"/>
              <pc:sldLayoutMk cId="2030018901" sldId="2147483678"/>
              <ac:spMk id="3" creationId="{F0506723-C3C4-B154-4A9A-7B795A2EB2EC}"/>
            </ac:spMkLst>
          </pc:spChg>
          <pc:spChg chg="add del mod">
            <ac:chgData name="Guilherme da Costa Criscuolo" userId="ca8b11d29e1e8585" providerId="LiveId" clId="{E7E5DE29-60A4-4D58-A8C4-A0E1502ACE36}" dt="2026-07-29T15:44:07.654" v="1240" actId="478"/>
            <ac:spMkLst>
              <pc:docMk/>
              <pc:sldMasterMk cId="1279804991" sldId="2147483648"/>
              <pc:sldLayoutMk cId="2030018901" sldId="2147483678"/>
              <ac:spMk id="4" creationId="{F2EDC0D0-01A3-FD66-E0E4-EA1EAE9B096A}"/>
            </ac:spMkLst>
          </pc:spChg>
          <pc:spChg chg="add del mod">
            <ac:chgData name="Guilherme da Costa Criscuolo" userId="ca8b11d29e1e8585" providerId="LiveId" clId="{E7E5DE29-60A4-4D58-A8C4-A0E1502ACE36}" dt="2026-07-29T15:44:07.654" v="1240" actId="478"/>
            <ac:spMkLst>
              <pc:docMk/>
              <pc:sldMasterMk cId="1279804991" sldId="2147483648"/>
              <pc:sldLayoutMk cId="2030018901" sldId="2147483678"/>
              <ac:spMk id="5" creationId="{0C12F721-D191-65A9-E976-B551983B55BB}"/>
            </ac:spMkLst>
          </pc:spChg>
          <pc:spChg chg="add mod">
            <ac:chgData name="Guilherme da Costa Criscuolo" userId="ca8b11d29e1e8585" providerId="LiveId" clId="{E7E5DE29-60A4-4D58-A8C4-A0E1502ACE36}" dt="2026-07-29T15:45:08.268" v="1262" actId="1035"/>
            <ac:spMkLst>
              <pc:docMk/>
              <pc:sldMasterMk cId="1279804991" sldId="2147483648"/>
              <pc:sldLayoutMk cId="2030018901" sldId="2147483678"/>
              <ac:spMk id="6" creationId="{4FA147B8-CE60-FA97-DC90-E97A9AB85804}"/>
            </ac:spMkLst>
          </pc:spChg>
          <pc:spChg chg="add mod">
            <ac:chgData name="Guilherme da Costa Criscuolo" userId="ca8b11d29e1e8585" providerId="LiveId" clId="{E7E5DE29-60A4-4D58-A8C4-A0E1502ACE36}" dt="2026-07-29T15:45:08.268" v="1262" actId="1035"/>
            <ac:spMkLst>
              <pc:docMk/>
              <pc:sldMasterMk cId="1279804991" sldId="2147483648"/>
              <pc:sldLayoutMk cId="2030018901" sldId="2147483678"/>
              <ac:spMk id="7" creationId="{71D2058E-F98F-7CD7-FDA2-AA0AF51AC5AA}"/>
            </ac:spMkLst>
          </pc:spChg>
          <pc:spChg chg="add mod">
            <ac:chgData name="Guilherme da Costa Criscuolo" userId="ca8b11d29e1e8585" providerId="LiveId" clId="{E7E5DE29-60A4-4D58-A8C4-A0E1502ACE36}" dt="2026-07-29T15:45:08.268" v="1262" actId="1035"/>
            <ac:spMkLst>
              <pc:docMk/>
              <pc:sldMasterMk cId="1279804991" sldId="2147483648"/>
              <pc:sldLayoutMk cId="2030018901" sldId="2147483678"/>
              <ac:spMk id="9" creationId="{218527A8-1E04-EFE1-C1EE-A5C8F2881C37}"/>
            </ac:spMkLst>
          </pc:spChg>
          <pc:spChg chg="add mod">
            <ac:chgData name="Guilherme da Costa Criscuolo" userId="ca8b11d29e1e8585" providerId="LiveId" clId="{E7E5DE29-60A4-4D58-A8C4-A0E1502ACE36}" dt="2026-07-29T15:45:08.268" v="1262" actId="1035"/>
            <ac:spMkLst>
              <pc:docMk/>
              <pc:sldMasterMk cId="1279804991" sldId="2147483648"/>
              <pc:sldLayoutMk cId="2030018901" sldId="2147483678"/>
              <ac:spMk id="10" creationId="{201C56A8-F1F9-26E0-2519-99FC5A1B5DA6}"/>
            </ac:spMkLst>
          </pc:spChg>
          <pc:spChg chg="add mod">
            <ac:chgData name="Guilherme da Costa Criscuolo" userId="ca8b11d29e1e8585" providerId="LiveId" clId="{E7E5DE29-60A4-4D58-A8C4-A0E1502ACE36}" dt="2026-07-29T15:45:08.268" v="1262" actId="1035"/>
            <ac:spMkLst>
              <pc:docMk/>
              <pc:sldMasterMk cId="1279804991" sldId="2147483648"/>
              <pc:sldLayoutMk cId="2030018901" sldId="2147483678"/>
              <ac:spMk id="14" creationId="{B35F0CD6-0D05-7F04-C331-F063639969FE}"/>
            </ac:spMkLst>
          </pc:spChg>
          <pc:spChg chg="add del mod">
            <ac:chgData name="Guilherme da Costa Criscuolo" userId="ca8b11d29e1e8585" providerId="LiveId" clId="{E7E5DE29-60A4-4D58-A8C4-A0E1502ACE36}" dt="2026-07-29T15:45:24.727" v="1265" actId="478"/>
            <ac:spMkLst>
              <pc:docMk/>
              <pc:sldMasterMk cId="1279804991" sldId="2147483648"/>
              <pc:sldLayoutMk cId="2030018901" sldId="2147483678"/>
              <ac:spMk id="15" creationId="{F5FFF9EF-BA0F-9019-B9EC-A77919E685A6}"/>
            </ac:spMkLst>
          </pc:spChg>
        </pc:sldLayoutChg>
        <pc:sldLayoutChg chg="add mod modTransition addAnim delAnim modAnim">
          <pc:chgData name="Guilherme da Costa Criscuolo" userId="ca8b11d29e1e8585" providerId="LiveId" clId="{E7E5DE29-60A4-4D58-A8C4-A0E1502ACE36}" dt="2026-07-29T18:01:21.595" v="2779"/>
          <pc:sldLayoutMkLst>
            <pc:docMk/>
            <pc:sldMasterMk cId="1279804991" sldId="2147483648"/>
            <pc:sldLayoutMk cId="88735990" sldId="2147483679"/>
          </pc:sldLayoutMkLst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993058575" sldId="2147483679"/>
          </pc:sldLayoutMkLst>
        </pc:sldLayoutChg>
        <pc:sldLayoutChg chg="delSp modSp add mod ord modTransition addAnim delAnim modAnim">
          <pc:chgData name="Guilherme da Costa Criscuolo" userId="ca8b11d29e1e8585" providerId="LiveId" clId="{E7E5DE29-60A4-4D58-A8C4-A0E1502ACE36}" dt="2026-07-29T18:01:28.117" v="2781"/>
          <pc:sldLayoutMkLst>
            <pc:docMk/>
            <pc:sldMasterMk cId="1279804991" sldId="2147483648"/>
            <pc:sldLayoutMk cId="1405972149" sldId="2147483680"/>
          </pc:sldLayoutMkLst>
          <pc:spChg chg="mod">
            <ac:chgData name="Guilherme da Costa Criscuolo" userId="ca8b11d29e1e8585" providerId="LiveId" clId="{E7E5DE29-60A4-4D58-A8C4-A0E1502ACE36}" dt="2026-07-29T15:46:18.276" v="1282" actId="14100"/>
            <ac:spMkLst>
              <pc:docMk/>
              <pc:sldMasterMk cId="1279804991" sldId="2147483648"/>
              <pc:sldLayoutMk cId="1405972149" sldId="2147483680"/>
              <ac:spMk id="6" creationId="{4FA147B8-CE60-FA97-DC90-E97A9AB85804}"/>
            </ac:spMkLst>
          </pc:spChg>
          <pc:spChg chg="mod">
            <ac:chgData name="Guilherme da Costa Criscuolo" userId="ca8b11d29e1e8585" providerId="LiveId" clId="{E7E5DE29-60A4-4D58-A8C4-A0E1502ACE36}" dt="2026-07-29T15:46:20.706" v="1283" actId="1076"/>
            <ac:spMkLst>
              <pc:docMk/>
              <pc:sldMasterMk cId="1279804991" sldId="2147483648"/>
              <pc:sldLayoutMk cId="1405972149" sldId="2147483680"/>
              <ac:spMk id="7" creationId="{71D2058E-F98F-7CD7-FDA2-AA0AF51AC5AA}"/>
            </ac:spMkLst>
          </pc:spChg>
          <pc:spChg chg="mod">
            <ac:chgData name="Guilherme da Costa Criscuolo" userId="ca8b11d29e1e8585" providerId="LiveId" clId="{E7E5DE29-60A4-4D58-A8C4-A0E1502ACE36}" dt="2026-07-29T15:46:18.276" v="1282" actId="14100"/>
            <ac:spMkLst>
              <pc:docMk/>
              <pc:sldMasterMk cId="1279804991" sldId="2147483648"/>
              <pc:sldLayoutMk cId="1405972149" sldId="2147483680"/>
              <ac:spMk id="9" creationId="{218527A8-1E04-EFE1-C1EE-A5C8F2881C37}"/>
            </ac:spMkLst>
          </pc:spChg>
          <pc:spChg chg="mod">
            <ac:chgData name="Guilherme da Costa Criscuolo" userId="ca8b11d29e1e8585" providerId="LiveId" clId="{E7E5DE29-60A4-4D58-A8C4-A0E1502ACE36}" dt="2026-07-29T15:46:20.706" v="1283" actId="1076"/>
            <ac:spMkLst>
              <pc:docMk/>
              <pc:sldMasterMk cId="1279804991" sldId="2147483648"/>
              <pc:sldLayoutMk cId="1405972149" sldId="2147483680"/>
              <ac:spMk id="10" creationId="{201C56A8-F1F9-26E0-2519-99FC5A1B5DA6}"/>
            </ac:spMkLst>
          </pc:spChg>
          <pc:spChg chg="del">
            <ac:chgData name="Guilherme da Costa Criscuolo" userId="ca8b11d29e1e8585" providerId="LiveId" clId="{E7E5DE29-60A4-4D58-A8C4-A0E1502ACE36}" dt="2026-07-29T15:45:39.840" v="1268" actId="478"/>
            <ac:spMkLst>
              <pc:docMk/>
              <pc:sldMasterMk cId="1279804991" sldId="2147483648"/>
              <pc:sldLayoutMk cId="1405972149" sldId="2147483680"/>
              <ac:spMk id="14" creationId="{B35F0CD6-0D05-7F04-C331-F063639969FE}"/>
            </ac:spMkLst>
          </pc:spChg>
        </pc:sldLayoutChg>
        <pc:sldLayoutChg chg="modTransition">
          <pc:chgData name="Guilherme da Costa Criscuolo" userId="ca8b11d29e1e8585" providerId="LiveId" clId="{E7E5DE29-60A4-4D58-A8C4-A0E1502ACE36}" dt="2026-07-29T14:31:57.500" v="15"/>
          <pc:sldLayoutMkLst>
            <pc:docMk/>
            <pc:sldMasterMk cId="1279804991" sldId="2147483648"/>
            <pc:sldLayoutMk cId="1456213300" sldId="2147483680"/>
          </pc:sldLayoutMkLst>
        </pc:sldLayoutChg>
        <pc:sldLayoutChg chg="delSp modSp add mod ord modTransition addAnim delAnim modAnim">
          <pc:chgData name="Guilherme da Costa Criscuolo" userId="ca8b11d29e1e8585" providerId="LiveId" clId="{E7E5DE29-60A4-4D58-A8C4-A0E1502ACE36}" dt="2026-07-29T18:03:11.485" v="2808" actId="948"/>
          <pc:sldLayoutMkLst>
            <pc:docMk/>
            <pc:sldMasterMk cId="1279804991" sldId="2147483648"/>
            <pc:sldLayoutMk cId="1907547258" sldId="2147483681"/>
          </pc:sldLayoutMkLst>
          <pc:spChg chg="mod">
            <ac:chgData name="Guilherme da Costa Criscuolo" userId="ca8b11d29e1e8585" providerId="LiveId" clId="{E7E5DE29-60A4-4D58-A8C4-A0E1502ACE36}" dt="2026-07-29T18:02:21.790" v="2796" actId="948"/>
            <ac:spMkLst>
              <pc:docMk/>
              <pc:sldMasterMk cId="1279804991" sldId="2147483648"/>
              <pc:sldLayoutMk cId="1907547258" sldId="2147483681"/>
              <ac:spMk id="6" creationId="{4FA147B8-CE60-FA97-DC90-E97A9AB85804}"/>
            </ac:spMkLst>
          </pc:spChg>
          <pc:spChg chg="mod">
            <ac:chgData name="Guilherme da Costa Criscuolo" userId="ca8b11d29e1e8585" providerId="LiveId" clId="{E7E5DE29-60A4-4D58-A8C4-A0E1502ACE36}" dt="2026-07-29T18:03:06.828" v="2807" actId="948"/>
            <ac:spMkLst>
              <pc:docMk/>
              <pc:sldMasterMk cId="1279804991" sldId="2147483648"/>
              <pc:sldLayoutMk cId="1907547258" sldId="2147483681"/>
              <ac:spMk id="7" creationId="{71D2058E-F98F-7CD7-FDA2-AA0AF51AC5AA}"/>
            </ac:spMkLst>
          </pc:spChg>
          <pc:spChg chg="mod">
            <ac:chgData name="Guilherme da Costa Criscuolo" userId="ca8b11d29e1e8585" providerId="LiveId" clId="{E7E5DE29-60A4-4D58-A8C4-A0E1502ACE36}" dt="2026-07-29T18:03:11.485" v="2808" actId="948"/>
            <ac:spMkLst>
              <pc:docMk/>
              <pc:sldMasterMk cId="1279804991" sldId="2147483648"/>
              <pc:sldLayoutMk cId="1907547258" sldId="2147483681"/>
              <ac:spMk id="9" creationId="{218527A8-1E04-EFE1-C1EE-A5C8F2881C37}"/>
            </ac:spMkLst>
          </pc:spChg>
          <pc:spChg chg="del">
            <ac:chgData name="Guilherme da Costa Criscuolo" userId="ca8b11d29e1e8585" providerId="LiveId" clId="{E7E5DE29-60A4-4D58-A8C4-A0E1502ACE36}" dt="2026-07-29T15:46:34.362" v="1286" actId="478"/>
            <ac:spMkLst>
              <pc:docMk/>
              <pc:sldMasterMk cId="1279804991" sldId="2147483648"/>
              <pc:sldLayoutMk cId="1907547258" sldId="2147483681"/>
              <ac:spMk id="10" creationId="{201C56A8-F1F9-26E0-2519-99FC5A1B5DA6}"/>
            </ac:spMkLst>
          </pc:spChg>
          <pc:spChg chg="del">
            <ac:chgData name="Guilherme da Costa Criscuolo" userId="ca8b11d29e1e8585" providerId="LiveId" clId="{E7E5DE29-60A4-4D58-A8C4-A0E1502ACE36}" dt="2026-07-29T15:46:34.362" v="1286" actId="478"/>
            <ac:spMkLst>
              <pc:docMk/>
              <pc:sldMasterMk cId="1279804991" sldId="2147483648"/>
              <pc:sldLayoutMk cId="1907547258" sldId="2147483681"/>
              <ac:spMk id="14" creationId="{B35F0CD6-0D05-7F04-C331-F063639969FE}"/>
            </ac:spMkLst>
          </pc:spChg>
          <pc:spChg chg="del">
            <ac:chgData name="Guilherme da Costa Criscuolo" userId="ca8b11d29e1e8585" providerId="LiveId" clId="{E7E5DE29-60A4-4D58-A8C4-A0E1502ACE36}" dt="2026-07-29T15:46:34.362" v="1286" actId="478"/>
            <ac:spMkLst>
              <pc:docMk/>
              <pc:sldMasterMk cId="1279804991" sldId="2147483648"/>
              <pc:sldLayoutMk cId="1907547258" sldId="2147483681"/>
              <ac:spMk id="15" creationId="{F5FFF9EF-BA0F-9019-B9EC-A77919E685A6}"/>
            </ac:spMkLst>
          </pc:spChg>
        </pc:sldLayoutChg>
        <pc:sldLayoutChg chg="addSp delSp modSp add mod ord modTransition">
          <pc:chgData name="Guilherme da Costa Criscuolo" userId="ca8b11d29e1e8585" providerId="LiveId" clId="{E7E5DE29-60A4-4D58-A8C4-A0E1502ACE36}" dt="2026-07-29T18:05:19.906" v="2870" actId="404"/>
          <pc:sldLayoutMkLst>
            <pc:docMk/>
            <pc:sldMasterMk cId="1279804991" sldId="2147483648"/>
            <pc:sldLayoutMk cId="2713400849" sldId="2147483682"/>
          </pc:sldLayoutMkLst>
          <pc:spChg chg="mod">
            <ac:chgData name="Guilherme da Costa Criscuolo" userId="ca8b11d29e1e8585" providerId="LiveId" clId="{E7E5DE29-60A4-4D58-A8C4-A0E1502ACE36}" dt="2026-07-29T15:48:59.648" v="1323" actId="1076"/>
            <ac:spMkLst>
              <pc:docMk/>
              <pc:sldMasterMk cId="1279804991" sldId="2147483648"/>
              <pc:sldLayoutMk cId="2713400849" sldId="2147483682"/>
              <ac:spMk id="2" creationId="{6BE41CBC-FDB9-2557-B28C-B76B0CBE986E}"/>
            </ac:spMkLst>
          </pc:spChg>
          <pc:spChg chg="mod">
            <ac:chgData name="Guilherme da Costa Criscuolo" userId="ca8b11d29e1e8585" providerId="LiveId" clId="{E7E5DE29-60A4-4D58-A8C4-A0E1502ACE36}" dt="2026-07-29T18:05:19.906" v="2870" actId="404"/>
            <ac:spMkLst>
              <pc:docMk/>
              <pc:sldMasterMk cId="1279804991" sldId="2147483648"/>
              <pc:sldLayoutMk cId="2713400849" sldId="2147483682"/>
              <ac:spMk id="3" creationId="{C6BFB510-B88B-59F7-95A4-481D18046904}"/>
            </ac:spMkLst>
          </pc:spChg>
          <pc:spChg chg="add del">
            <ac:chgData name="Guilherme da Costa Criscuolo" userId="ca8b11d29e1e8585" providerId="LiveId" clId="{E7E5DE29-60A4-4D58-A8C4-A0E1502ACE36}" dt="2026-07-29T15:47:36.108" v="1297" actId="478"/>
            <ac:spMkLst>
              <pc:docMk/>
              <pc:sldMasterMk cId="1279804991" sldId="2147483648"/>
              <pc:sldLayoutMk cId="2713400849" sldId="2147483682"/>
              <ac:spMk id="5" creationId="{F4978242-1830-024B-0098-F76900675B38}"/>
            </ac:spMkLst>
          </pc:spChg>
          <pc:spChg chg="add mod ord">
            <ac:chgData name="Guilherme da Costa Criscuolo" userId="ca8b11d29e1e8585" providerId="LiveId" clId="{E7E5DE29-60A4-4D58-A8C4-A0E1502ACE36}" dt="2026-07-29T15:48:21.674" v="1312" actId="14100"/>
            <ac:spMkLst>
              <pc:docMk/>
              <pc:sldMasterMk cId="1279804991" sldId="2147483648"/>
              <pc:sldLayoutMk cId="2713400849" sldId="2147483682"/>
              <ac:spMk id="7" creationId="{BD05B29E-9C03-4195-471C-5AFE4BDD9A87}"/>
            </ac:spMkLst>
          </pc:spChg>
          <pc:spChg chg="del">
            <ac:chgData name="Guilherme da Costa Criscuolo" userId="ca8b11d29e1e8585" providerId="LiveId" clId="{E7E5DE29-60A4-4D58-A8C4-A0E1502ACE36}" dt="2026-07-29T15:47:32.656" v="1295" actId="478"/>
            <ac:spMkLst>
              <pc:docMk/>
              <pc:sldMasterMk cId="1279804991" sldId="2147483648"/>
              <pc:sldLayoutMk cId="2713400849" sldId="2147483682"/>
              <ac:spMk id="9" creationId="{A334D76B-050D-7EB6-01CC-18552E070CF8}"/>
            </ac:spMkLst>
          </pc:spChg>
          <pc:spChg chg="add mod">
            <ac:chgData name="Guilherme da Costa Criscuolo" userId="ca8b11d29e1e8585" providerId="LiveId" clId="{E7E5DE29-60A4-4D58-A8C4-A0E1502ACE36}" dt="2026-07-29T15:48:39.041" v="1316" actId="14100"/>
            <ac:spMkLst>
              <pc:docMk/>
              <pc:sldMasterMk cId="1279804991" sldId="2147483648"/>
              <pc:sldLayoutMk cId="2713400849" sldId="2147483682"/>
              <ac:spMk id="10" creationId="{10589E9E-1618-B4C2-1910-044E75846720}"/>
            </ac:spMkLst>
          </pc:spChg>
        </pc:sldLayoutChg>
        <pc:sldLayoutChg chg="addSp delSp modSp add mod modTransition">
          <pc:chgData name="Guilherme da Costa Criscuolo" userId="ca8b11d29e1e8585" providerId="LiveId" clId="{E7E5DE29-60A4-4D58-A8C4-A0E1502ACE36}" dt="2026-07-29T18:09:52.190" v="3000" actId="1035"/>
          <pc:sldLayoutMkLst>
            <pc:docMk/>
            <pc:sldMasterMk cId="1279804991" sldId="2147483648"/>
            <pc:sldLayoutMk cId="3252173507" sldId="2147483683"/>
          </pc:sldLayoutMkLst>
          <pc:spChg chg="del">
            <ac:chgData name="Guilherme da Costa Criscuolo" userId="ca8b11d29e1e8585" providerId="LiveId" clId="{E7E5DE29-60A4-4D58-A8C4-A0E1502ACE36}" dt="2026-07-29T15:49:18.258" v="1325" actId="478"/>
            <ac:spMkLst>
              <pc:docMk/>
              <pc:sldMasterMk cId="1279804991" sldId="2147483648"/>
              <pc:sldLayoutMk cId="3252173507" sldId="2147483683"/>
              <ac:spMk id="2" creationId="{6BE41CBC-FDB9-2557-B28C-B76B0CBE986E}"/>
            </ac:spMkLst>
          </pc:spChg>
          <pc:spChg chg="del">
            <ac:chgData name="Guilherme da Costa Criscuolo" userId="ca8b11d29e1e8585" providerId="LiveId" clId="{E7E5DE29-60A4-4D58-A8C4-A0E1502ACE36}" dt="2026-07-29T15:49:18.258" v="1325" actId="478"/>
            <ac:spMkLst>
              <pc:docMk/>
              <pc:sldMasterMk cId="1279804991" sldId="2147483648"/>
              <pc:sldLayoutMk cId="3252173507" sldId="2147483683"/>
              <ac:spMk id="3" creationId="{C6BFB510-B88B-59F7-95A4-481D18046904}"/>
            </ac:spMkLst>
          </pc:spChg>
          <pc:spChg chg="add mod">
            <ac:chgData name="Guilherme da Costa Criscuolo" userId="ca8b11d29e1e8585" providerId="LiveId" clId="{E7E5DE29-60A4-4D58-A8C4-A0E1502ACE36}" dt="2026-07-29T18:09:52.190" v="3000" actId="1035"/>
            <ac:spMkLst>
              <pc:docMk/>
              <pc:sldMasterMk cId="1279804991" sldId="2147483648"/>
              <pc:sldLayoutMk cId="3252173507" sldId="2147483683"/>
              <ac:spMk id="4" creationId="{5FBB690A-C3CB-22EE-1519-7D58305653C6}"/>
            </ac:spMkLst>
          </pc:spChg>
          <pc:spChg chg="add mod">
            <ac:chgData name="Guilherme da Costa Criscuolo" userId="ca8b11d29e1e8585" providerId="LiveId" clId="{E7E5DE29-60A4-4D58-A8C4-A0E1502ACE36}" dt="2026-07-29T18:09:52.190" v="3000" actId="1035"/>
            <ac:spMkLst>
              <pc:docMk/>
              <pc:sldMasterMk cId="1279804991" sldId="2147483648"/>
              <pc:sldLayoutMk cId="3252173507" sldId="2147483683"/>
              <ac:spMk id="5" creationId="{18D219B8-B689-7534-22E3-82CF1FB899AA}"/>
            </ac:spMkLst>
          </pc:spChg>
          <pc:spChg chg="add mod">
            <ac:chgData name="Guilherme da Costa Criscuolo" userId="ca8b11d29e1e8585" providerId="LiveId" clId="{E7E5DE29-60A4-4D58-A8C4-A0E1502ACE36}" dt="2026-07-29T18:09:52.190" v="3000" actId="1035"/>
            <ac:spMkLst>
              <pc:docMk/>
              <pc:sldMasterMk cId="1279804991" sldId="2147483648"/>
              <pc:sldLayoutMk cId="3252173507" sldId="2147483683"/>
              <ac:spMk id="6" creationId="{4037E5E6-F92D-0BEC-9E77-6CA92EF2853C}"/>
            </ac:spMkLst>
          </pc:spChg>
          <pc:spChg chg="mod">
            <ac:chgData name="Guilherme da Costa Criscuolo" userId="ca8b11d29e1e8585" providerId="LiveId" clId="{E7E5DE29-60A4-4D58-A8C4-A0E1502ACE36}" dt="2026-07-29T18:09:49.608" v="2996" actId="1076"/>
            <ac:spMkLst>
              <pc:docMk/>
              <pc:sldMasterMk cId="1279804991" sldId="2147483648"/>
              <pc:sldLayoutMk cId="3252173507" sldId="2147483683"/>
              <ac:spMk id="7" creationId="{BD05B29E-9C03-4195-471C-5AFE4BDD9A87}"/>
            </ac:spMkLst>
          </pc:spChg>
          <pc:spChg chg="add mod">
            <ac:chgData name="Guilherme da Costa Criscuolo" userId="ca8b11d29e1e8585" providerId="LiveId" clId="{E7E5DE29-60A4-4D58-A8C4-A0E1502ACE36}" dt="2026-07-29T18:09:52.190" v="3000" actId="1035"/>
            <ac:spMkLst>
              <pc:docMk/>
              <pc:sldMasterMk cId="1279804991" sldId="2147483648"/>
              <pc:sldLayoutMk cId="3252173507" sldId="2147483683"/>
              <ac:spMk id="9" creationId="{52A32967-C770-A9FE-9A3B-DA8D03B8A2BD}"/>
            </ac:spMkLst>
          </pc:spChg>
          <pc:spChg chg="del">
            <ac:chgData name="Guilherme da Costa Criscuolo" userId="ca8b11d29e1e8585" providerId="LiveId" clId="{E7E5DE29-60A4-4D58-A8C4-A0E1502ACE36}" dt="2026-07-29T15:49:18.258" v="1325" actId="478"/>
            <ac:spMkLst>
              <pc:docMk/>
              <pc:sldMasterMk cId="1279804991" sldId="2147483648"/>
              <pc:sldLayoutMk cId="3252173507" sldId="2147483683"/>
              <ac:spMk id="10" creationId="{10589E9E-1618-B4C2-1910-044E75846720}"/>
            </ac:spMkLst>
          </pc:spChg>
          <pc:spChg chg="add mod">
            <ac:chgData name="Guilherme da Costa Criscuolo" userId="ca8b11d29e1e8585" providerId="LiveId" clId="{E7E5DE29-60A4-4D58-A8C4-A0E1502ACE36}" dt="2026-07-29T18:09:52.190" v="3000" actId="1035"/>
            <ac:spMkLst>
              <pc:docMk/>
              <pc:sldMasterMk cId="1279804991" sldId="2147483648"/>
              <pc:sldLayoutMk cId="3252173507" sldId="2147483683"/>
              <ac:spMk id="14" creationId="{D06BF5E9-439C-6956-EA0B-FCD96DA9D672}"/>
            </ac:spMkLst>
          </pc:spChg>
          <pc:spChg chg="add mod">
            <ac:chgData name="Guilherme da Costa Criscuolo" userId="ca8b11d29e1e8585" providerId="LiveId" clId="{E7E5DE29-60A4-4D58-A8C4-A0E1502ACE36}" dt="2026-07-29T18:09:52.190" v="3000" actId="1035"/>
            <ac:spMkLst>
              <pc:docMk/>
              <pc:sldMasterMk cId="1279804991" sldId="2147483648"/>
              <pc:sldLayoutMk cId="3252173507" sldId="2147483683"/>
              <ac:spMk id="15" creationId="{6C476A5F-A5C1-2626-DCA4-A0BB1898DF0A}"/>
            </ac:spMkLst>
          </pc:spChg>
          <pc:spChg chg="add mod">
            <ac:chgData name="Guilherme da Costa Criscuolo" userId="ca8b11d29e1e8585" providerId="LiveId" clId="{E7E5DE29-60A4-4D58-A8C4-A0E1502ACE36}" dt="2026-07-29T18:09:52.190" v="3000" actId="1035"/>
            <ac:spMkLst>
              <pc:docMk/>
              <pc:sldMasterMk cId="1279804991" sldId="2147483648"/>
              <pc:sldLayoutMk cId="3252173507" sldId="2147483683"/>
              <ac:spMk id="16" creationId="{F7ACCA1D-FA11-CE9E-E6B5-38B1FDFC0A66}"/>
            </ac:spMkLst>
          </pc:spChg>
          <pc:spChg chg="add mod">
            <ac:chgData name="Guilherme da Costa Criscuolo" userId="ca8b11d29e1e8585" providerId="LiveId" clId="{E7E5DE29-60A4-4D58-A8C4-A0E1502ACE36}" dt="2026-07-29T18:09:52.190" v="3000" actId="1035"/>
            <ac:spMkLst>
              <pc:docMk/>
              <pc:sldMasterMk cId="1279804991" sldId="2147483648"/>
              <pc:sldLayoutMk cId="3252173507" sldId="2147483683"/>
              <ac:spMk id="17" creationId="{955192F3-F289-110D-AB02-E6DE00F57580}"/>
            </ac:spMkLst>
          </pc:spChg>
          <pc:spChg chg="add mod">
            <ac:chgData name="Guilherme da Costa Criscuolo" userId="ca8b11d29e1e8585" providerId="LiveId" clId="{E7E5DE29-60A4-4D58-A8C4-A0E1502ACE36}" dt="2026-07-29T18:09:52.190" v="3000" actId="1035"/>
            <ac:spMkLst>
              <pc:docMk/>
              <pc:sldMasterMk cId="1279804991" sldId="2147483648"/>
              <pc:sldLayoutMk cId="3252173507" sldId="2147483683"/>
              <ac:spMk id="18" creationId="{2F0DEFD0-C2CE-DD96-2043-84E7DDFC068E}"/>
            </ac:spMkLst>
          </pc:spChg>
          <pc:spChg chg="add mod">
            <ac:chgData name="Guilherme da Costa Criscuolo" userId="ca8b11d29e1e8585" providerId="LiveId" clId="{E7E5DE29-60A4-4D58-A8C4-A0E1502ACE36}" dt="2026-07-29T18:09:52.190" v="3000" actId="1035"/>
            <ac:spMkLst>
              <pc:docMk/>
              <pc:sldMasterMk cId="1279804991" sldId="2147483648"/>
              <pc:sldLayoutMk cId="3252173507" sldId="2147483683"/>
              <ac:spMk id="19" creationId="{A63C5BD2-F0A3-D09C-02C0-CE07D7DDA31B}"/>
            </ac:spMkLst>
          </pc:spChg>
          <pc:spChg chg="add mod">
            <ac:chgData name="Guilherme da Costa Criscuolo" userId="ca8b11d29e1e8585" providerId="LiveId" clId="{E7E5DE29-60A4-4D58-A8C4-A0E1502ACE36}" dt="2026-07-29T15:50:32.189" v="1338"/>
            <ac:spMkLst>
              <pc:docMk/>
              <pc:sldMasterMk cId="1279804991" sldId="2147483648"/>
              <pc:sldLayoutMk cId="3252173507" sldId="2147483683"/>
              <ac:spMk id="20" creationId="{F34AFE56-0AD6-7F1C-56A0-7011D2616659}"/>
            </ac:spMkLst>
          </pc:spChg>
        </pc:sldLayoutChg>
        <pc:sldLayoutChg chg="delSp modSp add mod ord modTransition">
          <pc:chgData name="Guilherme da Costa Criscuolo" userId="ca8b11d29e1e8585" providerId="LiveId" clId="{E7E5DE29-60A4-4D58-A8C4-A0E1502ACE36}" dt="2026-07-29T18:08:17.568" v="2978" actId="1076"/>
          <pc:sldLayoutMkLst>
            <pc:docMk/>
            <pc:sldMasterMk cId="1279804991" sldId="2147483648"/>
            <pc:sldLayoutMk cId="1097452608" sldId="2147483684"/>
          </pc:sldLayoutMkLst>
          <pc:spChg chg="mod">
            <ac:chgData name="Guilherme da Costa Criscuolo" userId="ca8b11d29e1e8585" providerId="LiveId" clId="{E7E5DE29-60A4-4D58-A8C4-A0E1502ACE36}" dt="2026-07-29T18:08:13.307" v="2975" actId="1035"/>
            <ac:spMkLst>
              <pc:docMk/>
              <pc:sldMasterMk cId="1279804991" sldId="2147483648"/>
              <pc:sldLayoutMk cId="1097452608" sldId="2147483684"/>
              <ac:spMk id="4" creationId="{5FBB690A-C3CB-22EE-1519-7D58305653C6}"/>
            </ac:spMkLst>
          </pc:spChg>
          <pc:spChg chg="mod">
            <ac:chgData name="Guilherme da Costa Criscuolo" userId="ca8b11d29e1e8585" providerId="LiveId" clId="{E7E5DE29-60A4-4D58-A8C4-A0E1502ACE36}" dt="2026-07-29T18:08:17.568" v="2978" actId="1076"/>
            <ac:spMkLst>
              <pc:docMk/>
              <pc:sldMasterMk cId="1279804991" sldId="2147483648"/>
              <pc:sldLayoutMk cId="1097452608" sldId="2147483684"/>
              <ac:spMk id="5" creationId="{18D219B8-B689-7534-22E3-82CF1FB899AA}"/>
            </ac:spMkLst>
          </pc:spChg>
          <pc:spChg chg="mod">
            <ac:chgData name="Guilherme da Costa Criscuolo" userId="ca8b11d29e1e8585" providerId="LiveId" clId="{E7E5DE29-60A4-4D58-A8C4-A0E1502ACE36}" dt="2026-07-29T18:08:17.568" v="2978" actId="1076"/>
            <ac:spMkLst>
              <pc:docMk/>
              <pc:sldMasterMk cId="1279804991" sldId="2147483648"/>
              <pc:sldLayoutMk cId="1097452608" sldId="2147483684"/>
              <ac:spMk id="6" creationId="{4037E5E6-F92D-0BEC-9E77-6CA92EF2853C}"/>
            </ac:spMkLst>
          </pc:spChg>
          <pc:spChg chg="mod">
            <ac:chgData name="Guilherme da Costa Criscuolo" userId="ca8b11d29e1e8585" providerId="LiveId" clId="{E7E5DE29-60A4-4D58-A8C4-A0E1502ACE36}" dt="2026-07-29T18:08:15.170" v="2977" actId="1076"/>
            <ac:spMkLst>
              <pc:docMk/>
              <pc:sldMasterMk cId="1279804991" sldId="2147483648"/>
              <pc:sldLayoutMk cId="1097452608" sldId="2147483684"/>
              <ac:spMk id="7" creationId="{BD05B29E-9C03-4195-471C-5AFE4BDD9A87}"/>
            </ac:spMkLst>
          </pc:spChg>
          <pc:spChg chg="mod">
            <ac:chgData name="Guilherme da Costa Criscuolo" userId="ca8b11d29e1e8585" providerId="LiveId" clId="{E7E5DE29-60A4-4D58-A8C4-A0E1502ACE36}" dt="2026-07-29T18:08:17.568" v="2978" actId="1076"/>
            <ac:spMkLst>
              <pc:docMk/>
              <pc:sldMasterMk cId="1279804991" sldId="2147483648"/>
              <pc:sldLayoutMk cId="1097452608" sldId="2147483684"/>
              <ac:spMk id="9" creationId="{52A32967-C770-A9FE-9A3B-DA8D03B8A2BD}"/>
            </ac:spMkLst>
          </pc:spChg>
          <pc:spChg chg="mod">
            <ac:chgData name="Guilherme da Costa Criscuolo" userId="ca8b11d29e1e8585" providerId="LiveId" clId="{E7E5DE29-60A4-4D58-A8C4-A0E1502ACE36}" dt="2026-07-29T18:08:17.568" v="2978" actId="1076"/>
            <ac:spMkLst>
              <pc:docMk/>
              <pc:sldMasterMk cId="1279804991" sldId="2147483648"/>
              <pc:sldLayoutMk cId="1097452608" sldId="2147483684"/>
              <ac:spMk id="14" creationId="{D06BF5E9-439C-6956-EA0B-FCD96DA9D672}"/>
            </ac:spMkLst>
          </pc:spChg>
          <pc:spChg chg="mod">
            <ac:chgData name="Guilherme da Costa Criscuolo" userId="ca8b11d29e1e8585" providerId="LiveId" clId="{E7E5DE29-60A4-4D58-A8C4-A0E1502ACE36}" dt="2026-07-29T18:08:17.568" v="2978" actId="1076"/>
            <ac:spMkLst>
              <pc:docMk/>
              <pc:sldMasterMk cId="1279804991" sldId="2147483648"/>
              <pc:sldLayoutMk cId="1097452608" sldId="2147483684"/>
              <ac:spMk id="15" creationId="{6C476A5F-A5C1-2626-DCA4-A0BB1898DF0A}"/>
            </ac:spMkLst>
          </pc:spChg>
          <pc:spChg chg="mod">
            <ac:chgData name="Guilherme da Costa Criscuolo" userId="ca8b11d29e1e8585" providerId="LiveId" clId="{E7E5DE29-60A4-4D58-A8C4-A0E1502ACE36}" dt="2026-07-29T18:08:17.568" v="2978" actId="1076"/>
            <ac:spMkLst>
              <pc:docMk/>
              <pc:sldMasterMk cId="1279804991" sldId="2147483648"/>
              <pc:sldLayoutMk cId="1097452608" sldId="2147483684"/>
              <ac:spMk id="16" creationId="{F7ACCA1D-FA11-CE9E-E6B5-38B1FDFC0A66}"/>
            </ac:spMkLst>
          </pc:spChg>
          <pc:spChg chg="del">
            <ac:chgData name="Guilherme da Costa Criscuolo" userId="ca8b11d29e1e8585" providerId="LiveId" clId="{E7E5DE29-60A4-4D58-A8C4-A0E1502ACE36}" dt="2026-07-29T15:50:46.811" v="1341" actId="478"/>
            <ac:spMkLst>
              <pc:docMk/>
              <pc:sldMasterMk cId="1279804991" sldId="2147483648"/>
              <pc:sldLayoutMk cId="1097452608" sldId="2147483684"/>
              <ac:spMk id="17" creationId="{955192F3-F289-110D-AB02-E6DE00F57580}"/>
            </ac:spMkLst>
          </pc:spChg>
          <pc:spChg chg="del">
            <ac:chgData name="Guilherme da Costa Criscuolo" userId="ca8b11d29e1e8585" providerId="LiveId" clId="{E7E5DE29-60A4-4D58-A8C4-A0E1502ACE36}" dt="2026-07-29T15:50:46.811" v="1341" actId="478"/>
            <ac:spMkLst>
              <pc:docMk/>
              <pc:sldMasterMk cId="1279804991" sldId="2147483648"/>
              <pc:sldLayoutMk cId="1097452608" sldId="2147483684"/>
              <ac:spMk id="18" creationId="{2F0DEFD0-C2CE-DD96-2043-84E7DDFC068E}"/>
            </ac:spMkLst>
          </pc:spChg>
          <pc:spChg chg="del">
            <ac:chgData name="Guilherme da Costa Criscuolo" userId="ca8b11d29e1e8585" providerId="LiveId" clId="{E7E5DE29-60A4-4D58-A8C4-A0E1502ACE36}" dt="2026-07-29T15:50:46.811" v="1341" actId="478"/>
            <ac:spMkLst>
              <pc:docMk/>
              <pc:sldMasterMk cId="1279804991" sldId="2147483648"/>
              <pc:sldLayoutMk cId="1097452608" sldId="2147483684"/>
              <ac:spMk id="19" creationId="{A63C5BD2-F0A3-D09C-02C0-CE07D7DDA31B}"/>
            </ac:spMkLst>
          </pc:spChg>
        </pc:sldLayoutChg>
        <pc:sldLayoutChg chg="addSp delSp modSp add mod ord modTransition">
          <pc:chgData name="Guilherme da Costa Criscuolo" userId="ca8b11d29e1e8585" providerId="LiveId" clId="{E7E5DE29-60A4-4D58-A8C4-A0E1502ACE36}" dt="2026-07-29T16:37:08.803" v="2215" actId="207"/>
          <pc:sldLayoutMkLst>
            <pc:docMk/>
            <pc:sldMasterMk cId="1279804991" sldId="2147483648"/>
            <pc:sldLayoutMk cId="141692377" sldId="2147483685"/>
          </pc:sldLayoutMkLst>
          <pc:spChg chg="add mod">
            <ac:chgData name="Guilherme da Costa Criscuolo" userId="ca8b11d29e1e8585" providerId="LiveId" clId="{E7E5DE29-60A4-4D58-A8C4-A0E1502ACE36}" dt="2026-07-29T15:52:08.158" v="1360" actId="14100"/>
            <ac:spMkLst>
              <pc:docMk/>
              <pc:sldMasterMk cId="1279804991" sldId="2147483648"/>
              <pc:sldLayoutMk cId="141692377" sldId="2147483685"/>
              <ac:spMk id="3" creationId="{3C7AB06C-ECF4-3D26-CC28-0ED3011AB620}"/>
            </ac:spMkLst>
          </pc:spChg>
          <pc:spChg chg="mod">
            <ac:chgData name="Guilherme da Costa Criscuolo" userId="ca8b11d29e1e8585" providerId="LiveId" clId="{E7E5DE29-60A4-4D58-A8C4-A0E1502ACE36}" dt="2026-07-29T16:37:08.803" v="2215" actId="207"/>
            <ac:spMkLst>
              <pc:docMk/>
              <pc:sldMasterMk cId="1279804991" sldId="2147483648"/>
              <pc:sldLayoutMk cId="141692377" sldId="2147483685"/>
              <ac:spMk id="21" creationId="{42652471-1B40-279E-6DD4-11C315B6CFB1}"/>
            </ac:spMkLst>
          </pc:spChg>
          <pc:spChg chg="del">
            <ac:chgData name="Guilherme da Costa Criscuolo" userId="ca8b11d29e1e8585" providerId="LiveId" clId="{E7E5DE29-60A4-4D58-A8C4-A0E1502ACE36}" dt="2026-07-29T15:51:42.995" v="1352" actId="478"/>
            <ac:spMkLst>
              <pc:docMk/>
              <pc:sldMasterMk cId="1279804991" sldId="2147483648"/>
              <pc:sldLayoutMk cId="141692377" sldId="2147483685"/>
              <ac:spMk id="26" creationId="{293ADA49-EDA0-93DE-648A-E760B89F67E6}"/>
            </ac:spMkLst>
          </pc:spChg>
          <pc:spChg chg="del">
            <ac:chgData name="Guilherme da Costa Criscuolo" userId="ca8b11d29e1e8585" providerId="LiveId" clId="{E7E5DE29-60A4-4D58-A8C4-A0E1502ACE36}" dt="2026-07-29T15:51:42.995" v="1352" actId="478"/>
            <ac:spMkLst>
              <pc:docMk/>
              <pc:sldMasterMk cId="1279804991" sldId="2147483648"/>
              <pc:sldLayoutMk cId="141692377" sldId="2147483685"/>
              <ac:spMk id="27" creationId="{7142B089-B0FB-97D0-B46E-0A79762B62FA}"/>
            </ac:spMkLst>
          </pc:spChg>
          <pc:spChg chg="del">
            <ac:chgData name="Guilherme da Costa Criscuolo" userId="ca8b11d29e1e8585" providerId="LiveId" clId="{E7E5DE29-60A4-4D58-A8C4-A0E1502ACE36}" dt="2026-07-29T15:51:42.995" v="1352" actId="478"/>
            <ac:spMkLst>
              <pc:docMk/>
              <pc:sldMasterMk cId="1279804991" sldId="2147483648"/>
              <pc:sldLayoutMk cId="141692377" sldId="2147483685"/>
              <ac:spMk id="28" creationId="{1842380A-8755-8E4D-7B0A-7F3A00EBDE55}"/>
            </ac:spMkLst>
          </pc:spChg>
          <pc:spChg chg="del">
            <ac:chgData name="Guilherme da Costa Criscuolo" userId="ca8b11d29e1e8585" providerId="LiveId" clId="{E7E5DE29-60A4-4D58-A8C4-A0E1502ACE36}" dt="2026-07-29T15:51:42.995" v="1352" actId="478"/>
            <ac:spMkLst>
              <pc:docMk/>
              <pc:sldMasterMk cId="1279804991" sldId="2147483648"/>
              <pc:sldLayoutMk cId="141692377" sldId="2147483685"/>
              <ac:spMk id="29" creationId="{D3B5CAB6-96A4-5F7D-9748-D70BDA46DE80}"/>
            </ac:spMkLst>
          </pc:spChg>
          <pc:spChg chg="del">
            <ac:chgData name="Guilherme da Costa Criscuolo" userId="ca8b11d29e1e8585" providerId="LiveId" clId="{E7E5DE29-60A4-4D58-A8C4-A0E1502ACE36}" dt="2026-07-29T15:51:42.995" v="1352" actId="478"/>
            <ac:spMkLst>
              <pc:docMk/>
              <pc:sldMasterMk cId="1279804991" sldId="2147483648"/>
              <pc:sldLayoutMk cId="141692377" sldId="2147483685"/>
              <ac:spMk id="30" creationId="{4E1524F9-014F-984F-6C98-A8AA961A4FF8}"/>
            </ac:spMkLst>
          </pc:spChg>
          <pc:spChg chg="del">
            <ac:chgData name="Guilherme da Costa Criscuolo" userId="ca8b11d29e1e8585" providerId="LiveId" clId="{E7E5DE29-60A4-4D58-A8C4-A0E1502ACE36}" dt="2026-07-29T15:51:42.995" v="1352" actId="478"/>
            <ac:spMkLst>
              <pc:docMk/>
              <pc:sldMasterMk cId="1279804991" sldId="2147483648"/>
              <pc:sldLayoutMk cId="141692377" sldId="2147483685"/>
              <ac:spMk id="32" creationId="{092F6391-A3D3-A980-E712-ECEC0DCBF35B}"/>
            </ac:spMkLst>
          </pc:spChg>
          <pc:spChg chg="del">
            <ac:chgData name="Guilherme da Costa Criscuolo" userId="ca8b11d29e1e8585" providerId="LiveId" clId="{E7E5DE29-60A4-4D58-A8C4-A0E1502ACE36}" dt="2026-07-29T15:51:42.995" v="1352" actId="478"/>
            <ac:spMkLst>
              <pc:docMk/>
              <pc:sldMasterMk cId="1279804991" sldId="2147483648"/>
              <pc:sldLayoutMk cId="141692377" sldId="2147483685"/>
              <ac:spMk id="33" creationId="{25756CA6-B8FC-B74A-BF3D-148C45CFAAB2}"/>
            </ac:spMkLst>
          </pc:spChg>
          <pc:spChg chg="del">
            <ac:chgData name="Guilherme da Costa Criscuolo" userId="ca8b11d29e1e8585" providerId="LiveId" clId="{E7E5DE29-60A4-4D58-A8C4-A0E1502ACE36}" dt="2026-07-29T15:51:42.995" v="1352" actId="478"/>
            <ac:spMkLst>
              <pc:docMk/>
              <pc:sldMasterMk cId="1279804991" sldId="2147483648"/>
              <pc:sldLayoutMk cId="141692377" sldId="2147483685"/>
              <ac:spMk id="34" creationId="{917FC540-5FDA-503D-EDE4-4C420128BEA3}"/>
            </ac:spMkLst>
          </pc:spChg>
          <pc:spChg chg="del">
            <ac:chgData name="Guilherme da Costa Criscuolo" userId="ca8b11d29e1e8585" providerId="LiveId" clId="{E7E5DE29-60A4-4D58-A8C4-A0E1502ACE36}" dt="2026-07-29T15:51:42.995" v="1352" actId="478"/>
            <ac:spMkLst>
              <pc:docMk/>
              <pc:sldMasterMk cId="1279804991" sldId="2147483648"/>
              <pc:sldLayoutMk cId="141692377" sldId="2147483685"/>
              <ac:spMk id="35" creationId="{F5CCA2FE-7D75-E530-556E-66F79649AAB8}"/>
            </ac:spMkLst>
          </pc:spChg>
          <pc:spChg chg="del">
            <ac:chgData name="Guilherme da Costa Criscuolo" userId="ca8b11d29e1e8585" providerId="LiveId" clId="{E7E5DE29-60A4-4D58-A8C4-A0E1502ACE36}" dt="2026-07-29T15:51:42.995" v="1352" actId="478"/>
            <ac:spMkLst>
              <pc:docMk/>
              <pc:sldMasterMk cId="1279804991" sldId="2147483648"/>
              <pc:sldLayoutMk cId="141692377" sldId="2147483685"/>
              <ac:spMk id="37" creationId="{C3E4CF26-7B06-5998-DD64-B9E5443AC1A7}"/>
            </ac:spMkLst>
          </pc:spChg>
        </pc:sldLayoutChg>
        <pc:sldLayoutChg chg="addSp delSp modSp add mod modTransition">
          <pc:chgData name="Guilherme da Costa Criscuolo" userId="ca8b11d29e1e8585" providerId="LiveId" clId="{E7E5DE29-60A4-4D58-A8C4-A0E1502ACE36}" dt="2026-07-29T16:37:10.838" v="2216" actId="207"/>
          <pc:sldLayoutMkLst>
            <pc:docMk/>
            <pc:sldMasterMk cId="1279804991" sldId="2147483648"/>
            <pc:sldLayoutMk cId="1309255305" sldId="2147483686"/>
          </pc:sldLayoutMkLst>
          <pc:spChg chg="del">
            <ac:chgData name="Guilherme da Costa Criscuolo" userId="ca8b11d29e1e8585" providerId="LiveId" clId="{E7E5DE29-60A4-4D58-A8C4-A0E1502ACE36}" dt="2026-07-29T15:52:35.156" v="1362" actId="478"/>
            <ac:spMkLst>
              <pc:docMk/>
              <pc:sldMasterMk cId="1279804991" sldId="2147483648"/>
              <pc:sldLayoutMk cId="1309255305" sldId="2147483686"/>
              <ac:spMk id="3" creationId="{3C7AB06C-ECF4-3D26-CC28-0ED3011AB620}"/>
            </ac:spMkLst>
          </pc:spChg>
          <pc:spChg chg="add mod">
            <ac:chgData name="Guilherme da Costa Criscuolo" userId="ca8b11d29e1e8585" providerId="LiveId" clId="{E7E5DE29-60A4-4D58-A8C4-A0E1502ACE36}" dt="2026-07-29T15:52:52.544" v="1366" actId="11530"/>
            <ac:spMkLst>
              <pc:docMk/>
              <pc:sldMasterMk cId="1279804991" sldId="2147483648"/>
              <pc:sldLayoutMk cId="1309255305" sldId="2147483686"/>
              <ac:spMk id="5" creationId="{4047E8BD-C424-36CE-FBC8-58F0D85BD3D7}"/>
            </ac:spMkLst>
          </pc:spChg>
          <pc:spChg chg="add mod">
            <ac:chgData name="Guilherme da Costa Criscuolo" userId="ca8b11d29e1e8585" providerId="LiveId" clId="{E7E5DE29-60A4-4D58-A8C4-A0E1502ACE36}" dt="2026-07-29T15:53:31.181" v="1381" actId="14100"/>
            <ac:spMkLst>
              <pc:docMk/>
              <pc:sldMasterMk cId="1279804991" sldId="2147483648"/>
              <pc:sldLayoutMk cId="1309255305" sldId="2147483686"/>
              <ac:spMk id="6" creationId="{07D42817-3DB9-360E-079A-8822F1276893}"/>
            </ac:spMkLst>
          </pc:spChg>
          <pc:spChg chg="add mod">
            <ac:chgData name="Guilherme da Costa Criscuolo" userId="ca8b11d29e1e8585" providerId="LiveId" clId="{E7E5DE29-60A4-4D58-A8C4-A0E1502ACE36}" dt="2026-07-29T15:53:31.181" v="1381" actId="14100"/>
            <ac:spMkLst>
              <pc:docMk/>
              <pc:sldMasterMk cId="1279804991" sldId="2147483648"/>
              <pc:sldLayoutMk cId="1309255305" sldId="2147483686"/>
              <ac:spMk id="7" creationId="{5DB10C55-5C6A-309E-C015-CD30F3E4D002}"/>
            </ac:spMkLst>
          </pc:spChg>
          <pc:spChg chg="mod">
            <ac:chgData name="Guilherme da Costa Criscuolo" userId="ca8b11d29e1e8585" providerId="LiveId" clId="{E7E5DE29-60A4-4D58-A8C4-A0E1502ACE36}" dt="2026-07-29T16:37:10.838" v="2216" actId="207"/>
            <ac:spMkLst>
              <pc:docMk/>
              <pc:sldMasterMk cId="1279804991" sldId="2147483648"/>
              <pc:sldLayoutMk cId="1309255305" sldId="2147483686"/>
              <ac:spMk id="21" creationId="{42652471-1B40-279E-6DD4-11C315B6CFB1}"/>
            </ac:spMkLst>
          </pc:spChg>
        </pc:sldLayoutChg>
        <pc:sldLayoutChg chg="addSp delSp modSp add mod modTransition">
          <pc:chgData name="Guilherme da Costa Criscuolo" userId="ca8b11d29e1e8585" providerId="LiveId" clId="{E7E5DE29-60A4-4D58-A8C4-A0E1502ACE36}" dt="2026-07-29T18:25:43.834" v="3354" actId="14100"/>
          <pc:sldLayoutMkLst>
            <pc:docMk/>
            <pc:sldMasterMk cId="1279804991" sldId="2147483648"/>
            <pc:sldLayoutMk cId="669599012" sldId="2147483687"/>
          </pc:sldLayoutMkLst>
          <pc:spChg chg="del">
            <ac:chgData name="Guilherme da Costa Criscuolo" userId="ca8b11d29e1e8585" providerId="LiveId" clId="{E7E5DE29-60A4-4D58-A8C4-A0E1502ACE36}" dt="2026-07-29T15:54:08.853" v="1383" actId="478"/>
            <ac:spMkLst>
              <pc:docMk/>
              <pc:sldMasterMk cId="1279804991" sldId="2147483648"/>
              <pc:sldLayoutMk cId="669599012" sldId="2147483687"/>
              <ac:spMk id="5" creationId="{4047E8BD-C424-36CE-FBC8-58F0D85BD3D7}"/>
            </ac:spMkLst>
          </pc:spChg>
          <pc:spChg chg="del">
            <ac:chgData name="Guilherme da Costa Criscuolo" userId="ca8b11d29e1e8585" providerId="LiveId" clId="{E7E5DE29-60A4-4D58-A8C4-A0E1502ACE36}" dt="2026-07-29T15:54:08.853" v="1383" actId="478"/>
            <ac:spMkLst>
              <pc:docMk/>
              <pc:sldMasterMk cId="1279804991" sldId="2147483648"/>
              <pc:sldLayoutMk cId="669599012" sldId="2147483687"/>
              <ac:spMk id="6" creationId="{07D42817-3DB9-360E-079A-8822F1276893}"/>
            </ac:spMkLst>
          </pc:spChg>
          <pc:spChg chg="del">
            <ac:chgData name="Guilherme da Costa Criscuolo" userId="ca8b11d29e1e8585" providerId="LiveId" clId="{E7E5DE29-60A4-4D58-A8C4-A0E1502ACE36}" dt="2026-07-29T15:54:08.853" v="1383" actId="478"/>
            <ac:spMkLst>
              <pc:docMk/>
              <pc:sldMasterMk cId="1279804991" sldId="2147483648"/>
              <pc:sldLayoutMk cId="669599012" sldId="2147483687"/>
              <ac:spMk id="7" creationId="{5DB10C55-5C6A-309E-C015-CD30F3E4D002}"/>
            </ac:spMkLst>
          </pc:spChg>
          <pc:spChg chg="mod">
            <ac:chgData name="Guilherme da Costa Criscuolo" userId="ca8b11d29e1e8585" providerId="LiveId" clId="{E7E5DE29-60A4-4D58-A8C4-A0E1502ACE36}" dt="2026-07-29T16:00:41.092" v="1521" actId="1076"/>
            <ac:spMkLst>
              <pc:docMk/>
              <pc:sldMasterMk cId="1279804991" sldId="2147483648"/>
              <pc:sldLayoutMk cId="669599012" sldId="2147483687"/>
              <ac:spMk id="8" creationId="{4F2366D2-A53F-5D79-BE94-1292E0082157}"/>
            </ac:spMkLst>
          </pc:spChg>
          <pc:spChg chg="add del mod">
            <ac:chgData name="Guilherme da Costa Criscuolo" userId="ca8b11d29e1e8585" providerId="LiveId" clId="{E7E5DE29-60A4-4D58-A8C4-A0E1502ACE36}" dt="2026-07-29T15:54:43.594" v="1392" actId="478"/>
            <ac:spMkLst>
              <pc:docMk/>
              <pc:sldMasterMk cId="1279804991" sldId="2147483648"/>
              <pc:sldLayoutMk cId="669599012" sldId="2147483687"/>
              <ac:spMk id="10" creationId="{7062B70E-2DFA-EA6B-13D9-85A2795046CA}"/>
            </ac:spMkLst>
          </pc:spChg>
          <pc:spChg chg="add del mod">
            <ac:chgData name="Guilherme da Costa Criscuolo" userId="ca8b11d29e1e8585" providerId="LiveId" clId="{E7E5DE29-60A4-4D58-A8C4-A0E1502ACE36}" dt="2026-07-29T15:55:35.397" v="1413" actId="478"/>
            <ac:spMkLst>
              <pc:docMk/>
              <pc:sldMasterMk cId="1279804991" sldId="2147483648"/>
              <pc:sldLayoutMk cId="669599012" sldId="2147483687"/>
              <ac:spMk id="14" creationId="{BB7FC6EC-A0B8-8EBF-9D29-4B2100B87EB9}"/>
            </ac:spMkLst>
          </pc:spChg>
          <pc:spChg chg="add mod">
            <ac:chgData name="Guilherme da Costa Criscuolo" userId="ca8b11d29e1e8585" providerId="LiveId" clId="{E7E5DE29-60A4-4D58-A8C4-A0E1502ACE36}" dt="2026-07-29T18:18:26.321" v="3243" actId="14100"/>
            <ac:spMkLst>
              <pc:docMk/>
              <pc:sldMasterMk cId="1279804991" sldId="2147483648"/>
              <pc:sldLayoutMk cId="669599012" sldId="2147483687"/>
              <ac:spMk id="16" creationId="{0372A52D-F1A8-5936-6E45-8A9D0637D760}"/>
            </ac:spMkLst>
          </pc:spChg>
          <pc:spChg chg="add del">
            <ac:chgData name="Guilherme da Costa Criscuolo" userId="ca8b11d29e1e8585" providerId="LiveId" clId="{E7E5DE29-60A4-4D58-A8C4-A0E1502ACE36}" dt="2026-07-29T15:55:35.397" v="1413" actId="478"/>
            <ac:spMkLst>
              <pc:docMk/>
              <pc:sldMasterMk cId="1279804991" sldId="2147483648"/>
              <pc:sldLayoutMk cId="669599012" sldId="2147483687"/>
              <ac:spMk id="18" creationId="{93485452-7F85-CF34-6548-8E67F7A27F8B}"/>
            </ac:spMkLst>
          </pc:spChg>
          <pc:spChg chg="add mod">
            <ac:chgData name="Guilherme da Costa Criscuolo" userId="ca8b11d29e1e8585" providerId="LiveId" clId="{E7E5DE29-60A4-4D58-A8C4-A0E1502ACE36}" dt="2026-07-29T18:18:26.321" v="3243" actId="14100"/>
            <ac:spMkLst>
              <pc:docMk/>
              <pc:sldMasterMk cId="1279804991" sldId="2147483648"/>
              <pc:sldLayoutMk cId="669599012" sldId="2147483687"/>
              <ac:spMk id="20" creationId="{846DA417-FACE-12DA-9258-AFBED6A43906}"/>
            </ac:spMkLst>
          </pc:spChg>
          <pc:spChg chg="mod">
            <ac:chgData name="Guilherme da Costa Criscuolo" userId="ca8b11d29e1e8585" providerId="LiveId" clId="{E7E5DE29-60A4-4D58-A8C4-A0E1502ACE36}" dt="2026-07-29T16:37:31.225" v="2225" actId="207"/>
            <ac:spMkLst>
              <pc:docMk/>
              <pc:sldMasterMk cId="1279804991" sldId="2147483648"/>
              <pc:sldLayoutMk cId="669599012" sldId="2147483687"/>
              <ac:spMk id="21" creationId="{42652471-1B40-279E-6DD4-11C315B6CFB1}"/>
            </ac:spMkLst>
          </pc:spChg>
          <pc:spChg chg="add mod">
            <ac:chgData name="Guilherme da Costa Criscuolo" userId="ca8b11d29e1e8585" providerId="LiveId" clId="{E7E5DE29-60A4-4D58-A8C4-A0E1502ACE36}" dt="2026-07-29T18:18:26.321" v="3243" actId="14100"/>
            <ac:spMkLst>
              <pc:docMk/>
              <pc:sldMasterMk cId="1279804991" sldId="2147483648"/>
              <pc:sldLayoutMk cId="669599012" sldId="2147483687"/>
              <ac:spMk id="23" creationId="{5B28F855-44B5-8B65-3145-F56D6BB0A858}"/>
            </ac:spMkLst>
          </pc:spChg>
          <pc:spChg chg="add mod">
            <ac:chgData name="Guilherme da Costa Criscuolo" userId="ca8b11d29e1e8585" providerId="LiveId" clId="{E7E5DE29-60A4-4D58-A8C4-A0E1502ACE36}" dt="2026-07-29T18:18:26.321" v="3243" actId="14100"/>
            <ac:spMkLst>
              <pc:docMk/>
              <pc:sldMasterMk cId="1279804991" sldId="2147483648"/>
              <pc:sldLayoutMk cId="669599012" sldId="2147483687"/>
              <ac:spMk id="25" creationId="{4F5B1AC3-0D47-5608-E2FF-B34B93478C80}"/>
            </ac:spMkLst>
          </pc:spChg>
          <pc:spChg chg="add mod">
            <ac:chgData name="Guilherme da Costa Criscuolo" userId="ca8b11d29e1e8585" providerId="LiveId" clId="{E7E5DE29-60A4-4D58-A8C4-A0E1502ACE36}" dt="2026-07-29T18:18:26.321" v="3243" actId="14100"/>
            <ac:spMkLst>
              <pc:docMk/>
              <pc:sldMasterMk cId="1279804991" sldId="2147483648"/>
              <pc:sldLayoutMk cId="669599012" sldId="2147483687"/>
              <ac:spMk id="27" creationId="{AA2EC304-7E7D-846B-84CD-5DFA1677CB16}"/>
            </ac:spMkLst>
          </pc:spChg>
          <pc:spChg chg="add mod">
            <ac:chgData name="Guilherme da Costa Criscuolo" userId="ca8b11d29e1e8585" providerId="LiveId" clId="{E7E5DE29-60A4-4D58-A8C4-A0E1502ACE36}" dt="2026-07-29T18:18:26.321" v="3243" actId="14100"/>
            <ac:spMkLst>
              <pc:docMk/>
              <pc:sldMasterMk cId="1279804991" sldId="2147483648"/>
              <pc:sldLayoutMk cId="669599012" sldId="2147483687"/>
              <ac:spMk id="29" creationId="{8721FAE4-76B5-8520-63D3-537E9853A1B7}"/>
            </ac:spMkLst>
          </pc:spChg>
          <pc:spChg chg="add mod">
            <ac:chgData name="Guilherme da Costa Criscuolo" userId="ca8b11d29e1e8585" providerId="LiveId" clId="{E7E5DE29-60A4-4D58-A8C4-A0E1502ACE36}" dt="2026-07-29T18:18:26.321" v="3243" actId="14100"/>
            <ac:spMkLst>
              <pc:docMk/>
              <pc:sldMasterMk cId="1279804991" sldId="2147483648"/>
              <pc:sldLayoutMk cId="669599012" sldId="2147483687"/>
              <ac:spMk id="31" creationId="{18026DEF-9BD3-EAD4-C436-6D0DD7BBF233}"/>
            </ac:spMkLst>
          </pc:spChg>
          <pc:spChg chg="add mod">
            <ac:chgData name="Guilherme da Costa Criscuolo" userId="ca8b11d29e1e8585" providerId="LiveId" clId="{E7E5DE29-60A4-4D58-A8C4-A0E1502ACE36}" dt="2026-07-29T18:18:26.321" v="3243" actId="14100"/>
            <ac:spMkLst>
              <pc:docMk/>
              <pc:sldMasterMk cId="1279804991" sldId="2147483648"/>
              <pc:sldLayoutMk cId="669599012" sldId="2147483687"/>
              <ac:spMk id="33" creationId="{2218926F-C771-32B9-A8A5-FB84146130E4}"/>
            </ac:spMkLst>
          </pc:spChg>
          <pc:spChg chg="add mod">
            <ac:chgData name="Guilherme da Costa Criscuolo" userId="ca8b11d29e1e8585" providerId="LiveId" clId="{E7E5DE29-60A4-4D58-A8C4-A0E1502ACE36}" dt="2026-07-29T18:18:26.321" v="3243" actId="14100"/>
            <ac:spMkLst>
              <pc:docMk/>
              <pc:sldMasterMk cId="1279804991" sldId="2147483648"/>
              <pc:sldLayoutMk cId="669599012" sldId="2147483687"/>
              <ac:spMk id="35" creationId="{D25FC284-9F5E-8F3F-7D42-CDE206E4AE0B}"/>
            </ac:spMkLst>
          </pc:spChg>
          <pc:spChg chg="add mod">
            <ac:chgData name="Guilherme da Costa Criscuolo" userId="ca8b11d29e1e8585" providerId="LiveId" clId="{E7E5DE29-60A4-4D58-A8C4-A0E1502ACE36}" dt="2026-07-29T18:18:26.321" v="3243" actId="14100"/>
            <ac:spMkLst>
              <pc:docMk/>
              <pc:sldMasterMk cId="1279804991" sldId="2147483648"/>
              <pc:sldLayoutMk cId="669599012" sldId="2147483687"/>
              <ac:spMk id="37" creationId="{61730C6A-6045-D7D3-1B43-A9AE15AECC88}"/>
            </ac:spMkLst>
          </pc:spChg>
          <pc:spChg chg="add del mod">
            <ac:chgData name="Guilherme da Costa Criscuolo" userId="ca8b11d29e1e8585" providerId="LiveId" clId="{E7E5DE29-60A4-4D58-A8C4-A0E1502ACE36}" dt="2026-07-29T15:57:45.884" v="1461" actId="478"/>
            <ac:spMkLst>
              <pc:docMk/>
              <pc:sldMasterMk cId="1279804991" sldId="2147483648"/>
              <pc:sldLayoutMk cId="669599012" sldId="2147483687"/>
              <ac:spMk id="38" creationId="{05FAB5DF-1E51-F6DC-C639-36918590E97B}"/>
            </ac:spMkLst>
          </pc:spChg>
          <pc:spChg chg="add mod">
            <ac:chgData name="Guilherme da Costa Criscuolo" userId="ca8b11d29e1e8585" providerId="LiveId" clId="{E7E5DE29-60A4-4D58-A8C4-A0E1502ACE36}" dt="2026-07-29T18:25:43.834" v="3354" actId="14100"/>
            <ac:spMkLst>
              <pc:docMk/>
              <pc:sldMasterMk cId="1279804991" sldId="2147483648"/>
              <pc:sldLayoutMk cId="669599012" sldId="2147483687"/>
              <ac:spMk id="39" creationId="{DA213EB3-8646-400F-D3CA-1172E94B3074}"/>
            </ac:spMkLst>
          </pc:spChg>
          <pc:spChg chg="add del mod">
            <ac:chgData name="Guilherme da Costa Criscuolo" userId="ca8b11d29e1e8585" providerId="LiveId" clId="{E7E5DE29-60A4-4D58-A8C4-A0E1502ACE36}" dt="2026-07-29T15:57:45.884" v="1461" actId="478"/>
            <ac:spMkLst>
              <pc:docMk/>
              <pc:sldMasterMk cId="1279804991" sldId="2147483648"/>
              <pc:sldLayoutMk cId="669599012" sldId="2147483687"/>
              <ac:spMk id="40" creationId="{39519D46-086D-B0E1-3E71-3DC8EC2BD3C1}"/>
            </ac:spMkLst>
          </pc:spChg>
          <pc:spChg chg="add del mod">
            <ac:chgData name="Guilherme da Costa Criscuolo" userId="ca8b11d29e1e8585" providerId="LiveId" clId="{E7E5DE29-60A4-4D58-A8C4-A0E1502ACE36}" dt="2026-07-29T15:59:20.902" v="1492" actId="478"/>
            <ac:spMkLst>
              <pc:docMk/>
              <pc:sldMasterMk cId="1279804991" sldId="2147483648"/>
              <pc:sldLayoutMk cId="669599012" sldId="2147483687"/>
              <ac:spMk id="41" creationId="{30648A11-D4BA-5305-47E3-458D072AD219}"/>
            </ac:spMkLst>
          </pc:spChg>
          <pc:spChg chg="add del mod">
            <ac:chgData name="Guilherme da Costa Criscuolo" userId="ca8b11d29e1e8585" providerId="LiveId" clId="{E7E5DE29-60A4-4D58-A8C4-A0E1502ACE36}" dt="2026-07-29T15:59:20.902" v="1492" actId="478"/>
            <ac:spMkLst>
              <pc:docMk/>
              <pc:sldMasterMk cId="1279804991" sldId="2147483648"/>
              <pc:sldLayoutMk cId="669599012" sldId="2147483687"/>
              <ac:spMk id="42" creationId="{7D7AC117-F6D5-8816-D6F8-F5FB364C574D}"/>
            </ac:spMkLst>
          </pc:spChg>
          <pc:spChg chg="add del mod">
            <ac:chgData name="Guilherme da Costa Criscuolo" userId="ca8b11d29e1e8585" providerId="LiveId" clId="{E7E5DE29-60A4-4D58-A8C4-A0E1502ACE36}" dt="2026-07-29T15:59:20.902" v="1492" actId="478"/>
            <ac:spMkLst>
              <pc:docMk/>
              <pc:sldMasterMk cId="1279804991" sldId="2147483648"/>
              <pc:sldLayoutMk cId="669599012" sldId="2147483687"/>
              <ac:spMk id="43" creationId="{963DFD4D-C9BB-B6F0-1FFB-D24CA382F45B}"/>
            </ac:spMkLst>
          </pc:spChg>
          <pc:spChg chg="add del mod">
            <ac:chgData name="Guilherme da Costa Criscuolo" userId="ca8b11d29e1e8585" providerId="LiveId" clId="{E7E5DE29-60A4-4D58-A8C4-A0E1502ACE36}" dt="2026-07-29T15:59:20.902" v="1492" actId="478"/>
            <ac:spMkLst>
              <pc:docMk/>
              <pc:sldMasterMk cId="1279804991" sldId="2147483648"/>
              <pc:sldLayoutMk cId="669599012" sldId="2147483687"/>
              <ac:spMk id="44" creationId="{ED21E062-6034-7789-267C-0883E50587DF}"/>
            </ac:spMkLst>
          </pc:spChg>
          <pc:spChg chg="add del mod">
            <ac:chgData name="Guilherme da Costa Criscuolo" userId="ca8b11d29e1e8585" providerId="LiveId" clId="{E7E5DE29-60A4-4D58-A8C4-A0E1502ACE36}" dt="2026-07-29T15:59:20.902" v="1492" actId="478"/>
            <ac:spMkLst>
              <pc:docMk/>
              <pc:sldMasterMk cId="1279804991" sldId="2147483648"/>
              <pc:sldLayoutMk cId="669599012" sldId="2147483687"/>
              <ac:spMk id="45" creationId="{4F2FC99F-40C6-5EE7-E61C-EAE8B2FFD851}"/>
            </ac:spMkLst>
          </pc:spChg>
          <pc:spChg chg="add del mod">
            <ac:chgData name="Guilherme da Costa Criscuolo" userId="ca8b11d29e1e8585" providerId="LiveId" clId="{E7E5DE29-60A4-4D58-A8C4-A0E1502ACE36}" dt="2026-07-29T15:59:20.902" v="1492" actId="478"/>
            <ac:spMkLst>
              <pc:docMk/>
              <pc:sldMasterMk cId="1279804991" sldId="2147483648"/>
              <pc:sldLayoutMk cId="669599012" sldId="2147483687"/>
              <ac:spMk id="46" creationId="{703D4C46-6A0F-1703-BB7E-E89976E7B998}"/>
            </ac:spMkLst>
          </pc:spChg>
          <pc:spChg chg="add del mod">
            <ac:chgData name="Guilherme da Costa Criscuolo" userId="ca8b11d29e1e8585" providerId="LiveId" clId="{E7E5DE29-60A4-4D58-A8C4-A0E1502ACE36}" dt="2026-07-29T15:59:20.902" v="1492" actId="478"/>
            <ac:spMkLst>
              <pc:docMk/>
              <pc:sldMasterMk cId="1279804991" sldId="2147483648"/>
              <pc:sldLayoutMk cId="669599012" sldId="2147483687"/>
              <ac:spMk id="47" creationId="{B1BAAC02-786C-72D9-F59B-D1B2A35618AE}"/>
            </ac:spMkLst>
          </pc:spChg>
          <pc:spChg chg="add del mod">
            <ac:chgData name="Guilherme da Costa Criscuolo" userId="ca8b11d29e1e8585" providerId="LiveId" clId="{E7E5DE29-60A4-4D58-A8C4-A0E1502ACE36}" dt="2026-07-29T15:59:20.902" v="1492" actId="478"/>
            <ac:spMkLst>
              <pc:docMk/>
              <pc:sldMasterMk cId="1279804991" sldId="2147483648"/>
              <pc:sldLayoutMk cId="669599012" sldId="2147483687"/>
              <ac:spMk id="48" creationId="{98523299-D347-A2C5-D11F-1AD774A73EBB}"/>
            </ac:spMkLst>
          </pc:spChg>
          <pc:spChg chg="add del mod">
            <ac:chgData name="Guilherme da Costa Criscuolo" userId="ca8b11d29e1e8585" providerId="LiveId" clId="{E7E5DE29-60A4-4D58-A8C4-A0E1502ACE36}" dt="2026-07-29T15:59:20.902" v="1492" actId="478"/>
            <ac:spMkLst>
              <pc:docMk/>
              <pc:sldMasterMk cId="1279804991" sldId="2147483648"/>
              <pc:sldLayoutMk cId="669599012" sldId="2147483687"/>
              <ac:spMk id="49" creationId="{7C2825B6-4C9C-B30F-4E81-C8AEA76BB468}"/>
            </ac:spMkLst>
          </pc:spChg>
          <pc:spChg chg="add mod">
            <ac:chgData name="Guilherme da Costa Criscuolo" userId="ca8b11d29e1e8585" providerId="LiveId" clId="{E7E5DE29-60A4-4D58-A8C4-A0E1502ACE36}" dt="2026-07-29T18:14:12.088" v="3165" actId="1035"/>
            <ac:spMkLst>
              <pc:docMk/>
              <pc:sldMasterMk cId="1279804991" sldId="2147483648"/>
              <pc:sldLayoutMk cId="669599012" sldId="2147483687"/>
              <ac:spMk id="50" creationId="{072CD9E8-22D1-4858-0646-E51BF3839BED}"/>
            </ac:spMkLst>
          </pc:spChg>
          <pc:spChg chg="add del mod">
            <ac:chgData name="Guilherme da Costa Criscuolo" userId="ca8b11d29e1e8585" providerId="LiveId" clId="{E7E5DE29-60A4-4D58-A8C4-A0E1502ACE36}" dt="2026-07-29T15:59:20.902" v="1492" actId="478"/>
            <ac:spMkLst>
              <pc:docMk/>
              <pc:sldMasterMk cId="1279804991" sldId="2147483648"/>
              <pc:sldLayoutMk cId="669599012" sldId="2147483687"/>
              <ac:spMk id="51" creationId="{1A46FD49-46C7-68B4-BC99-0158C7571B33}"/>
            </ac:spMkLst>
          </pc:spChg>
          <pc:spChg chg="add mod">
            <ac:chgData name="Guilherme da Costa Criscuolo" userId="ca8b11d29e1e8585" providerId="LiveId" clId="{E7E5DE29-60A4-4D58-A8C4-A0E1502ACE36}" dt="2026-07-29T18:25:43.834" v="3354" actId="14100"/>
            <ac:spMkLst>
              <pc:docMk/>
              <pc:sldMasterMk cId="1279804991" sldId="2147483648"/>
              <pc:sldLayoutMk cId="669599012" sldId="2147483687"/>
              <ac:spMk id="52" creationId="{A13903D3-C71A-FDF2-7689-436686132EA5}"/>
            </ac:spMkLst>
          </pc:spChg>
          <pc:spChg chg="add mod">
            <ac:chgData name="Guilherme da Costa Criscuolo" userId="ca8b11d29e1e8585" providerId="LiveId" clId="{E7E5DE29-60A4-4D58-A8C4-A0E1502ACE36}" dt="2026-07-29T18:14:51.336" v="3184" actId="1035"/>
            <ac:spMkLst>
              <pc:docMk/>
              <pc:sldMasterMk cId="1279804991" sldId="2147483648"/>
              <pc:sldLayoutMk cId="669599012" sldId="2147483687"/>
              <ac:spMk id="53" creationId="{3F167763-51EE-8357-DE14-01E6655FC6B8}"/>
            </ac:spMkLst>
          </pc:spChg>
          <pc:spChg chg="add mod">
            <ac:chgData name="Guilherme da Costa Criscuolo" userId="ca8b11d29e1e8585" providerId="LiveId" clId="{E7E5DE29-60A4-4D58-A8C4-A0E1502ACE36}" dt="2026-07-29T18:25:43.834" v="3354" actId="14100"/>
            <ac:spMkLst>
              <pc:docMk/>
              <pc:sldMasterMk cId="1279804991" sldId="2147483648"/>
              <pc:sldLayoutMk cId="669599012" sldId="2147483687"/>
              <ac:spMk id="54" creationId="{454D3111-AB5E-B440-3AF5-A720C0C25189}"/>
            </ac:spMkLst>
          </pc:spChg>
          <pc:spChg chg="add mod">
            <ac:chgData name="Guilherme da Costa Criscuolo" userId="ca8b11d29e1e8585" providerId="LiveId" clId="{E7E5DE29-60A4-4D58-A8C4-A0E1502ACE36}" dt="2026-07-29T18:14:12.088" v="3165" actId="1035"/>
            <ac:spMkLst>
              <pc:docMk/>
              <pc:sldMasterMk cId="1279804991" sldId="2147483648"/>
              <pc:sldLayoutMk cId="669599012" sldId="2147483687"/>
              <ac:spMk id="55" creationId="{291DF375-205D-D87D-51B2-F8B88EC1251D}"/>
            </ac:spMkLst>
          </pc:spChg>
          <pc:spChg chg="add mod">
            <ac:chgData name="Guilherme da Costa Criscuolo" userId="ca8b11d29e1e8585" providerId="LiveId" clId="{E7E5DE29-60A4-4D58-A8C4-A0E1502ACE36}" dt="2026-07-29T18:25:43.834" v="3354" actId="14100"/>
            <ac:spMkLst>
              <pc:docMk/>
              <pc:sldMasterMk cId="1279804991" sldId="2147483648"/>
              <pc:sldLayoutMk cId="669599012" sldId="2147483687"/>
              <ac:spMk id="56" creationId="{73498421-AB74-88E8-FAA6-308B60D2BA05}"/>
            </ac:spMkLst>
          </pc:spChg>
          <pc:spChg chg="add mod">
            <ac:chgData name="Guilherme da Costa Criscuolo" userId="ca8b11d29e1e8585" providerId="LiveId" clId="{E7E5DE29-60A4-4D58-A8C4-A0E1502ACE36}" dt="2026-07-29T18:14:51.336" v="3184" actId="1035"/>
            <ac:spMkLst>
              <pc:docMk/>
              <pc:sldMasterMk cId="1279804991" sldId="2147483648"/>
              <pc:sldLayoutMk cId="669599012" sldId="2147483687"/>
              <ac:spMk id="57" creationId="{C05832E4-02DF-65D8-04BD-A0D7B364B571}"/>
            </ac:spMkLst>
          </pc:spChg>
          <pc:spChg chg="add mod">
            <ac:chgData name="Guilherme da Costa Criscuolo" userId="ca8b11d29e1e8585" providerId="LiveId" clId="{E7E5DE29-60A4-4D58-A8C4-A0E1502ACE36}" dt="2026-07-29T18:25:43.834" v="3354" actId="14100"/>
            <ac:spMkLst>
              <pc:docMk/>
              <pc:sldMasterMk cId="1279804991" sldId="2147483648"/>
              <pc:sldLayoutMk cId="669599012" sldId="2147483687"/>
              <ac:spMk id="58" creationId="{87C4B955-CE3C-7658-83DB-E984FB159880}"/>
            </ac:spMkLst>
          </pc:spChg>
          <pc:spChg chg="add mod">
            <ac:chgData name="Guilherme da Costa Criscuolo" userId="ca8b11d29e1e8585" providerId="LiveId" clId="{E7E5DE29-60A4-4D58-A8C4-A0E1502ACE36}" dt="2026-07-29T18:14:12.088" v="3165" actId="1035"/>
            <ac:spMkLst>
              <pc:docMk/>
              <pc:sldMasterMk cId="1279804991" sldId="2147483648"/>
              <pc:sldLayoutMk cId="669599012" sldId="2147483687"/>
              <ac:spMk id="59" creationId="{9D4ECDF0-FBFB-B3DD-9DE7-2CD924838173}"/>
            </ac:spMkLst>
          </pc:spChg>
          <pc:spChg chg="add mod">
            <ac:chgData name="Guilherme da Costa Criscuolo" userId="ca8b11d29e1e8585" providerId="LiveId" clId="{E7E5DE29-60A4-4D58-A8C4-A0E1502ACE36}" dt="2026-07-29T18:25:43.834" v="3354" actId="14100"/>
            <ac:spMkLst>
              <pc:docMk/>
              <pc:sldMasterMk cId="1279804991" sldId="2147483648"/>
              <pc:sldLayoutMk cId="669599012" sldId="2147483687"/>
              <ac:spMk id="60" creationId="{F9B2C3BB-9A01-85B1-CF98-25DDF17A50F8}"/>
            </ac:spMkLst>
          </pc:spChg>
          <pc:spChg chg="add mod">
            <ac:chgData name="Guilherme da Costa Criscuolo" userId="ca8b11d29e1e8585" providerId="LiveId" clId="{E7E5DE29-60A4-4D58-A8C4-A0E1502ACE36}" dt="2026-07-29T18:14:51.336" v="3184" actId="1035"/>
            <ac:spMkLst>
              <pc:docMk/>
              <pc:sldMasterMk cId="1279804991" sldId="2147483648"/>
              <pc:sldLayoutMk cId="669599012" sldId="2147483687"/>
              <ac:spMk id="61" creationId="{01FF3F33-78C5-C145-B69C-15C1649B9680}"/>
            </ac:spMkLst>
          </pc:spChg>
          <pc:spChg chg="add mod">
            <ac:chgData name="Guilherme da Costa Criscuolo" userId="ca8b11d29e1e8585" providerId="LiveId" clId="{E7E5DE29-60A4-4D58-A8C4-A0E1502ACE36}" dt="2026-07-29T18:25:43.834" v="3354" actId="14100"/>
            <ac:spMkLst>
              <pc:docMk/>
              <pc:sldMasterMk cId="1279804991" sldId="2147483648"/>
              <pc:sldLayoutMk cId="669599012" sldId="2147483687"/>
              <ac:spMk id="62" creationId="{40691990-512F-C1E4-CAEC-18DCF23E06DD}"/>
            </ac:spMkLst>
          </pc:spChg>
          <pc:spChg chg="add mod">
            <ac:chgData name="Guilherme da Costa Criscuolo" userId="ca8b11d29e1e8585" providerId="LiveId" clId="{E7E5DE29-60A4-4D58-A8C4-A0E1502ACE36}" dt="2026-07-29T18:14:12.088" v="3165" actId="1035"/>
            <ac:spMkLst>
              <pc:docMk/>
              <pc:sldMasterMk cId="1279804991" sldId="2147483648"/>
              <pc:sldLayoutMk cId="669599012" sldId="2147483687"/>
              <ac:spMk id="63" creationId="{A77F8945-6055-207B-6849-A1001A33ACD7}"/>
            </ac:spMkLst>
          </pc:spChg>
          <pc:spChg chg="add mod">
            <ac:chgData name="Guilherme da Costa Criscuolo" userId="ca8b11d29e1e8585" providerId="LiveId" clId="{E7E5DE29-60A4-4D58-A8C4-A0E1502ACE36}" dt="2026-07-29T16:01:03.234" v="1529"/>
            <ac:spMkLst>
              <pc:docMk/>
              <pc:sldMasterMk cId="1279804991" sldId="2147483648"/>
              <pc:sldLayoutMk cId="669599012" sldId="2147483687"/>
              <ac:spMk id="64" creationId="{9A0B1652-2110-5450-B15E-C3F3D0F22A49}"/>
            </ac:spMkLst>
          </pc:spChg>
          <pc:spChg chg="add mod">
            <ac:chgData name="Guilherme da Costa Criscuolo" userId="ca8b11d29e1e8585" providerId="LiveId" clId="{E7E5DE29-60A4-4D58-A8C4-A0E1502ACE36}" dt="2026-07-29T16:01:03.234" v="1529"/>
            <ac:spMkLst>
              <pc:docMk/>
              <pc:sldMasterMk cId="1279804991" sldId="2147483648"/>
              <pc:sldLayoutMk cId="669599012" sldId="2147483687"/>
              <ac:spMk id="65" creationId="{BB43EEBE-F148-99E0-8A9F-79DE08AAC3CA}"/>
            </ac:spMkLst>
          </pc:spChg>
          <pc:spChg chg="add mod">
            <ac:chgData name="Guilherme da Costa Criscuolo" userId="ca8b11d29e1e8585" providerId="LiveId" clId="{E7E5DE29-60A4-4D58-A8C4-A0E1502ACE36}" dt="2026-07-29T18:25:43.834" v="3354" actId="14100"/>
            <ac:spMkLst>
              <pc:docMk/>
              <pc:sldMasterMk cId="1279804991" sldId="2147483648"/>
              <pc:sldLayoutMk cId="669599012" sldId="2147483687"/>
              <ac:spMk id="66" creationId="{258686F2-CE7B-E1DB-66B3-57C3D912C62B}"/>
            </ac:spMkLst>
          </pc:spChg>
          <pc:spChg chg="add mod">
            <ac:chgData name="Guilherme da Costa Criscuolo" userId="ca8b11d29e1e8585" providerId="LiveId" clId="{E7E5DE29-60A4-4D58-A8C4-A0E1502ACE36}" dt="2026-07-29T18:14:51.336" v="3184" actId="1035"/>
            <ac:spMkLst>
              <pc:docMk/>
              <pc:sldMasterMk cId="1279804991" sldId="2147483648"/>
              <pc:sldLayoutMk cId="669599012" sldId="2147483687"/>
              <ac:spMk id="67" creationId="{E7350214-FD69-63FD-A49D-A5168145186E}"/>
            </ac:spMkLst>
          </pc:spChg>
          <pc:spChg chg="add mod">
            <ac:chgData name="Guilherme da Costa Criscuolo" userId="ca8b11d29e1e8585" providerId="LiveId" clId="{E7E5DE29-60A4-4D58-A8C4-A0E1502ACE36}" dt="2026-07-29T18:25:43.834" v="3354" actId="14100"/>
            <ac:spMkLst>
              <pc:docMk/>
              <pc:sldMasterMk cId="1279804991" sldId="2147483648"/>
              <pc:sldLayoutMk cId="669599012" sldId="2147483687"/>
              <ac:spMk id="68" creationId="{CCF7B8A1-D099-25EB-4593-ABA9CC68267E}"/>
            </ac:spMkLst>
          </pc:spChg>
          <pc:spChg chg="add mod">
            <ac:chgData name="Guilherme da Costa Criscuolo" userId="ca8b11d29e1e8585" providerId="LiveId" clId="{E7E5DE29-60A4-4D58-A8C4-A0E1502ACE36}" dt="2026-07-29T18:14:12.088" v="3165" actId="1035"/>
            <ac:spMkLst>
              <pc:docMk/>
              <pc:sldMasterMk cId="1279804991" sldId="2147483648"/>
              <pc:sldLayoutMk cId="669599012" sldId="2147483687"/>
              <ac:spMk id="69" creationId="{412651A9-4CFA-4604-19C7-7093427C873A}"/>
            </ac:spMkLst>
          </pc:spChg>
          <pc:spChg chg="add mod">
            <ac:chgData name="Guilherme da Costa Criscuolo" userId="ca8b11d29e1e8585" providerId="LiveId" clId="{E7E5DE29-60A4-4D58-A8C4-A0E1502ACE36}" dt="2026-07-29T18:25:43.834" v="3354" actId="14100"/>
            <ac:spMkLst>
              <pc:docMk/>
              <pc:sldMasterMk cId="1279804991" sldId="2147483648"/>
              <pc:sldLayoutMk cId="669599012" sldId="2147483687"/>
              <ac:spMk id="70" creationId="{A7712733-3F86-6A73-3346-2E5688A1BF2F}"/>
            </ac:spMkLst>
          </pc:spChg>
          <pc:spChg chg="add mod">
            <ac:chgData name="Guilherme da Costa Criscuolo" userId="ca8b11d29e1e8585" providerId="LiveId" clId="{E7E5DE29-60A4-4D58-A8C4-A0E1502ACE36}" dt="2026-07-29T18:14:51.336" v="3184" actId="1035"/>
            <ac:spMkLst>
              <pc:docMk/>
              <pc:sldMasterMk cId="1279804991" sldId="2147483648"/>
              <pc:sldLayoutMk cId="669599012" sldId="2147483687"/>
              <ac:spMk id="71" creationId="{C19A8040-69B3-2303-C3BD-063638BDE12D}"/>
            </ac:spMkLst>
          </pc:spChg>
          <pc:spChg chg="add del mod">
            <ac:chgData name="Guilherme da Costa Criscuolo" userId="ca8b11d29e1e8585" providerId="LiveId" clId="{E7E5DE29-60A4-4D58-A8C4-A0E1502ACE36}" dt="2026-07-29T18:21:31.672" v="3291" actId="21"/>
            <ac:spMkLst>
              <pc:docMk/>
              <pc:sldMasterMk cId="1279804991" sldId="2147483648"/>
              <pc:sldLayoutMk cId="669599012" sldId="2147483687"/>
              <ac:spMk id="72" creationId="{D74F8A2E-D3D3-6BFF-F3C7-640F0258A35A}"/>
            </ac:spMkLst>
          </pc:spChg>
          <pc:spChg chg="add del mod">
            <ac:chgData name="Guilherme da Costa Criscuolo" userId="ca8b11d29e1e8585" providerId="LiveId" clId="{E7E5DE29-60A4-4D58-A8C4-A0E1502ACE36}" dt="2026-07-29T18:21:31.672" v="3291" actId="21"/>
            <ac:spMkLst>
              <pc:docMk/>
              <pc:sldMasterMk cId="1279804991" sldId="2147483648"/>
              <pc:sldLayoutMk cId="669599012" sldId="2147483687"/>
              <ac:spMk id="73" creationId="{B70E210D-ED21-0953-0069-F519D8CBE26A}"/>
            </ac:spMkLst>
          </pc:spChg>
          <pc:spChg chg="add del mod">
            <ac:chgData name="Guilherme da Costa Criscuolo" userId="ca8b11d29e1e8585" providerId="LiveId" clId="{E7E5DE29-60A4-4D58-A8C4-A0E1502ACE36}" dt="2026-07-29T18:21:31.672" v="3291" actId="21"/>
            <ac:spMkLst>
              <pc:docMk/>
              <pc:sldMasterMk cId="1279804991" sldId="2147483648"/>
              <pc:sldLayoutMk cId="669599012" sldId="2147483687"/>
              <ac:spMk id="74" creationId="{A1EBAE24-FC53-4DD7-48B7-4BC26CB7BD4E}"/>
            </ac:spMkLst>
          </pc:spChg>
          <pc:spChg chg="add del mod">
            <ac:chgData name="Guilherme da Costa Criscuolo" userId="ca8b11d29e1e8585" providerId="LiveId" clId="{E7E5DE29-60A4-4D58-A8C4-A0E1502ACE36}" dt="2026-07-29T18:21:31.672" v="3291" actId="21"/>
            <ac:spMkLst>
              <pc:docMk/>
              <pc:sldMasterMk cId="1279804991" sldId="2147483648"/>
              <pc:sldLayoutMk cId="669599012" sldId="2147483687"/>
              <ac:spMk id="75" creationId="{143EF1FF-4095-C497-9D7F-E25B8882C96C}"/>
            </ac:spMkLst>
          </pc:spChg>
          <pc:cxnChg chg="add mod">
            <ac:chgData name="Guilherme da Costa Criscuolo" userId="ca8b11d29e1e8585" providerId="LiveId" clId="{E7E5DE29-60A4-4D58-A8C4-A0E1502ACE36}" dt="2026-07-29T18:12:45.210" v="3108" actId="1036"/>
            <ac:cxnSpMkLst>
              <pc:docMk/>
              <pc:sldMasterMk cId="1279804991" sldId="2147483648"/>
              <pc:sldLayoutMk cId="669599012" sldId="2147483687"/>
              <ac:cxnSpMk id="3" creationId="{726B69E3-26E5-D147-B353-823F03AB80B5}"/>
            </ac:cxnSpMkLst>
          </pc:cxnChg>
        </pc:sldLayoutChg>
        <pc:sldLayoutChg chg="addSp delSp modSp add mod ord modTransition">
          <pc:chgData name="Guilherme da Costa Criscuolo" userId="ca8b11d29e1e8585" providerId="LiveId" clId="{E7E5DE29-60A4-4D58-A8C4-A0E1502ACE36}" dt="2026-07-29T18:26:49.246" v="3368" actId="14100"/>
          <pc:sldLayoutMkLst>
            <pc:docMk/>
            <pc:sldMasterMk cId="1279804991" sldId="2147483648"/>
            <pc:sldLayoutMk cId="1144645355" sldId="2147483688"/>
          </pc:sldLayoutMkLst>
          <pc:spChg chg="add mod">
            <ac:chgData name="Guilherme da Costa Criscuolo" userId="ca8b11d29e1e8585" providerId="LiveId" clId="{E7E5DE29-60A4-4D58-A8C4-A0E1502ACE36}" dt="2026-07-29T18:15:56.436" v="3199" actId="552"/>
            <ac:spMkLst>
              <pc:docMk/>
              <pc:sldMasterMk cId="1279804991" sldId="2147483648"/>
              <pc:sldLayoutMk cId="1144645355" sldId="2147483688"/>
              <ac:spMk id="4" creationId="{9E967CE7-7C44-BA5C-8DED-B53B6474F10C}"/>
            </ac:spMkLst>
          </pc:spChg>
          <pc:spChg chg="add mod">
            <ac:chgData name="Guilherme da Costa Criscuolo" userId="ca8b11d29e1e8585" providerId="LiveId" clId="{E7E5DE29-60A4-4D58-A8C4-A0E1502ACE36}" dt="2026-07-29T18:15:56.436" v="3199" actId="552"/>
            <ac:spMkLst>
              <pc:docMk/>
              <pc:sldMasterMk cId="1279804991" sldId="2147483648"/>
              <pc:sldLayoutMk cId="1144645355" sldId="2147483688"/>
              <ac:spMk id="5" creationId="{3E0BD077-D1AB-26F5-B4BC-1F150AD11973}"/>
            </ac:spMkLst>
          </pc:spChg>
          <pc:spChg chg="add mod">
            <ac:chgData name="Guilherme da Costa Criscuolo" userId="ca8b11d29e1e8585" providerId="LiveId" clId="{E7E5DE29-60A4-4D58-A8C4-A0E1502ACE36}" dt="2026-07-29T18:15:56.436" v="3199" actId="552"/>
            <ac:spMkLst>
              <pc:docMk/>
              <pc:sldMasterMk cId="1279804991" sldId="2147483648"/>
              <pc:sldLayoutMk cId="1144645355" sldId="2147483688"/>
              <ac:spMk id="6" creationId="{D1E9E9E3-759F-E726-2B61-D86C27A027B2}"/>
            </ac:spMkLst>
          </pc:spChg>
          <pc:spChg chg="add mod">
            <ac:chgData name="Guilherme da Costa Criscuolo" userId="ca8b11d29e1e8585" providerId="LiveId" clId="{E7E5DE29-60A4-4D58-A8C4-A0E1502ACE36}" dt="2026-07-29T18:15:56.436" v="3199" actId="552"/>
            <ac:spMkLst>
              <pc:docMk/>
              <pc:sldMasterMk cId="1279804991" sldId="2147483648"/>
              <pc:sldLayoutMk cId="1144645355" sldId="2147483688"/>
              <ac:spMk id="7" creationId="{B6A5F33C-9298-8A7F-2CB3-71ACC7DEA62D}"/>
            </ac:spMkLst>
          </pc:spChg>
          <pc:spChg chg="add del mod">
            <ac:chgData name="Guilherme da Costa Criscuolo" userId="ca8b11d29e1e8585" providerId="LiveId" clId="{E7E5DE29-60A4-4D58-A8C4-A0E1502ACE36}" dt="2026-07-29T18:17:19.562" v="3226" actId="21"/>
            <ac:spMkLst>
              <pc:docMk/>
              <pc:sldMasterMk cId="1279804991" sldId="2147483648"/>
              <pc:sldLayoutMk cId="1144645355" sldId="2147483688"/>
              <ac:spMk id="9" creationId="{D74F8A2E-D3D3-6BFF-F3C7-640F0258A35A}"/>
            </ac:spMkLst>
          </pc:spChg>
          <pc:spChg chg="add del mod">
            <ac:chgData name="Guilherme da Costa Criscuolo" userId="ca8b11d29e1e8585" providerId="LiveId" clId="{E7E5DE29-60A4-4D58-A8C4-A0E1502ACE36}" dt="2026-07-29T18:17:19.562" v="3226" actId="21"/>
            <ac:spMkLst>
              <pc:docMk/>
              <pc:sldMasterMk cId="1279804991" sldId="2147483648"/>
              <pc:sldLayoutMk cId="1144645355" sldId="2147483688"/>
              <ac:spMk id="10" creationId="{B70E210D-ED21-0953-0069-F519D8CBE26A}"/>
            </ac:spMkLst>
          </pc:spChg>
          <pc:spChg chg="add del mod">
            <ac:chgData name="Guilherme da Costa Criscuolo" userId="ca8b11d29e1e8585" providerId="LiveId" clId="{E7E5DE29-60A4-4D58-A8C4-A0E1502ACE36}" dt="2026-07-29T18:17:19.562" v="3226" actId="21"/>
            <ac:spMkLst>
              <pc:docMk/>
              <pc:sldMasterMk cId="1279804991" sldId="2147483648"/>
              <pc:sldLayoutMk cId="1144645355" sldId="2147483688"/>
              <ac:spMk id="14" creationId="{A1EBAE24-FC53-4DD7-48B7-4BC26CB7BD4E}"/>
            </ac:spMkLst>
          </pc:spChg>
          <pc:spChg chg="add del mod">
            <ac:chgData name="Guilherme da Costa Criscuolo" userId="ca8b11d29e1e8585" providerId="LiveId" clId="{E7E5DE29-60A4-4D58-A8C4-A0E1502ACE36}" dt="2026-07-29T18:17:19.562" v="3226" actId="21"/>
            <ac:spMkLst>
              <pc:docMk/>
              <pc:sldMasterMk cId="1279804991" sldId="2147483648"/>
              <pc:sldLayoutMk cId="1144645355" sldId="2147483688"/>
              <ac:spMk id="15" creationId="{143EF1FF-4095-C497-9D7F-E25B8882C96C}"/>
            </ac:spMkLst>
          </pc:spChg>
          <pc:spChg chg="mod">
            <ac:chgData name="Guilherme da Costa Criscuolo" userId="ca8b11d29e1e8585" providerId="LiveId" clId="{E7E5DE29-60A4-4D58-A8C4-A0E1502ACE36}" dt="2026-07-29T18:26:49.246" v="3368" actId="14100"/>
            <ac:spMkLst>
              <pc:docMk/>
              <pc:sldMasterMk cId="1279804991" sldId="2147483648"/>
              <pc:sldLayoutMk cId="1144645355" sldId="2147483688"/>
              <ac:spMk id="16" creationId="{0372A52D-F1A8-5936-6E45-8A9D0637D760}"/>
            </ac:spMkLst>
          </pc:spChg>
          <pc:spChg chg="add del mod">
            <ac:chgData name="Guilherme da Costa Criscuolo" userId="ca8b11d29e1e8585" providerId="LiveId" clId="{E7E5DE29-60A4-4D58-A8C4-A0E1502ACE36}" dt="2026-07-29T18:20:44.379" v="3271" actId="21"/>
            <ac:spMkLst>
              <pc:docMk/>
              <pc:sldMasterMk cId="1279804991" sldId="2147483648"/>
              <pc:sldLayoutMk cId="1144645355" sldId="2147483688"/>
              <ac:spMk id="18" creationId="{8CC71EE2-3EF3-534E-0080-BBC0B5EDC5B7}"/>
            </ac:spMkLst>
          </pc:spChg>
          <pc:spChg chg="mod">
            <ac:chgData name="Guilherme da Costa Criscuolo" userId="ca8b11d29e1e8585" providerId="LiveId" clId="{E7E5DE29-60A4-4D58-A8C4-A0E1502ACE36}" dt="2026-07-29T18:26:49.246" v="3368" actId="14100"/>
            <ac:spMkLst>
              <pc:docMk/>
              <pc:sldMasterMk cId="1279804991" sldId="2147483648"/>
              <pc:sldLayoutMk cId="1144645355" sldId="2147483688"/>
              <ac:spMk id="20" creationId="{846DA417-FACE-12DA-9258-AFBED6A43906}"/>
            </ac:spMkLst>
          </pc:spChg>
          <pc:spChg chg="mod">
            <ac:chgData name="Guilherme da Costa Criscuolo" userId="ca8b11d29e1e8585" providerId="LiveId" clId="{E7E5DE29-60A4-4D58-A8C4-A0E1502ACE36}" dt="2026-07-29T16:37:29.752" v="2224" actId="207"/>
            <ac:spMkLst>
              <pc:docMk/>
              <pc:sldMasterMk cId="1279804991" sldId="2147483648"/>
              <pc:sldLayoutMk cId="1144645355" sldId="2147483688"/>
              <ac:spMk id="21" creationId="{42652471-1B40-279E-6DD4-11C315B6CFB1}"/>
            </ac:spMkLst>
          </pc:spChg>
          <pc:spChg chg="mod">
            <ac:chgData name="Guilherme da Costa Criscuolo" userId="ca8b11d29e1e8585" providerId="LiveId" clId="{E7E5DE29-60A4-4D58-A8C4-A0E1502ACE36}" dt="2026-07-29T18:26:49.246" v="3368" actId="14100"/>
            <ac:spMkLst>
              <pc:docMk/>
              <pc:sldMasterMk cId="1279804991" sldId="2147483648"/>
              <pc:sldLayoutMk cId="1144645355" sldId="2147483688"/>
              <ac:spMk id="23" creationId="{5B28F855-44B5-8B65-3145-F56D6BB0A858}"/>
            </ac:spMkLst>
          </pc:spChg>
          <pc:spChg chg="mod">
            <ac:chgData name="Guilherme da Costa Criscuolo" userId="ca8b11d29e1e8585" providerId="LiveId" clId="{E7E5DE29-60A4-4D58-A8C4-A0E1502ACE36}" dt="2026-07-29T18:26:49.246" v="3368" actId="14100"/>
            <ac:spMkLst>
              <pc:docMk/>
              <pc:sldMasterMk cId="1279804991" sldId="2147483648"/>
              <pc:sldLayoutMk cId="1144645355" sldId="2147483688"/>
              <ac:spMk id="25" creationId="{4F5B1AC3-0D47-5608-E2FF-B34B93478C80}"/>
            </ac:spMkLst>
          </pc:spChg>
          <pc:spChg chg="mod">
            <ac:chgData name="Guilherme da Costa Criscuolo" userId="ca8b11d29e1e8585" providerId="LiveId" clId="{E7E5DE29-60A4-4D58-A8C4-A0E1502ACE36}" dt="2026-07-29T18:26:49.246" v="3368" actId="14100"/>
            <ac:spMkLst>
              <pc:docMk/>
              <pc:sldMasterMk cId="1279804991" sldId="2147483648"/>
              <pc:sldLayoutMk cId="1144645355" sldId="2147483688"/>
              <ac:spMk id="27" creationId="{AA2EC304-7E7D-846B-84CD-5DFA1677CB16}"/>
            </ac:spMkLst>
          </pc:spChg>
          <pc:spChg chg="mod">
            <ac:chgData name="Guilherme da Costa Criscuolo" userId="ca8b11d29e1e8585" providerId="LiveId" clId="{E7E5DE29-60A4-4D58-A8C4-A0E1502ACE36}" dt="2026-07-29T18:26:49.246" v="3368" actId="14100"/>
            <ac:spMkLst>
              <pc:docMk/>
              <pc:sldMasterMk cId="1279804991" sldId="2147483648"/>
              <pc:sldLayoutMk cId="1144645355" sldId="2147483688"/>
              <ac:spMk id="29" creationId="{8721FAE4-76B5-8520-63D3-537E9853A1B7}"/>
            </ac:spMkLst>
          </pc:spChg>
          <pc:spChg chg="mod">
            <ac:chgData name="Guilherme da Costa Criscuolo" userId="ca8b11d29e1e8585" providerId="LiveId" clId="{E7E5DE29-60A4-4D58-A8C4-A0E1502ACE36}" dt="2026-07-29T18:26:49.246" v="3368" actId="14100"/>
            <ac:spMkLst>
              <pc:docMk/>
              <pc:sldMasterMk cId="1279804991" sldId="2147483648"/>
              <pc:sldLayoutMk cId="1144645355" sldId="2147483688"/>
              <ac:spMk id="31" creationId="{18026DEF-9BD3-EAD4-C436-6D0DD7BBF233}"/>
            </ac:spMkLst>
          </pc:spChg>
          <pc:spChg chg="mod">
            <ac:chgData name="Guilherme da Costa Criscuolo" userId="ca8b11d29e1e8585" providerId="LiveId" clId="{E7E5DE29-60A4-4D58-A8C4-A0E1502ACE36}" dt="2026-07-29T18:26:49.246" v="3368" actId="14100"/>
            <ac:spMkLst>
              <pc:docMk/>
              <pc:sldMasterMk cId="1279804991" sldId="2147483648"/>
              <pc:sldLayoutMk cId="1144645355" sldId="2147483688"/>
              <ac:spMk id="33" creationId="{2218926F-C771-32B9-A8A5-FB84146130E4}"/>
            </ac:spMkLst>
          </pc:spChg>
          <pc:spChg chg="mod">
            <ac:chgData name="Guilherme da Costa Criscuolo" userId="ca8b11d29e1e8585" providerId="LiveId" clId="{E7E5DE29-60A4-4D58-A8C4-A0E1502ACE36}" dt="2026-07-29T18:26:49.246" v="3368" actId="14100"/>
            <ac:spMkLst>
              <pc:docMk/>
              <pc:sldMasterMk cId="1279804991" sldId="2147483648"/>
              <pc:sldLayoutMk cId="1144645355" sldId="2147483688"/>
              <ac:spMk id="35" creationId="{D25FC284-9F5E-8F3F-7D42-CDE206E4AE0B}"/>
            </ac:spMkLst>
          </pc:spChg>
          <pc:spChg chg="del">
            <ac:chgData name="Guilherme da Costa Criscuolo" userId="ca8b11d29e1e8585" providerId="LiveId" clId="{E7E5DE29-60A4-4D58-A8C4-A0E1502ACE36}" dt="2026-07-29T16:03:43.438" v="1615" actId="478"/>
            <ac:spMkLst>
              <pc:docMk/>
              <pc:sldMasterMk cId="1279804991" sldId="2147483648"/>
              <pc:sldLayoutMk cId="1144645355" sldId="2147483688"/>
              <ac:spMk id="37" creationId="{61730C6A-6045-D7D3-1B43-A9AE15AECC88}"/>
            </ac:spMkLst>
          </pc:spChg>
          <pc:spChg chg="mod">
            <ac:chgData name="Guilherme da Costa Criscuolo" userId="ca8b11d29e1e8585" providerId="LiveId" clId="{E7E5DE29-60A4-4D58-A8C4-A0E1502ACE36}" dt="2026-07-29T18:16:59.053" v="3219" actId="554"/>
            <ac:spMkLst>
              <pc:docMk/>
              <pc:sldMasterMk cId="1279804991" sldId="2147483648"/>
              <pc:sldLayoutMk cId="1144645355" sldId="2147483688"/>
              <ac:spMk id="39" creationId="{DA213EB3-8646-400F-D3CA-1172E94B3074}"/>
            </ac:spMkLst>
          </pc:spChg>
          <pc:spChg chg="mod">
            <ac:chgData name="Guilherme da Costa Criscuolo" userId="ca8b11d29e1e8585" providerId="LiveId" clId="{E7E5DE29-60A4-4D58-A8C4-A0E1502ACE36}" dt="2026-07-29T18:17:07.979" v="3221" actId="554"/>
            <ac:spMkLst>
              <pc:docMk/>
              <pc:sldMasterMk cId="1279804991" sldId="2147483648"/>
              <pc:sldLayoutMk cId="1144645355" sldId="2147483688"/>
              <ac:spMk id="50" creationId="{072CD9E8-22D1-4858-0646-E51BF3839BED}"/>
            </ac:spMkLst>
          </pc:spChg>
          <pc:spChg chg="mod">
            <ac:chgData name="Guilherme da Costa Criscuolo" userId="ca8b11d29e1e8585" providerId="LiveId" clId="{E7E5DE29-60A4-4D58-A8C4-A0E1502ACE36}" dt="2026-07-29T18:16:53.007" v="3218" actId="555"/>
            <ac:spMkLst>
              <pc:docMk/>
              <pc:sldMasterMk cId="1279804991" sldId="2147483648"/>
              <pc:sldLayoutMk cId="1144645355" sldId="2147483688"/>
              <ac:spMk id="52" creationId="{A13903D3-C71A-FDF2-7689-436686132EA5}"/>
            </ac:spMkLst>
          </pc:spChg>
          <pc:spChg chg="mod">
            <ac:chgData name="Guilherme da Costa Criscuolo" userId="ca8b11d29e1e8585" providerId="LiveId" clId="{E7E5DE29-60A4-4D58-A8C4-A0E1502ACE36}" dt="2026-07-29T18:17:03.421" v="3220" actId="555"/>
            <ac:spMkLst>
              <pc:docMk/>
              <pc:sldMasterMk cId="1279804991" sldId="2147483648"/>
              <pc:sldLayoutMk cId="1144645355" sldId="2147483688"/>
              <ac:spMk id="53" creationId="{3F167763-51EE-8357-DE14-01E6655FC6B8}"/>
            </ac:spMkLst>
          </pc:spChg>
          <pc:spChg chg="mod">
            <ac:chgData name="Guilherme da Costa Criscuolo" userId="ca8b11d29e1e8585" providerId="LiveId" clId="{E7E5DE29-60A4-4D58-A8C4-A0E1502ACE36}" dt="2026-07-29T18:16:59.053" v="3219" actId="554"/>
            <ac:spMkLst>
              <pc:docMk/>
              <pc:sldMasterMk cId="1279804991" sldId="2147483648"/>
              <pc:sldLayoutMk cId="1144645355" sldId="2147483688"/>
              <ac:spMk id="54" creationId="{454D3111-AB5E-B440-3AF5-A720C0C25189}"/>
            </ac:spMkLst>
          </pc:spChg>
          <pc:spChg chg="mod">
            <ac:chgData name="Guilherme da Costa Criscuolo" userId="ca8b11d29e1e8585" providerId="LiveId" clId="{E7E5DE29-60A4-4D58-A8C4-A0E1502ACE36}" dt="2026-07-29T18:17:07.979" v="3221" actId="554"/>
            <ac:spMkLst>
              <pc:docMk/>
              <pc:sldMasterMk cId="1279804991" sldId="2147483648"/>
              <pc:sldLayoutMk cId="1144645355" sldId="2147483688"/>
              <ac:spMk id="55" creationId="{291DF375-205D-D87D-51B2-F8B88EC1251D}"/>
            </ac:spMkLst>
          </pc:spChg>
          <pc:spChg chg="mod">
            <ac:chgData name="Guilherme da Costa Criscuolo" userId="ca8b11d29e1e8585" providerId="LiveId" clId="{E7E5DE29-60A4-4D58-A8C4-A0E1502ACE36}" dt="2026-07-29T18:16:53.007" v="3218" actId="555"/>
            <ac:spMkLst>
              <pc:docMk/>
              <pc:sldMasterMk cId="1279804991" sldId="2147483648"/>
              <pc:sldLayoutMk cId="1144645355" sldId="2147483688"/>
              <ac:spMk id="56" creationId="{73498421-AB74-88E8-FAA6-308B60D2BA05}"/>
            </ac:spMkLst>
          </pc:spChg>
          <pc:spChg chg="mod">
            <ac:chgData name="Guilherme da Costa Criscuolo" userId="ca8b11d29e1e8585" providerId="LiveId" clId="{E7E5DE29-60A4-4D58-A8C4-A0E1502ACE36}" dt="2026-07-29T18:17:03.421" v="3220" actId="555"/>
            <ac:spMkLst>
              <pc:docMk/>
              <pc:sldMasterMk cId="1279804991" sldId="2147483648"/>
              <pc:sldLayoutMk cId="1144645355" sldId="2147483688"/>
              <ac:spMk id="57" creationId="{C05832E4-02DF-65D8-04BD-A0D7B364B571}"/>
            </ac:spMkLst>
          </pc:spChg>
          <pc:spChg chg="mod">
            <ac:chgData name="Guilherme da Costa Criscuolo" userId="ca8b11d29e1e8585" providerId="LiveId" clId="{E7E5DE29-60A4-4D58-A8C4-A0E1502ACE36}" dt="2026-07-29T18:16:59.053" v="3219" actId="554"/>
            <ac:spMkLst>
              <pc:docMk/>
              <pc:sldMasterMk cId="1279804991" sldId="2147483648"/>
              <pc:sldLayoutMk cId="1144645355" sldId="2147483688"/>
              <ac:spMk id="58" creationId="{87C4B955-CE3C-7658-83DB-E984FB159880}"/>
            </ac:spMkLst>
          </pc:spChg>
          <pc:spChg chg="mod">
            <ac:chgData name="Guilherme da Costa Criscuolo" userId="ca8b11d29e1e8585" providerId="LiveId" clId="{E7E5DE29-60A4-4D58-A8C4-A0E1502ACE36}" dt="2026-07-29T18:17:07.979" v="3221" actId="554"/>
            <ac:spMkLst>
              <pc:docMk/>
              <pc:sldMasterMk cId="1279804991" sldId="2147483648"/>
              <pc:sldLayoutMk cId="1144645355" sldId="2147483688"/>
              <ac:spMk id="59" creationId="{9D4ECDF0-FBFB-B3DD-9DE7-2CD924838173}"/>
            </ac:spMkLst>
          </pc:spChg>
          <pc:spChg chg="mod">
            <ac:chgData name="Guilherme da Costa Criscuolo" userId="ca8b11d29e1e8585" providerId="LiveId" clId="{E7E5DE29-60A4-4D58-A8C4-A0E1502ACE36}" dt="2026-07-29T18:16:53.007" v="3218" actId="555"/>
            <ac:spMkLst>
              <pc:docMk/>
              <pc:sldMasterMk cId="1279804991" sldId="2147483648"/>
              <pc:sldLayoutMk cId="1144645355" sldId="2147483688"/>
              <ac:spMk id="60" creationId="{F9B2C3BB-9A01-85B1-CF98-25DDF17A50F8}"/>
            </ac:spMkLst>
          </pc:spChg>
          <pc:spChg chg="mod">
            <ac:chgData name="Guilherme da Costa Criscuolo" userId="ca8b11d29e1e8585" providerId="LiveId" clId="{E7E5DE29-60A4-4D58-A8C4-A0E1502ACE36}" dt="2026-07-29T18:17:03.421" v="3220" actId="555"/>
            <ac:spMkLst>
              <pc:docMk/>
              <pc:sldMasterMk cId="1279804991" sldId="2147483648"/>
              <pc:sldLayoutMk cId="1144645355" sldId="2147483688"/>
              <ac:spMk id="61" creationId="{01FF3F33-78C5-C145-B69C-15C1649B9680}"/>
            </ac:spMkLst>
          </pc:spChg>
          <pc:spChg chg="mod">
            <ac:chgData name="Guilherme da Costa Criscuolo" userId="ca8b11d29e1e8585" providerId="LiveId" clId="{E7E5DE29-60A4-4D58-A8C4-A0E1502ACE36}" dt="2026-07-29T18:16:59.053" v="3219" actId="554"/>
            <ac:spMkLst>
              <pc:docMk/>
              <pc:sldMasterMk cId="1279804991" sldId="2147483648"/>
              <pc:sldLayoutMk cId="1144645355" sldId="2147483688"/>
              <ac:spMk id="62" creationId="{40691990-512F-C1E4-CAEC-18DCF23E06DD}"/>
            </ac:spMkLst>
          </pc:spChg>
          <pc:spChg chg="mod">
            <ac:chgData name="Guilherme da Costa Criscuolo" userId="ca8b11d29e1e8585" providerId="LiveId" clId="{E7E5DE29-60A4-4D58-A8C4-A0E1502ACE36}" dt="2026-07-29T18:17:07.979" v="3221" actId="554"/>
            <ac:spMkLst>
              <pc:docMk/>
              <pc:sldMasterMk cId="1279804991" sldId="2147483648"/>
              <pc:sldLayoutMk cId="1144645355" sldId="2147483688"/>
              <ac:spMk id="63" creationId="{A77F8945-6055-207B-6849-A1001A33ACD7}"/>
            </ac:spMkLst>
          </pc:spChg>
          <pc:spChg chg="mod">
            <ac:chgData name="Guilherme da Costa Criscuolo" userId="ca8b11d29e1e8585" providerId="LiveId" clId="{E7E5DE29-60A4-4D58-A8C4-A0E1502ACE36}" dt="2026-07-29T18:16:53.007" v="3218" actId="555"/>
            <ac:spMkLst>
              <pc:docMk/>
              <pc:sldMasterMk cId="1279804991" sldId="2147483648"/>
              <pc:sldLayoutMk cId="1144645355" sldId="2147483688"/>
              <ac:spMk id="66" creationId="{258686F2-CE7B-E1DB-66B3-57C3D912C62B}"/>
            </ac:spMkLst>
          </pc:spChg>
          <pc:spChg chg="mod">
            <ac:chgData name="Guilherme da Costa Criscuolo" userId="ca8b11d29e1e8585" providerId="LiveId" clId="{E7E5DE29-60A4-4D58-A8C4-A0E1502ACE36}" dt="2026-07-29T18:17:03.421" v="3220" actId="555"/>
            <ac:spMkLst>
              <pc:docMk/>
              <pc:sldMasterMk cId="1279804991" sldId="2147483648"/>
              <pc:sldLayoutMk cId="1144645355" sldId="2147483688"/>
              <ac:spMk id="67" creationId="{E7350214-FD69-63FD-A49D-A5168145186E}"/>
            </ac:spMkLst>
          </pc:spChg>
          <pc:spChg chg="mod">
            <ac:chgData name="Guilherme da Costa Criscuolo" userId="ca8b11d29e1e8585" providerId="LiveId" clId="{E7E5DE29-60A4-4D58-A8C4-A0E1502ACE36}" dt="2026-07-29T18:16:59.053" v="3219" actId="554"/>
            <ac:spMkLst>
              <pc:docMk/>
              <pc:sldMasterMk cId="1279804991" sldId="2147483648"/>
              <pc:sldLayoutMk cId="1144645355" sldId="2147483688"/>
              <ac:spMk id="68" creationId="{CCF7B8A1-D099-25EB-4593-ABA9CC68267E}"/>
            </ac:spMkLst>
          </pc:spChg>
          <pc:spChg chg="mod">
            <ac:chgData name="Guilherme da Costa Criscuolo" userId="ca8b11d29e1e8585" providerId="LiveId" clId="{E7E5DE29-60A4-4D58-A8C4-A0E1502ACE36}" dt="2026-07-29T18:17:07.979" v="3221" actId="554"/>
            <ac:spMkLst>
              <pc:docMk/>
              <pc:sldMasterMk cId="1279804991" sldId="2147483648"/>
              <pc:sldLayoutMk cId="1144645355" sldId="2147483688"/>
              <ac:spMk id="69" creationId="{412651A9-4CFA-4604-19C7-7093427C873A}"/>
            </ac:spMkLst>
          </pc:spChg>
          <pc:spChg chg="del">
            <ac:chgData name="Guilherme da Costa Criscuolo" userId="ca8b11d29e1e8585" providerId="LiveId" clId="{E7E5DE29-60A4-4D58-A8C4-A0E1502ACE36}" dt="2026-07-29T16:03:43.438" v="1615" actId="478"/>
            <ac:spMkLst>
              <pc:docMk/>
              <pc:sldMasterMk cId="1279804991" sldId="2147483648"/>
              <pc:sldLayoutMk cId="1144645355" sldId="2147483688"/>
              <ac:spMk id="70" creationId="{A7712733-3F86-6A73-3346-2E5688A1BF2F}"/>
            </ac:spMkLst>
          </pc:spChg>
          <pc:spChg chg="del">
            <ac:chgData name="Guilherme da Costa Criscuolo" userId="ca8b11d29e1e8585" providerId="LiveId" clId="{E7E5DE29-60A4-4D58-A8C4-A0E1502ACE36}" dt="2026-07-29T16:03:43.438" v="1615" actId="478"/>
            <ac:spMkLst>
              <pc:docMk/>
              <pc:sldMasterMk cId="1279804991" sldId="2147483648"/>
              <pc:sldLayoutMk cId="1144645355" sldId="2147483688"/>
              <ac:spMk id="71" creationId="{C19A8040-69B3-2303-C3BD-063638BDE12D}"/>
            </ac:spMkLst>
          </pc:spChg>
        </pc:sldLayoutChg>
        <pc:sldLayoutChg chg="addSp delSp modSp add mod ord modTransition">
          <pc:chgData name="Guilherme da Costa Criscuolo" userId="ca8b11d29e1e8585" providerId="LiveId" clId="{E7E5DE29-60A4-4D58-A8C4-A0E1502ACE36}" dt="2026-07-29T18:25:27.807" v="3353" actId="1038"/>
          <pc:sldLayoutMkLst>
            <pc:docMk/>
            <pc:sldMasterMk cId="1279804991" sldId="2147483648"/>
            <pc:sldLayoutMk cId="760271926" sldId="2147483689"/>
          </pc:sldLayoutMkLst>
          <pc:spChg chg="add del mod">
            <ac:chgData name="Guilherme da Costa Criscuolo" userId="ca8b11d29e1e8585" providerId="LiveId" clId="{E7E5DE29-60A4-4D58-A8C4-A0E1502ACE36}" dt="2026-07-29T18:20:59.580" v="3279" actId="21"/>
            <ac:spMkLst>
              <pc:docMk/>
              <pc:sldMasterMk cId="1279804991" sldId="2147483648"/>
              <pc:sldLayoutMk cId="760271926" sldId="2147483689"/>
              <ac:spMk id="5" creationId="{33F639C9-5D7C-8211-26DF-67C225C73BD5}"/>
            </ac:spMkLst>
          </pc:spChg>
          <pc:spChg chg="add del mod">
            <ac:chgData name="Guilherme da Costa Criscuolo" userId="ca8b11d29e1e8585" providerId="LiveId" clId="{E7E5DE29-60A4-4D58-A8C4-A0E1502ACE36}" dt="2026-07-29T18:25:11.973" v="3351" actId="21"/>
            <ac:spMkLst>
              <pc:docMk/>
              <pc:sldMasterMk cId="1279804991" sldId="2147483648"/>
              <pc:sldLayoutMk cId="760271926" sldId="2147483689"/>
              <ac:spMk id="6" creationId="{0EA5B92A-B9A6-43FC-FB55-EF8B241A167A}"/>
            </ac:spMkLst>
          </pc:spChg>
          <pc:spChg chg="add del mod">
            <ac:chgData name="Guilherme da Costa Criscuolo" userId="ca8b11d29e1e8585" providerId="LiveId" clId="{E7E5DE29-60A4-4D58-A8C4-A0E1502ACE36}" dt="2026-07-29T18:25:11.973" v="3351" actId="21"/>
            <ac:spMkLst>
              <pc:docMk/>
              <pc:sldMasterMk cId="1279804991" sldId="2147483648"/>
              <pc:sldLayoutMk cId="760271926" sldId="2147483689"/>
              <ac:spMk id="7" creationId="{C3037968-F1A1-B8AC-ECF2-4BC3DACFC608}"/>
            </ac:spMkLst>
          </pc:spChg>
          <pc:spChg chg="add del mod">
            <ac:chgData name="Guilherme da Costa Criscuolo" userId="ca8b11d29e1e8585" providerId="LiveId" clId="{E7E5DE29-60A4-4D58-A8C4-A0E1502ACE36}" dt="2026-07-29T18:19:35.625" v="3257" actId="21"/>
            <ac:spMkLst>
              <pc:docMk/>
              <pc:sldMasterMk cId="1279804991" sldId="2147483648"/>
              <pc:sldLayoutMk cId="760271926" sldId="2147483689"/>
              <ac:spMk id="9" creationId="{D74F8A2E-D3D3-6BFF-F3C7-640F0258A35A}"/>
            </ac:spMkLst>
          </pc:spChg>
          <pc:spChg chg="add del mod">
            <ac:chgData name="Guilherme da Costa Criscuolo" userId="ca8b11d29e1e8585" providerId="LiveId" clId="{E7E5DE29-60A4-4D58-A8C4-A0E1502ACE36}" dt="2026-07-29T18:19:35.625" v="3257" actId="21"/>
            <ac:spMkLst>
              <pc:docMk/>
              <pc:sldMasterMk cId="1279804991" sldId="2147483648"/>
              <pc:sldLayoutMk cId="760271926" sldId="2147483689"/>
              <ac:spMk id="10" creationId="{B70E210D-ED21-0953-0069-F519D8CBE26A}"/>
            </ac:spMkLst>
          </pc:spChg>
          <pc:spChg chg="add del mod">
            <ac:chgData name="Guilherme da Costa Criscuolo" userId="ca8b11d29e1e8585" providerId="LiveId" clId="{E7E5DE29-60A4-4D58-A8C4-A0E1502ACE36}" dt="2026-07-29T18:19:35.625" v="3257" actId="21"/>
            <ac:spMkLst>
              <pc:docMk/>
              <pc:sldMasterMk cId="1279804991" sldId="2147483648"/>
              <pc:sldLayoutMk cId="760271926" sldId="2147483689"/>
              <ac:spMk id="14" creationId="{A1EBAE24-FC53-4DD7-48B7-4BC26CB7BD4E}"/>
            </ac:spMkLst>
          </pc:spChg>
          <pc:spChg chg="add del mod">
            <ac:chgData name="Guilherme da Costa Criscuolo" userId="ca8b11d29e1e8585" providerId="LiveId" clId="{E7E5DE29-60A4-4D58-A8C4-A0E1502ACE36}" dt="2026-07-29T18:19:35.625" v="3257" actId="21"/>
            <ac:spMkLst>
              <pc:docMk/>
              <pc:sldMasterMk cId="1279804991" sldId="2147483648"/>
              <pc:sldLayoutMk cId="760271926" sldId="2147483689"/>
              <ac:spMk id="15" creationId="{143EF1FF-4095-C497-9D7F-E25B8882C96C}"/>
            </ac:spMkLst>
          </pc:spChg>
          <pc:spChg chg="mod">
            <ac:chgData name="Guilherme da Costa Criscuolo" userId="ca8b11d29e1e8585" providerId="LiveId" clId="{E7E5DE29-60A4-4D58-A8C4-A0E1502ACE36}" dt="2026-07-29T18:25:27.807" v="3353" actId="1038"/>
            <ac:spMkLst>
              <pc:docMk/>
              <pc:sldMasterMk cId="1279804991" sldId="2147483648"/>
              <pc:sldLayoutMk cId="760271926" sldId="2147483689"/>
              <ac:spMk id="16" creationId="{0372A52D-F1A8-5936-6E45-8A9D0637D760}"/>
            </ac:spMkLst>
          </pc:spChg>
          <pc:spChg chg="add del mod">
            <ac:chgData name="Guilherme da Costa Criscuolo" userId="ca8b11d29e1e8585" providerId="LiveId" clId="{E7E5DE29-60A4-4D58-A8C4-A0E1502ACE36}" dt="2026-07-29T18:25:11.973" v="3351" actId="21"/>
            <ac:spMkLst>
              <pc:docMk/>
              <pc:sldMasterMk cId="1279804991" sldId="2147483648"/>
              <pc:sldLayoutMk cId="760271926" sldId="2147483689"/>
              <ac:spMk id="17" creationId="{E1E9FA28-4D70-6CAD-55A2-829F3E20E7F1}"/>
            </ac:spMkLst>
          </pc:spChg>
          <pc:spChg chg="add del mod">
            <ac:chgData name="Guilherme da Costa Criscuolo" userId="ca8b11d29e1e8585" providerId="LiveId" clId="{E7E5DE29-60A4-4D58-A8C4-A0E1502ACE36}" dt="2026-07-29T18:25:11.973" v="3351" actId="21"/>
            <ac:spMkLst>
              <pc:docMk/>
              <pc:sldMasterMk cId="1279804991" sldId="2147483648"/>
              <pc:sldLayoutMk cId="760271926" sldId="2147483689"/>
              <ac:spMk id="18" creationId="{217255CA-AE13-4A6A-E6C7-83FD15F5A061}"/>
            </ac:spMkLst>
          </pc:spChg>
          <pc:spChg chg="mod">
            <ac:chgData name="Guilherme da Costa Criscuolo" userId="ca8b11d29e1e8585" providerId="LiveId" clId="{E7E5DE29-60A4-4D58-A8C4-A0E1502ACE36}" dt="2026-07-29T18:25:27.807" v="3353" actId="1038"/>
            <ac:spMkLst>
              <pc:docMk/>
              <pc:sldMasterMk cId="1279804991" sldId="2147483648"/>
              <pc:sldLayoutMk cId="760271926" sldId="2147483689"/>
              <ac:spMk id="20" creationId="{846DA417-FACE-12DA-9258-AFBED6A43906}"/>
            </ac:spMkLst>
          </pc:spChg>
          <pc:spChg chg="mod">
            <ac:chgData name="Guilherme da Costa Criscuolo" userId="ca8b11d29e1e8585" providerId="LiveId" clId="{E7E5DE29-60A4-4D58-A8C4-A0E1502ACE36}" dt="2026-07-29T18:17:57.307" v="3241" actId="1076"/>
            <ac:spMkLst>
              <pc:docMk/>
              <pc:sldMasterMk cId="1279804991" sldId="2147483648"/>
              <pc:sldLayoutMk cId="760271926" sldId="2147483689"/>
              <ac:spMk id="21" creationId="{42652471-1B40-279E-6DD4-11C315B6CFB1}"/>
            </ac:spMkLst>
          </pc:spChg>
          <pc:spChg chg="mod">
            <ac:chgData name="Guilherme da Costa Criscuolo" userId="ca8b11d29e1e8585" providerId="LiveId" clId="{E7E5DE29-60A4-4D58-A8C4-A0E1502ACE36}" dt="2026-07-29T18:25:27.807" v="3353" actId="1038"/>
            <ac:spMkLst>
              <pc:docMk/>
              <pc:sldMasterMk cId="1279804991" sldId="2147483648"/>
              <pc:sldLayoutMk cId="760271926" sldId="2147483689"/>
              <ac:spMk id="23" creationId="{5B28F855-44B5-8B65-3145-F56D6BB0A858}"/>
            </ac:spMkLst>
          </pc:spChg>
          <pc:spChg chg="mod">
            <ac:chgData name="Guilherme da Costa Criscuolo" userId="ca8b11d29e1e8585" providerId="LiveId" clId="{E7E5DE29-60A4-4D58-A8C4-A0E1502ACE36}" dt="2026-07-29T18:25:27.807" v="3353" actId="1038"/>
            <ac:spMkLst>
              <pc:docMk/>
              <pc:sldMasterMk cId="1279804991" sldId="2147483648"/>
              <pc:sldLayoutMk cId="760271926" sldId="2147483689"/>
              <ac:spMk id="25" creationId="{4F5B1AC3-0D47-5608-E2FF-B34B93478C80}"/>
            </ac:spMkLst>
          </pc:spChg>
          <pc:spChg chg="mod">
            <ac:chgData name="Guilherme da Costa Criscuolo" userId="ca8b11d29e1e8585" providerId="LiveId" clId="{E7E5DE29-60A4-4D58-A8C4-A0E1502ACE36}" dt="2026-07-29T18:25:27.807" v="3353" actId="1038"/>
            <ac:spMkLst>
              <pc:docMk/>
              <pc:sldMasterMk cId="1279804991" sldId="2147483648"/>
              <pc:sldLayoutMk cId="760271926" sldId="2147483689"/>
              <ac:spMk id="27" creationId="{AA2EC304-7E7D-846B-84CD-5DFA1677CB16}"/>
            </ac:spMkLst>
          </pc:spChg>
          <pc:spChg chg="mod">
            <ac:chgData name="Guilherme da Costa Criscuolo" userId="ca8b11d29e1e8585" providerId="LiveId" clId="{E7E5DE29-60A4-4D58-A8C4-A0E1502ACE36}" dt="2026-07-29T18:25:27.807" v="3353" actId="1038"/>
            <ac:spMkLst>
              <pc:docMk/>
              <pc:sldMasterMk cId="1279804991" sldId="2147483648"/>
              <pc:sldLayoutMk cId="760271926" sldId="2147483689"/>
              <ac:spMk id="29" creationId="{8721FAE4-76B5-8520-63D3-537E9853A1B7}"/>
            </ac:spMkLst>
          </pc:spChg>
          <pc:spChg chg="mod">
            <ac:chgData name="Guilherme da Costa Criscuolo" userId="ca8b11d29e1e8585" providerId="LiveId" clId="{E7E5DE29-60A4-4D58-A8C4-A0E1502ACE36}" dt="2026-07-29T18:25:27.807" v="3353" actId="1038"/>
            <ac:spMkLst>
              <pc:docMk/>
              <pc:sldMasterMk cId="1279804991" sldId="2147483648"/>
              <pc:sldLayoutMk cId="760271926" sldId="2147483689"/>
              <ac:spMk id="31" creationId="{18026DEF-9BD3-EAD4-C436-6D0DD7BBF233}"/>
            </ac:spMkLst>
          </pc:spChg>
          <pc:spChg chg="del mod">
            <ac:chgData name="Guilherme da Costa Criscuolo" userId="ca8b11d29e1e8585" providerId="LiveId" clId="{E7E5DE29-60A4-4D58-A8C4-A0E1502ACE36}" dt="2026-07-29T16:05:37.271" v="1643" actId="478"/>
            <ac:spMkLst>
              <pc:docMk/>
              <pc:sldMasterMk cId="1279804991" sldId="2147483648"/>
              <pc:sldLayoutMk cId="760271926" sldId="2147483689"/>
              <ac:spMk id="33" creationId="{2218926F-C771-32B9-A8A5-FB84146130E4}"/>
            </ac:spMkLst>
          </pc:spChg>
          <pc:spChg chg="del">
            <ac:chgData name="Guilherme da Costa Criscuolo" userId="ca8b11d29e1e8585" providerId="LiveId" clId="{E7E5DE29-60A4-4D58-A8C4-A0E1502ACE36}" dt="2026-07-29T16:04:36.735" v="1628" actId="478"/>
            <ac:spMkLst>
              <pc:docMk/>
              <pc:sldMasterMk cId="1279804991" sldId="2147483648"/>
              <pc:sldLayoutMk cId="760271926" sldId="2147483689"/>
              <ac:spMk id="35" creationId="{D25FC284-9F5E-8F3F-7D42-CDE206E4AE0B}"/>
            </ac:spMkLst>
          </pc:spChg>
          <pc:spChg chg="mod">
            <ac:chgData name="Guilherme da Costa Criscuolo" userId="ca8b11d29e1e8585" providerId="LiveId" clId="{E7E5DE29-60A4-4D58-A8C4-A0E1502ACE36}" dt="2026-07-29T18:25:05.704" v="3349" actId="554"/>
            <ac:spMkLst>
              <pc:docMk/>
              <pc:sldMasterMk cId="1279804991" sldId="2147483648"/>
              <pc:sldLayoutMk cId="760271926" sldId="2147483689"/>
              <ac:spMk id="39" creationId="{DA213EB3-8646-400F-D3CA-1172E94B3074}"/>
            </ac:spMkLst>
          </pc:spChg>
          <pc:spChg chg="mod">
            <ac:chgData name="Guilherme da Costa Criscuolo" userId="ca8b11d29e1e8585" providerId="LiveId" clId="{E7E5DE29-60A4-4D58-A8C4-A0E1502ACE36}" dt="2026-07-29T18:25:10.141" v="3350" actId="554"/>
            <ac:spMkLst>
              <pc:docMk/>
              <pc:sldMasterMk cId="1279804991" sldId="2147483648"/>
              <pc:sldLayoutMk cId="760271926" sldId="2147483689"/>
              <ac:spMk id="50" creationId="{072CD9E8-22D1-4858-0646-E51BF3839BED}"/>
            </ac:spMkLst>
          </pc:spChg>
          <pc:spChg chg="mod">
            <ac:chgData name="Guilherme da Costa Criscuolo" userId="ca8b11d29e1e8585" providerId="LiveId" clId="{E7E5DE29-60A4-4D58-A8C4-A0E1502ACE36}" dt="2026-07-29T18:24:56.896" v="3347" actId="555"/>
            <ac:spMkLst>
              <pc:docMk/>
              <pc:sldMasterMk cId="1279804991" sldId="2147483648"/>
              <pc:sldLayoutMk cId="760271926" sldId="2147483689"/>
              <ac:spMk id="52" creationId="{A13903D3-C71A-FDF2-7689-436686132EA5}"/>
            </ac:spMkLst>
          </pc:spChg>
          <pc:spChg chg="mod">
            <ac:chgData name="Guilherme da Costa Criscuolo" userId="ca8b11d29e1e8585" providerId="LiveId" clId="{E7E5DE29-60A4-4D58-A8C4-A0E1502ACE36}" dt="2026-07-29T18:25:00.896" v="3348" actId="555"/>
            <ac:spMkLst>
              <pc:docMk/>
              <pc:sldMasterMk cId="1279804991" sldId="2147483648"/>
              <pc:sldLayoutMk cId="760271926" sldId="2147483689"/>
              <ac:spMk id="53" creationId="{3F167763-51EE-8357-DE14-01E6655FC6B8}"/>
            </ac:spMkLst>
          </pc:spChg>
          <pc:spChg chg="mod">
            <ac:chgData name="Guilherme da Costa Criscuolo" userId="ca8b11d29e1e8585" providerId="LiveId" clId="{E7E5DE29-60A4-4D58-A8C4-A0E1502ACE36}" dt="2026-07-29T18:25:05.704" v="3349" actId="554"/>
            <ac:spMkLst>
              <pc:docMk/>
              <pc:sldMasterMk cId="1279804991" sldId="2147483648"/>
              <pc:sldLayoutMk cId="760271926" sldId="2147483689"/>
              <ac:spMk id="54" creationId="{454D3111-AB5E-B440-3AF5-A720C0C25189}"/>
            </ac:spMkLst>
          </pc:spChg>
          <pc:spChg chg="mod">
            <ac:chgData name="Guilherme da Costa Criscuolo" userId="ca8b11d29e1e8585" providerId="LiveId" clId="{E7E5DE29-60A4-4D58-A8C4-A0E1502ACE36}" dt="2026-07-29T18:25:10.141" v="3350" actId="554"/>
            <ac:spMkLst>
              <pc:docMk/>
              <pc:sldMasterMk cId="1279804991" sldId="2147483648"/>
              <pc:sldLayoutMk cId="760271926" sldId="2147483689"/>
              <ac:spMk id="55" creationId="{291DF375-205D-D87D-51B2-F8B88EC1251D}"/>
            </ac:spMkLst>
          </pc:spChg>
          <pc:spChg chg="mod">
            <ac:chgData name="Guilherme da Costa Criscuolo" userId="ca8b11d29e1e8585" providerId="LiveId" clId="{E7E5DE29-60A4-4D58-A8C4-A0E1502ACE36}" dt="2026-07-29T18:24:56.896" v="3347" actId="555"/>
            <ac:spMkLst>
              <pc:docMk/>
              <pc:sldMasterMk cId="1279804991" sldId="2147483648"/>
              <pc:sldLayoutMk cId="760271926" sldId="2147483689"/>
              <ac:spMk id="56" creationId="{73498421-AB74-88E8-FAA6-308B60D2BA05}"/>
            </ac:spMkLst>
          </pc:spChg>
          <pc:spChg chg="mod">
            <ac:chgData name="Guilherme da Costa Criscuolo" userId="ca8b11d29e1e8585" providerId="LiveId" clId="{E7E5DE29-60A4-4D58-A8C4-A0E1502ACE36}" dt="2026-07-29T18:25:00.896" v="3348" actId="555"/>
            <ac:spMkLst>
              <pc:docMk/>
              <pc:sldMasterMk cId="1279804991" sldId="2147483648"/>
              <pc:sldLayoutMk cId="760271926" sldId="2147483689"/>
              <ac:spMk id="57" creationId="{C05832E4-02DF-65D8-04BD-A0D7B364B571}"/>
            </ac:spMkLst>
          </pc:spChg>
          <pc:spChg chg="mod">
            <ac:chgData name="Guilherme da Costa Criscuolo" userId="ca8b11d29e1e8585" providerId="LiveId" clId="{E7E5DE29-60A4-4D58-A8C4-A0E1502ACE36}" dt="2026-07-29T18:25:05.704" v="3349" actId="554"/>
            <ac:spMkLst>
              <pc:docMk/>
              <pc:sldMasterMk cId="1279804991" sldId="2147483648"/>
              <pc:sldLayoutMk cId="760271926" sldId="2147483689"/>
              <ac:spMk id="58" creationId="{87C4B955-CE3C-7658-83DB-E984FB159880}"/>
            </ac:spMkLst>
          </pc:spChg>
          <pc:spChg chg="mod">
            <ac:chgData name="Guilherme da Costa Criscuolo" userId="ca8b11d29e1e8585" providerId="LiveId" clId="{E7E5DE29-60A4-4D58-A8C4-A0E1502ACE36}" dt="2026-07-29T18:25:10.141" v="3350" actId="554"/>
            <ac:spMkLst>
              <pc:docMk/>
              <pc:sldMasterMk cId="1279804991" sldId="2147483648"/>
              <pc:sldLayoutMk cId="760271926" sldId="2147483689"/>
              <ac:spMk id="59" creationId="{9D4ECDF0-FBFB-B3DD-9DE7-2CD924838173}"/>
            </ac:spMkLst>
          </pc:spChg>
          <pc:spChg chg="mod">
            <ac:chgData name="Guilherme da Costa Criscuolo" userId="ca8b11d29e1e8585" providerId="LiveId" clId="{E7E5DE29-60A4-4D58-A8C4-A0E1502ACE36}" dt="2026-07-29T18:24:56.896" v="3347" actId="555"/>
            <ac:spMkLst>
              <pc:docMk/>
              <pc:sldMasterMk cId="1279804991" sldId="2147483648"/>
              <pc:sldLayoutMk cId="760271926" sldId="2147483689"/>
              <ac:spMk id="60" creationId="{F9B2C3BB-9A01-85B1-CF98-25DDF17A50F8}"/>
            </ac:spMkLst>
          </pc:spChg>
          <pc:spChg chg="mod">
            <ac:chgData name="Guilherme da Costa Criscuolo" userId="ca8b11d29e1e8585" providerId="LiveId" clId="{E7E5DE29-60A4-4D58-A8C4-A0E1502ACE36}" dt="2026-07-29T18:25:00.896" v="3348" actId="555"/>
            <ac:spMkLst>
              <pc:docMk/>
              <pc:sldMasterMk cId="1279804991" sldId="2147483648"/>
              <pc:sldLayoutMk cId="760271926" sldId="2147483689"/>
              <ac:spMk id="61" creationId="{01FF3F33-78C5-C145-B69C-15C1649B9680}"/>
            </ac:spMkLst>
          </pc:spChg>
          <pc:spChg chg="mod">
            <ac:chgData name="Guilherme da Costa Criscuolo" userId="ca8b11d29e1e8585" providerId="LiveId" clId="{E7E5DE29-60A4-4D58-A8C4-A0E1502ACE36}" dt="2026-07-29T18:25:05.704" v="3349" actId="554"/>
            <ac:spMkLst>
              <pc:docMk/>
              <pc:sldMasterMk cId="1279804991" sldId="2147483648"/>
              <pc:sldLayoutMk cId="760271926" sldId="2147483689"/>
              <ac:spMk id="62" creationId="{40691990-512F-C1E4-CAEC-18DCF23E06DD}"/>
            </ac:spMkLst>
          </pc:spChg>
          <pc:spChg chg="mod">
            <ac:chgData name="Guilherme da Costa Criscuolo" userId="ca8b11d29e1e8585" providerId="LiveId" clId="{E7E5DE29-60A4-4D58-A8C4-A0E1502ACE36}" dt="2026-07-29T18:25:10.141" v="3350" actId="554"/>
            <ac:spMkLst>
              <pc:docMk/>
              <pc:sldMasterMk cId="1279804991" sldId="2147483648"/>
              <pc:sldLayoutMk cId="760271926" sldId="2147483689"/>
              <ac:spMk id="63" creationId="{A77F8945-6055-207B-6849-A1001A33ACD7}"/>
            </ac:spMkLst>
          </pc:spChg>
          <pc:spChg chg="del mod">
            <ac:chgData name="Guilherme da Costa Criscuolo" userId="ca8b11d29e1e8585" providerId="LiveId" clId="{E7E5DE29-60A4-4D58-A8C4-A0E1502ACE36}" dt="2026-07-29T16:05:37.271" v="1643" actId="478"/>
            <ac:spMkLst>
              <pc:docMk/>
              <pc:sldMasterMk cId="1279804991" sldId="2147483648"/>
              <pc:sldLayoutMk cId="760271926" sldId="2147483689"/>
              <ac:spMk id="66" creationId="{258686F2-CE7B-E1DB-66B3-57C3D912C62B}"/>
            </ac:spMkLst>
          </pc:spChg>
          <pc:spChg chg="del mod">
            <ac:chgData name="Guilherme da Costa Criscuolo" userId="ca8b11d29e1e8585" providerId="LiveId" clId="{E7E5DE29-60A4-4D58-A8C4-A0E1502ACE36}" dt="2026-07-29T16:05:37.271" v="1643" actId="478"/>
            <ac:spMkLst>
              <pc:docMk/>
              <pc:sldMasterMk cId="1279804991" sldId="2147483648"/>
              <pc:sldLayoutMk cId="760271926" sldId="2147483689"/>
              <ac:spMk id="67" creationId="{E7350214-FD69-63FD-A49D-A5168145186E}"/>
            </ac:spMkLst>
          </pc:spChg>
          <pc:spChg chg="del">
            <ac:chgData name="Guilherme da Costa Criscuolo" userId="ca8b11d29e1e8585" providerId="LiveId" clId="{E7E5DE29-60A4-4D58-A8C4-A0E1502ACE36}" dt="2026-07-29T16:04:36.735" v="1628" actId="478"/>
            <ac:spMkLst>
              <pc:docMk/>
              <pc:sldMasterMk cId="1279804991" sldId="2147483648"/>
              <pc:sldLayoutMk cId="760271926" sldId="2147483689"/>
              <ac:spMk id="68" creationId="{CCF7B8A1-D099-25EB-4593-ABA9CC68267E}"/>
            </ac:spMkLst>
          </pc:spChg>
          <pc:spChg chg="del">
            <ac:chgData name="Guilherme da Costa Criscuolo" userId="ca8b11d29e1e8585" providerId="LiveId" clId="{E7E5DE29-60A4-4D58-A8C4-A0E1502ACE36}" dt="2026-07-29T16:04:36.735" v="1628" actId="478"/>
            <ac:spMkLst>
              <pc:docMk/>
              <pc:sldMasterMk cId="1279804991" sldId="2147483648"/>
              <pc:sldLayoutMk cId="760271926" sldId="2147483689"/>
              <ac:spMk id="69" creationId="{412651A9-4CFA-4604-19C7-7093427C873A}"/>
            </ac:spMkLst>
          </pc:spChg>
          <pc:cxnChg chg="mod">
            <ac:chgData name="Guilherme da Costa Criscuolo" userId="ca8b11d29e1e8585" providerId="LiveId" clId="{E7E5DE29-60A4-4D58-A8C4-A0E1502ACE36}" dt="2026-07-29T18:20:57.989" v="3278" actId="12789"/>
            <ac:cxnSpMkLst>
              <pc:docMk/>
              <pc:sldMasterMk cId="1279804991" sldId="2147483648"/>
              <pc:sldLayoutMk cId="760271926" sldId="2147483689"/>
              <ac:cxnSpMk id="3" creationId="{726B69E3-26E5-D147-B353-823F03AB80B5}"/>
            </ac:cxnSpMkLst>
          </pc:cxnChg>
        </pc:sldLayoutChg>
        <pc:sldLayoutChg chg="addSp delSp modSp add mod modTransition">
          <pc:chgData name="Guilherme da Costa Criscuolo" userId="ca8b11d29e1e8585" providerId="LiveId" clId="{E7E5DE29-60A4-4D58-A8C4-A0E1502ACE36}" dt="2026-07-29T18:26:29.222" v="3366" actId="1076"/>
          <pc:sldLayoutMkLst>
            <pc:docMk/>
            <pc:sldMasterMk cId="1279804991" sldId="2147483648"/>
            <pc:sldLayoutMk cId="773247594" sldId="2147483690"/>
          </pc:sldLayoutMkLst>
          <pc:spChg chg="add del mod">
            <ac:chgData name="Guilherme da Costa Criscuolo" userId="ca8b11d29e1e8585" providerId="LiveId" clId="{E7E5DE29-60A4-4D58-A8C4-A0E1502ACE36}" dt="2026-07-29T18:19:12.661" v="3254" actId="478"/>
            <ac:spMkLst>
              <pc:docMk/>
              <pc:sldMasterMk cId="1279804991" sldId="2147483648"/>
              <pc:sldLayoutMk cId="773247594" sldId="2147483690"/>
              <ac:spMk id="5" creationId="{6F244169-F00F-E3AD-30E8-0489303F7CFC}"/>
            </ac:spMkLst>
          </pc:spChg>
          <pc:spChg chg="add del mod">
            <ac:chgData name="Guilherme da Costa Criscuolo" userId="ca8b11d29e1e8585" providerId="LiveId" clId="{E7E5DE29-60A4-4D58-A8C4-A0E1502ACE36}" dt="2026-07-29T18:20:52.700" v="3276" actId="21"/>
            <ac:spMkLst>
              <pc:docMk/>
              <pc:sldMasterMk cId="1279804991" sldId="2147483648"/>
              <pc:sldLayoutMk cId="773247594" sldId="2147483690"/>
              <ac:spMk id="7" creationId="{F78E70AC-24CB-6825-3D7F-748332ABC11A}"/>
            </ac:spMkLst>
          </pc:spChg>
          <pc:spChg chg="add del mod">
            <ac:chgData name="Guilherme da Costa Criscuolo" userId="ca8b11d29e1e8585" providerId="LiveId" clId="{E7E5DE29-60A4-4D58-A8C4-A0E1502ACE36}" dt="2026-07-29T18:26:20.092" v="3365" actId="478"/>
            <ac:spMkLst>
              <pc:docMk/>
              <pc:sldMasterMk cId="1279804991" sldId="2147483648"/>
              <pc:sldLayoutMk cId="773247594" sldId="2147483690"/>
              <ac:spMk id="9" creationId="{0EA5B92A-B9A6-43FC-FB55-EF8B241A167A}"/>
            </ac:spMkLst>
          </pc:spChg>
          <pc:spChg chg="add del mod">
            <ac:chgData name="Guilherme da Costa Criscuolo" userId="ca8b11d29e1e8585" providerId="LiveId" clId="{E7E5DE29-60A4-4D58-A8C4-A0E1502ACE36}" dt="2026-07-29T18:26:20.092" v="3365" actId="478"/>
            <ac:spMkLst>
              <pc:docMk/>
              <pc:sldMasterMk cId="1279804991" sldId="2147483648"/>
              <pc:sldLayoutMk cId="773247594" sldId="2147483690"/>
              <ac:spMk id="10" creationId="{C3037968-F1A1-B8AC-ECF2-4BC3DACFC608}"/>
            </ac:spMkLst>
          </pc:spChg>
          <pc:spChg chg="mod">
            <ac:chgData name="Guilherme da Costa Criscuolo" userId="ca8b11d29e1e8585" providerId="LiveId" clId="{E7E5DE29-60A4-4D58-A8C4-A0E1502ACE36}" dt="2026-07-29T18:26:29.222" v="3366" actId="1076"/>
            <ac:spMkLst>
              <pc:docMk/>
              <pc:sldMasterMk cId="1279804991" sldId="2147483648"/>
              <pc:sldLayoutMk cId="773247594" sldId="2147483690"/>
              <ac:spMk id="16" creationId="{0372A52D-F1A8-5936-6E45-8A9D0637D760}"/>
            </ac:spMkLst>
          </pc:spChg>
          <pc:spChg chg="add del mod">
            <ac:chgData name="Guilherme da Costa Criscuolo" userId="ca8b11d29e1e8585" providerId="LiveId" clId="{E7E5DE29-60A4-4D58-A8C4-A0E1502ACE36}" dt="2026-07-29T18:26:20.092" v="3365" actId="478"/>
            <ac:spMkLst>
              <pc:docMk/>
              <pc:sldMasterMk cId="1279804991" sldId="2147483648"/>
              <pc:sldLayoutMk cId="773247594" sldId="2147483690"/>
              <ac:spMk id="17" creationId="{E1E9FA28-4D70-6CAD-55A2-829F3E20E7F1}"/>
            </ac:spMkLst>
          </pc:spChg>
          <pc:spChg chg="add del mod">
            <ac:chgData name="Guilherme da Costa Criscuolo" userId="ca8b11d29e1e8585" providerId="LiveId" clId="{E7E5DE29-60A4-4D58-A8C4-A0E1502ACE36}" dt="2026-07-29T18:26:20.092" v="3365" actId="478"/>
            <ac:spMkLst>
              <pc:docMk/>
              <pc:sldMasterMk cId="1279804991" sldId="2147483648"/>
              <pc:sldLayoutMk cId="773247594" sldId="2147483690"/>
              <ac:spMk id="18" creationId="{217255CA-AE13-4A6A-E6C7-83FD15F5A061}"/>
            </ac:spMkLst>
          </pc:spChg>
          <pc:spChg chg="mod">
            <ac:chgData name="Guilherme da Costa Criscuolo" userId="ca8b11d29e1e8585" providerId="LiveId" clId="{E7E5DE29-60A4-4D58-A8C4-A0E1502ACE36}" dt="2026-07-29T18:26:29.222" v="3366" actId="1076"/>
            <ac:spMkLst>
              <pc:docMk/>
              <pc:sldMasterMk cId="1279804991" sldId="2147483648"/>
              <pc:sldLayoutMk cId="773247594" sldId="2147483690"/>
              <ac:spMk id="20" creationId="{846DA417-FACE-12DA-9258-AFBED6A43906}"/>
            </ac:spMkLst>
          </pc:spChg>
          <pc:spChg chg="mod">
            <ac:chgData name="Guilherme da Costa Criscuolo" userId="ca8b11d29e1e8585" providerId="LiveId" clId="{E7E5DE29-60A4-4D58-A8C4-A0E1502ACE36}" dt="2026-07-29T16:37:28.017" v="2223" actId="207"/>
            <ac:spMkLst>
              <pc:docMk/>
              <pc:sldMasterMk cId="1279804991" sldId="2147483648"/>
              <pc:sldLayoutMk cId="773247594" sldId="2147483690"/>
              <ac:spMk id="21" creationId="{42652471-1B40-279E-6DD4-11C315B6CFB1}"/>
            </ac:spMkLst>
          </pc:spChg>
          <pc:spChg chg="mod">
            <ac:chgData name="Guilherme da Costa Criscuolo" userId="ca8b11d29e1e8585" providerId="LiveId" clId="{E7E5DE29-60A4-4D58-A8C4-A0E1502ACE36}" dt="2026-07-29T18:26:29.222" v="3366" actId="1076"/>
            <ac:spMkLst>
              <pc:docMk/>
              <pc:sldMasterMk cId="1279804991" sldId="2147483648"/>
              <pc:sldLayoutMk cId="773247594" sldId="2147483690"/>
              <ac:spMk id="23" creationId="{5B28F855-44B5-8B65-3145-F56D6BB0A858}"/>
            </ac:spMkLst>
          </pc:spChg>
          <pc:spChg chg="mod">
            <ac:chgData name="Guilherme da Costa Criscuolo" userId="ca8b11d29e1e8585" providerId="LiveId" clId="{E7E5DE29-60A4-4D58-A8C4-A0E1502ACE36}" dt="2026-07-29T18:26:29.222" v="3366" actId="1076"/>
            <ac:spMkLst>
              <pc:docMk/>
              <pc:sldMasterMk cId="1279804991" sldId="2147483648"/>
              <pc:sldLayoutMk cId="773247594" sldId="2147483690"/>
              <ac:spMk id="25" creationId="{4F5B1AC3-0D47-5608-E2FF-B34B93478C80}"/>
            </ac:spMkLst>
          </pc:spChg>
          <pc:spChg chg="mod">
            <ac:chgData name="Guilherme da Costa Criscuolo" userId="ca8b11d29e1e8585" providerId="LiveId" clId="{E7E5DE29-60A4-4D58-A8C4-A0E1502ACE36}" dt="2026-07-29T18:26:29.222" v="3366" actId="1076"/>
            <ac:spMkLst>
              <pc:docMk/>
              <pc:sldMasterMk cId="1279804991" sldId="2147483648"/>
              <pc:sldLayoutMk cId="773247594" sldId="2147483690"/>
              <ac:spMk id="27" creationId="{AA2EC304-7E7D-846B-84CD-5DFA1677CB16}"/>
            </ac:spMkLst>
          </pc:spChg>
          <pc:spChg chg="mod">
            <ac:chgData name="Guilherme da Costa Criscuolo" userId="ca8b11d29e1e8585" providerId="LiveId" clId="{E7E5DE29-60A4-4D58-A8C4-A0E1502ACE36}" dt="2026-07-29T18:26:29.222" v="3366" actId="1076"/>
            <ac:spMkLst>
              <pc:docMk/>
              <pc:sldMasterMk cId="1279804991" sldId="2147483648"/>
              <pc:sldLayoutMk cId="773247594" sldId="2147483690"/>
              <ac:spMk id="29" creationId="{8721FAE4-76B5-8520-63D3-537E9853A1B7}"/>
            </ac:spMkLst>
          </pc:spChg>
          <pc:spChg chg="mod">
            <ac:chgData name="Guilherme da Costa Criscuolo" userId="ca8b11d29e1e8585" providerId="LiveId" clId="{E7E5DE29-60A4-4D58-A8C4-A0E1502ACE36}" dt="2026-07-29T18:26:29.222" v="3366" actId="1076"/>
            <ac:spMkLst>
              <pc:docMk/>
              <pc:sldMasterMk cId="1279804991" sldId="2147483648"/>
              <pc:sldLayoutMk cId="773247594" sldId="2147483690"/>
              <ac:spMk id="31" creationId="{18026DEF-9BD3-EAD4-C436-6D0DD7BBF233}"/>
            </ac:spMkLst>
          </pc:spChg>
          <pc:spChg chg="mod">
            <ac:chgData name="Guilherme da Costa Criscuolo" userId="ca8b11d29e1e8585" providerId="LiveId" clId="{E7E5DE29-60A4-4D58-A8C4-A0E1502ACE36}" dt="2026-07-29T18:26:29.222" v="3366" actId="1076"/>
            <ac:spMkLst>
              <pc:docMk/>
              <pc:sldMasterMk cId="1279804991" sldId="2147483648"/>
              <pc:sldLayoutMk cId="773247594" sldId="2147483690"/>
              <ac:spMk id="33" creationId="{2218926F-C771-32B9-A8A5-FB84146130E4}"/>
            </ac:spMkLst>
          </pc:spChg>
          <pc:spChg chg="mod">
            <ac:chgData name="Guilherme da Costa Criscuolo" userId="ca8b11d29e1e8585" providerId="LiveId" clId="{E7E5DE29-60A4-4D58-A8C4-A0E1502ACE36}" dt="2026-07-29T18:26:05.264" v="3361" actId="554"/>
            <ac:spMkLst>
              <pc:docMk/>
              <pc:sldMasterMk cId="1279804991" sldId="2147483648"/>
              <pc:sldLayoutMk cId="773247594" sldId="2147483690"/>
              <ac:spMk id="39" creationId="{DA213EB3-8646-400F-D3CA-1172E94B3074}"/>
            </ac:spMkLst>
          </pc:spChg>
          <pc:spChg chg="mod">
            <ac:chgData name="Guilherme da Costa Criscuolo" userId="ca8b11d29e1e8585" providerId="LiveId" clId="{E7E5DE29-60A4-4D58-A8C4-A0E1502ACE36}" dt="2026-07-29T18:26:17.516" v="3364" actId="554"/>
            <ac:spMkLst>
              <pc:docMk/>
              <pc:sldMasterMk cId="1279804991" sldId="2147483648"/>
              <pc:sldLayoutMk cId="773247594" sldId="2147483690"/>
              <ac:spMk id="50" creationId="{072CD9E8-22D1-4858-0646-E51BF3839BED}"/>
            </ac:spMkLst>
          </pc:spChg>
          <pc:spChg chg="mod">
            <ac:chgData name="Guilherme da Costa Criscuolo" userId="ca8b11d29e1e8585" providerId="LiveId" clId="{E7E5DE29-60A4-4D58-A8C4-A0E1502ACE36}" dt="2026-07-29T18:25:59.974" v="3360" actId="555"/>
            <ac:spMkLst>
              <pc:docMk/>
              <pc:sldMasterMk cId="1279804991" sldId="2147483648"/>
              <pc:sldLayoutMk cId="773247594" sldId="2147483690"/>
              <ac:spMk id="52" creationId="{A13903D3-C71A-FDF2-7689-436686132EA5}"/>
            </ac:spMkLst>
          </pc:spChg>
          <pc:spChg chg="mod">
            <ac:chgData name="Guilherme da Costa Criscuolo" userId="ca8b11d29e1e8585" providerId="LiveId" clId="{E7E5DE29-60A4-4D58-A8C4-A0E1502ACE36}" dt="2026-07-29T18:26:10.383" v="3362" actId="555"/>
            <ac:spMkLst>
              <pc:docMk/>
              <pc:sldMasterMk cId="1279804991" sldId="2147483648"/>
              <pc:sldLayoutMk cId="773247594" sldId="2147483690"/>
              <ac:spMk id="53" creationId="{3F167763-51EE-8357-DE14-01E6655FC6B8}"/>
            </ac:spMkLst>
          </pc:spChg>
          <pc:spChg chg="mod">
            <ac:chgData name="Guilherme da Costa Criscuolo" userId="ca8b11d29e1e8585" providerId="LiveId" clId="{E7E5DE29-60A4-4D58-A8C4-A0E1502ACE36}" dt="2026-07-29T18:26:05.264" v="3361" actId="554"/>
            <ac:spMkLst>
              <pc:docMk/>
              <pc:sldMasterMk cId="1279804991" sldId="2147483648"/>
              <pc:sldLayoutMk cId="773247594" sldId="2147483690"/>
              <ac:spMk id="54" creationId="{454D3111-AB5E-B440-3AF5-A720C0C25189}"/>
            </ac:spMkLst>
          </pc:spChg>
          <pc:spChg chg="mod">
            <ac:chgData name="Guilherme da Costa Criscuolo" userId="ca8b11d29e1e8585" providerId="LiveId" clId="{E7E5DE29-60A4-4D58-A8C4-A0E1502ACE36}" dt="2026-07-29T18:26:17.516" v="3364" actId="554"/>
            <ac:spMkLst>
              <pc:docMk/>
              <pc:sldMasterMk cId="1279804991" sldId="2147483648"/>
              <pc:sldLayoutMk cId="773247594" sldId="2147483690"/>
              <ac:spMk id="55" creationId="{291DF375-205D-D87D-51B2-F8B88EC1251D}"/>
            </ac:spMkLst>
          </pc:spChg>
          <pc:spChg chg="mod">
            <ac:chgData name="Guilherme da Costa Criscuolo" userId="ca8b11d29e1e8585" providerId="LiveId" clId="{E7E5DE29-60A4-4D58-A8C4-A0E1502ACE36}" dt="2026-07-29T18:25:59.974" v="3360" actId="555"/>
            <ac:spMkLst>
              <pc:docMk/>
              <pc:sldMasterMk cId="1279804991" sldId="2147483648"/>
              <pc:sldLayoutMk cId="773247594" sldId="2147483690"/>
              <ac:spMk id="56" creationId="{73498421-AB74-88E8-FAA6-308B60D2BA05}"/>
            </ac:spMkLst>
          </pc:spChg>
          <pc:spChg chg="mod">
            <ac:chgData name="Guilherme da Costa Criscuolo" userId="ca8b11d29e1e8585" providerId="LiveId" clId="{E7E5DE29-60A4-4D58-A8C4-A0E1502ACE36}" dt="2026-07-29T18:26:10.383" v="3362" actId="555"/>
            <ac:spMkLst>
              <pc:docMk/>
              <pc:sldMasterMk cId="1279804991" sldId="2147483648"/>
              <pc:sldLayoutMk cId="773247594" sldId="2147483690"/>
              <ac:spMk id="57" creationId="{C05832E4-02DF-65D8-04BD-A0D7B364B571}"/>
            </ac:spMkLst>
          </pc:spChg>
          <pc:spChg chg="mod">
            <ac:chgData name="Guilherme da Costa Criscuolo" userId="ca8b11d29e1e8585" providerId="LiveId" clId="{E7E5DE29-60A4-4D58-A8C4-A0E1502ACE36}" dt="2026-07-29T18:26:05.264" v="3361" actId="554"/>
            <ac:spMkLst>
              <pc:docMk/>
              <pc:sldMasterMk cId="1279804991" sldId="2147483648"/>
              <pc:sldLayoutMk cId="773247594" sldId="2147483690"/>
              <ac:spMk id="58" creationId="{87C4B955-CE3C-7658-83DB-E984FB159880}"/>
            </ac:spMkLst>
          </pc:spChg>
          <pc:spChg chg="mod">
            <ac:chgData name="Guilherme da Costa Criscuolo" userId="ca8b11d29e1e8585" providerId="LiveId" clId="{E7E5DE29-60A4-4D58-A8C4-A0E1502ACE36}" dt="2026-07-29T18:26:17.516" v="3364" actId="554"/>
            <ac:spMkLst>
              <pc:docMk/>
              <pc:sldMasterMk cId="1279804991" sldId="2147483648"/>
              <pc:sldLayoutMk cId="773247594" sldId="2147483690"/>
              <ac:spMk id="59" creationId="{9D4ECDF0-FBFB-B3DD-9DE7-2CD924838173}"/>
            </ac:spMkLst>
          </pc:spChg>
          <pc:spChg chg="mod">
            <ac:chgData name="Guilherme da Costa Criscuolo" userId="ca8b11d29e1e8585" providerId="LiveId" clId="{E7E5DE29-60A4-4D58-A8C4-A0E1502ACE36}" dt="2026-07-29T18:25:59.974" v="3360" actId="555"/>
            <ac:spMkLst>
              <pc:docMk/>
              <pc:sldMasterMk cId="1279804991" sldId="2147483648"/>
              <pc:sldLayoutMk cId="773247594" sldId="2147483690"/>
              <ac:spMk id="60" creationId="{F9B2C3BB-9A01-85B1-CF98-25DDF17A50F8}"/>
            </ac:spMkLst>
          </pc:spChg>
          <pc:spChg chg="mod">
            <ac:chgData name="Guilherme da Costa Criscuolo" userId="ca8b11d29e1e8585" providerId="LiveId" clId="{E7E5DE29-60A4-4D58-A8C4-A0E1502ACE36}" dt="2026-07-29T18:26:10.383" v="3362" actId="555"/>
            <ac:spMkLst>
              <pc:docMk/>
              <pc:sldMasterMk cId="1279804991" sldId="2147483648"/>
              <pc:sldLayoutMk cId="773247594" sldId="2147483690"/>
              <ac:spMk id="61" creationId="{01FF3F33-78C5-C145-B69C-15C1649B9680}"/>
            </ac:spMkLst>
          </pc:spChg>
          <pc:spChg chg="mod">
            <ac:chgData name="Guilherme da Costa Criscuolo" userId="ca8b11d29e1e8585" providerId="LiveId" clId="{E7E5DE29-60A4-4D58-A8C4-A0E1502ACE36}" dt="2026-07-29T18:26:05.264" v="3361" actId="554"/>
            <ac:spMkLst>
              <pc:docMk/>
              <pc:sldMasterMk cId="1279804991" sldId="2147483648"/>
              <pc:sldLayoutMk cId="773247594" sldId="2147483690"/>
              <ac:spMk id="62" creationId="{40691990-512F-C1E4-CAEC-18DCF23E06DD}"/>
            </ac:spMkLst>
          </pc:spChg>
          <pc:spChg chg="mod">
            <ac:chgData name="Guilherme da Costa Criscuolo" userId="ca8b11d29e1e8585" providerId="LiveId" clId="{E7E5DE29-60A4-4D58-A8C4-A0E1502ACE36}" dt="2026-07-29T18:26:17.516" v="3364" actId="554"/>
            <ac:spMkLst>
              <pc:docMk/>
              <pc:sldMasterMk cId="1279804991" sldId="2147483648"/>
              <pc:sldLayoutMk cId="773247594" sldId="2147483690"/>
              <ac:spMk id="63" creationId="{A77F8945-6055-207B-6849-A1001A33ACD7}"/>
            </ac:spMkLst>
          </pc:spChg>
          <pc:spChg chg="mod">
            <ac:chgData name="Guilherme da Costa Criscuolo" userId="ca8b11d29e1e8585" providerId="LiveId" clId="{E7E5DE29-60A4-4D58-A8C4-A0E1502ACE36}" dt="2026-07-29T18:25:59.974" v="3360" actId="555"/>
            <ac:spMkLst>
              <pc:docMk/>
              <pc:sldMasterMk cId="1279804991" sldId="2147483648"/>
              <pc:sldLayoutMk cId="773247594" sldId="2147483690"/>
              <ac:spMk id="66" creationId="{258686F2-CE7B-E1DB-66B3-57C3D912C62B}"/>
            </ac:spMkLst>
          </pc:spChg>
          <pc:spChg chg="mod">
            <ac:chgData name="Guilherme da Costa Criscuolo" userId="ca8b11d29e1e8585" providerId="LiveId" clId="{E7E5DE29-60A4-4D58-A8C4-A0E1502ACE36}" dt="2026-07-29T18:26:10.383" v="3362" actId="555"/>
            <ac:spMkLst>
              <pc:docMk/>
              <pc:sldMasterMk cId="1279804991" sldId="2147483648"/>
              <pc:sldLayoutMk cId="773247594" sldId="2147483690"/>
              <ac:spMk id="67" creationId="{E7350214-FD69-63FD-A49D-A5168145186E}"/>
            </ac:spMkLst>
          </pc:spChg>
          <pc:cxnChg chg="mod">
            <ac:chgData name="Guilherme da Costa Criscuolo" userId="ca8b11d29e1e8585" providerId="LiveId" clId="{E7E5DE29-60A4-4D58-A8C4-A0E1502ACE36}" dt="2026-07-29T18:25:49.218" v="3357" actId="1076"/>
            <ac:cxnSpMkLst>
              <pc:docMk/>
              <pc:sldMasterMk cId="1279804991" sldId="2147483648"/>
              <pc:sldLayoutMk cId="773247594" sldId="2147483690"/>
              <ac:cxnSpMk id="3" creationId="{726B69E3-26E5-D147-B353-823F03AB80B5}"/>
            </ac:cxnSpMkLst>
          </pc:cxnChg>
        </pc:sldLayoutChg>
        <pc:sldLayoutChg chg="addSp delSp modSp add mod ord modTransition">
          <pc:chgData name="Guilherme da Costa Criscuolo" userId="ca8b11d29e1e8585" providerId="LiveId" clId="{E7E5DE29-60A4-4D58-A8C4-A0E1502ACE36}" dt="2026-07-29T18:24:31.224" v="3343" actId="1037"/>
          <pc:sldLayoutMkLst>
            <pc:docMk/>
            <pc:sldMasterMk cId="1279804991" sldId="2147483648"/>
            <pc:sldLayoutMk cId="4102646049" sldId="2147483691"/>
          </pc:sldLayoutMkLst>
          <pc:spChg chg="add del mod">
            <ac:chgData name="Guilherme da Costa Criscuolo" userId="ca8b11d29e1e8585" providerId="LiveId" clId="{E7E5DE29-60A4-4D58-A8C4-A0E1502ACE36}" dt="2026-07-29T18:21:06.464" v="3282" actId="21"/>
            <ac:spMkLst>
              <pc:docMk/>
              <pc:sldMasterMk cId="1279804991" sldId="2147483648"/>
              <pc:sldLayoutMk cId="4102646049" sldId="2147483691"/>
              <ac:spMk id="5" creationId="{FB65FB70-B264-9CEB-888A-3122E05033AB}"/>
            </ac:spMkLst>
          </pc:spChg>
          <pc:spChg chg="add mod">
            <ac:chgData name="Guilherme da Costa Criscuolo" userId="ca8b11d29e1e8585" providerId="LiveId" clId="{E7E5DE29-60A4-4D58-A8C4-A0E1502ACE36}" dt="2026-07-29T18:23:26.841" v="3329"/>
            <ac:spMkLst>
              <pc:docMk/>
              <pc:sldMasterMk cId="1279804991" sldId="2147483648"/>
              <pc:sldLayoutMk cId="4102646049" sldId="2147483691"/>
              <ac:spMk id="6" creationId="{3E54AA37-6196-0795-E668-A45B73A7C032}"/>
            </ac:spMkLst>
          </pc:spChg>
          <pc:spChg chg="add mod">
            <ac:chgData name="Guilherme da Costa Criscuolo" userId="ca8b11d29e1e8585" providerId="LiveId" clId="{E7E5DE29-60A4-4D58-A8C4-A0E1502ACE36}" dt="2026-07-29T18:23:26.841" v="3329"/>
            <ac:spMkLst>
              <pc:docMk/>
              <pc:sldMasterMk cId="1279804991" sldId="2147483648"/>
              <pc:sldLayoutMk cId="4102646049" sldId="2147483691"/>
              <ac:spMk id="7" creationId="{B785D250-66B3-C830-8F4C-CCBAE1CED4A4}"/>
            </ac:spMkLst>
          </pc:spChg>
          <pc:spChg chg="add mod">
            <ac:chgData name="Guilherme da Costa Criscuolo" userId="ca8b11d29e1e8585" providerId="LiveId" clId="{E7E5DE29-60A4-4D58-A8C4-A0E1502ACE36}" dt="2026-07-29T18:23:26.841" v="3329"/>
            <ac:spMkLst>
              <pc:docMk/>
              <pc:sldMasterMk cId="1279804991" sldId="2147483648"/>
              <pc:sldLayoutMk cId="4102646049" sldId="2147483691"/>
              <ac:spMk id="9" creationId="{81C04BA7-62B4-DBEC-5155-6973609DA9EB}"/>
            </ac:spMkLst>
          </pc:spChg>
          <pc:spChg chg="add mod">
            <ac:chgData name="Guilherme da Costa Criscuolo" userId="ca8b11d29e1e8585" providerId="LiveId" clId="{E7E5DE29-60A4-4D58-A8C4-A0E1502ACE36}" dt="2026-07-29T18:23:26.841" v="3329"/>
            <ac:spMkLst>
              <pc:docMk/>
              <pc:sldMasterMk cId="1279804991" sldId="2147483648"/>
              <pc:sldLayoutMk cId="4102646049" sldId="2147483691"/>
              <ac:spMk id="10" creationId="{443D49B4-2BF5-9621-8E34-959D0CD3DC79}"/>
            </ac:spMkLst>
          </pc:spChg>
          <pc:spChg chg="add del mod">
            <ac:chgData name="Guilherme da Costa Criscuolo" userId="ca8b11d29e1e8585" providerId="LiveId" clId="{E7E5DE29-60A4-4D58-A8C4-A0E1502ACE36}" dt="2026-07-29T18:24:20.872" v="3340" actId="21"/>
            <ac:spMkLst>
              <pc:docMk/>
              <pc:sldMasterMk cId="1279804991" sldId="2147483648"/>
              <pc:sldLayoutMk cId="4102646049" sldId="2147483691"/>
              <ac:spMk id="14" creationId="{0EA5B92A-B9A6-43FC-FB55-EF8B241A167A}"/>
            </ac:spMkLst>
          </pc:spChg>
          <pc:spChg chg="add del mod">
            <ac:chgData name="Guilherme da Costa Criscuolo" userId="ca8b11d29e1e8585" providerId="LiveId" clId="{E7E5DE29-60A4-4D58-A8C4-A0E1502ACE36}" dt="2026-07-29T18:24:20.872" v="3340" actId="21"/>
            <ac:spMkLst>
              <pc:docMk/>
              <pc:sldMasterMk cId="1279804991" sldId="2147483648"/>
              <pc:sldLayoutMk cId="4102646049" sldId="2147483691"/>
              <ac:spMk id="15" creationId="{C3037968-F1A1-B8AC-ECF2-4BC3DACFC608}"/>
            </ac:spMkLst>
          </pc:spChg>
          <pc:spChg chg="mod">
            <ac:chgData name="Guilherme da Costa Criscuolo" userId="ca8b11d29e1e8585" providerId="LiveId" clId="{E7E5DE29-60A4-4D58-A8C4-A0E1502ACE36}" dt="2026-07-29T18:24:31.224" v="3343" actId="1037"/>
            <ac:spMkLst>
              <pc:docMk/>
              <pc:sldMasterMk cId="1279804991" sldId="2147483648"/>
              <pc:sldLayoutMk cId="4102646049" sldId="2147483691"/>
              <ac:spMk id="16" creationId="{0372A52D-F1A8-5936-6E45-8A9D0637D760}"/>
            </ac:spMkLst>
          </pc:spChg>
          <pc:spChg chg="add del mod">
            <ac:chgData name="Guilherme da Costa Criscuolo" userId="ca8b11d29e1e8585" providerId="LiveId" clId="{E7E5DE29-60A4-4D58-A8C4-A0E1502ACE36}" dt="2026-07-29T18:24:20.872" v="3340" actId="21"/>
            <ac:spMkLst>
              <pc:docMk/>
              <pc:sldMasterMk cId="1279804991" sldId="2147483648"/>
              <pc:sldLayoutMk cId="4102646049" sldId="2147483691"/>
              <ac:spMk id="17" creationId="{E1E9FA28-4D70-6CAD-55A2-829F3E20E7F1}"/>
            </ac:spMkLst>
          </pc:spChg>
          <pc:spChg chg="add del mod">
            <ac:chgData name="Guilherme da Costa Criscuolo" userId="ca8b11d29e1e8585" providerId="LiveId" clId="{E7E5DE29-60A4-4D58-A8C4-A0E1502ACE36}" dt="2026-07-29T18:24:20.872" v="3340" actId="21"/>
            <ac:spMkLst>
              <pc:docMk/>
              <pc:sldMasterMk cId="1279804991" sldId="2147483648"/>
              <pc:sldLayoutMk cId="4102646049" sldId="2147483691"/>
              <ac:spMk id="18" creationId="{217255CA-AE13-4A6A-E6C7-83FD15F5A061}"/>
            </ac:spMkLst>
          </pc:spChg>
          <pc:spChg chg="mod">
            <ac:chgData name="Guilherme da Costa Criscuolo" userId="ca8b11d29e1e8585" providerId="LiveId" clId="{E7E5DE29-60A4-4D58-A8C4-A0E1502ACE36}" dt="2026-07-29T18:24:31.224" v="3343" actId="1037"/>
            <ac:spMkLst>
              <pc:docMk/>
              <pc:sldMasterMk cId="1279804991" sldId="2147483648"/>
              <pc:sldLayoutMk cId="4102646049" sldId="2147483691"/>
              <ac:spMk id="20" creationId="{846DA417-FACE-12DA-9258-AFBED6A43906}"/>
            </ac:spMkLst>
          </pc:spChg>
          <pc:spChg chg="mod">
            <ac:chgData name="Guilherme da Costa Criscuolo" userId="ca8b11d29e1e8585" providerId="LiveId" clId="{E7E5DE29-60A4-4D58-A8C4-A0E1502ACE36}" dt="2026-07-29T16:37:23.919" v="2221" actId="207"/>
            <ac:spMkLst>
              <pc:docMk/>
              <pc:sldMasterMk cId="1279804991" sldId="2147483648"/>
              <pc:sldLayoutMk cId="4102646049" sldId="2147483691"/>
              <ac:spMk id="21" creationId="{42652471-1B40-279E-6DD4-11C315B6CFB1}"/>
            </ac:spMkLst>
          </pc:spChg>
          <pc:spChg chg="mod">
            <ac:chgData name="Guilherme da Costa Criscuolo" userId="ca8b11d29e1e8585" providerId="LiveId" clId="{E7E5DE29-60A4-4D58-A8C4-A0E1502ACE36}" dt="2026-07-29T18:24:31.224" v="3343" actId="1037"/>
            <ac:spMkLst>
              <pc:docMk/>
              <pc:sldMasterMk cId="1279804991" sldId="2147483648"/>
              <pc:sldLayoutMk cId="4102646049" sldId="2147483691"/>
              <ac:spMk id="23" creationId="{5B28F855-44B5-8B65-3145-F56D6BB0A858}"/>
            </ac:spMkLst>
          </pc:spChg>
          <pc:spChg chg="mod">
            <ac:chgData name="Guilherme da Costa Criscuolo" userId="ca8b11d29e1e8585" providerId="LiveId" clId="{E7E5DE29-60A4-4D58-A8C4-A0E1502ACE36}" dt="2026-07-29T18:24:31.224" v="3343" actId="1037"/>
            <ac:spMkLst>
              <pc:docMk/>
              <pc:sldMasterMk cId="1279804991" sldId="2147483648"/>
              <pc:sldLayoutMk cId="4102646049" sldId="2147483691"/>
              <ac:spMk id="25" creationId="{4F5B1AC3-0D47-5608-E2FF-B34B93478C80}"/>
            </ac:spMkLst>
          </pc:spChg>
          <pc:spChg chg="mod">
            <ac:chgData name="Guilherme da Costa Criscuolo" userId="ca8b11d29e1e8585" providerId="LiveId" clId="{E7E5DE29-60A4-4D58-A8C4-A0E1502ACE36}" dt="2026-07-29T18:24:31.224" v="3343" actId="1037"/>
            <ac:spMkLst>
              <pc:docMk/>
              <pc:sldMasterMk cId="1279804991" sldId="2147483648"/>
              <pc:sldLayoutMk cId="4102646049" sldId="2147483691"/>
              <ac:spMk id="27" creationId="{AA2EC304-7E7D-846B-84CD-5DFA1677CB16}"/>
            </ac:spMkLst>
          </pc:spChg>
          <pc:spChg chg="mod">
            <ac:chgData name="Guilherme da Costa Criscuolo" userId="ca8b11d29e1e8585" providerId="LiveId" clId="{E7E5DE29-60A4-4D58-A8C4-A0E1502ACE36}" dt="2026-07-29T18:24:31.224" v="3343" actId="1037"/>
            <ac:spMkLst>
              <pc:docMk/>
              <pc:sldMasterMk cId="1279804991" sldId="2147483648"/>
              <pc:sldLayoutMk cId="4102646049" sldId="2147483691"/>
              <ac:spMk id="29" creationId="{8721FAE4-76B5-8520-63D3-537E9853A1B7}"/>
            </ac:spMkLst>
          </pc:spChg>
          <pc:spChg chg="del">
            <ac:chgData name="Guilherme da Costa Criscuolo" userId="ca8b11d29e1e8585" providerId="LiveId" clId="{E7E5DE29-60A4-4D58-A8C4-A0E1502ACE36}" dt="2026-07-29T16:06:25.201" v="1654" actId="478"/>
            <ac:spMkLst>
              <pc:docMk/>
              <pc:sldMasterMk cId="1279804991" sldId="2147483648"/>
              <pc:sldLayoutMk cId="4102646049" sldId="2147483691"/>
              <ac:spMk id="31" creationId="{18026DEF-9BD3-EAD4-C436-6D0DD7BBF233}"/>
            </ac:spMkLst>
          </pc:spChg>
          <pc:spChg chg="mod">
            <ac:chgData name="Guilherme da Costa Criscuolo" userId="ca8b11d29e1e8585" providerId="LiveId" clId="{E7E5DE29-60A4-4D58-A8C4-A0E1502ACE36}" dt="2026-07-29T18:24:13.813" v="3338" actId="554"/>
            <ac:spMkLst>
              <pc:docMk/>
              <pc:sldMasterMk cId="1279804991" sldId="2147483648"/>
              <pc:sldLayoutMk cId="4102646049" sldId="2147483691"/>
              <ac:spMk id="39" creationId="{DA213EB3-8646-400F-D3CA-1172E94B3074}"/>
            </ac:spMkLst>
          </pc:spChg>
          <pc:spChg chg="mod">
            <ac:chgData name="Guilherme da Costa Criscuolo" userId="ca8b11d29e1e8585" providerId="LiveId" clId="{E7E5DE29-60A4-4D58-A8C4-A0E1502ACE36}" dt="2026-07-29T18:24:17.760" v="3339" actId="554"/>
            <ac:spMkLst>
              <pc:docMk/>
              <pc:sldMasterMk cId="1279804991" sldId="2147483648"/>
              <pc:sldLayoutMk cId="4102646049" sldId="2147483691"/>
              <ac:spMk id="50" creationId="{072CD9E8-22D1-4858-0646-E51BF3839BED}"/>
            </ac:spMkLst>
          </pc:spChg>
          <pc:spChg chg="mod">
            <ac:chgData name="Guilherme da Costa Criscuolo" userId="ca8b11d29e1e8585" providerId="LiveId" clId="{E7E5DE29-60A4-4D58-A8C4-A0E1502ACE36}" dt="2026-07-29T18:24:04.755" v="3336" actId="555"/>
            <ac:spMkLst>
              <pc:docMk/>
              <pc:sldMasterMk cId="1279804991" sldId="2147483648"/>
              <pc:sldLayoutMk cId="4102646049" sldId="2147483691"/>
              <ac:spMk id="52" creationId="{A13903D3-C71A-FDF2-7689-436686132EA5}"/>
            </ac:spMkLst>
          </pc:spChg>
          <pc:spChg chg="mod">
            <ac:chgData name="Guilherme da Costa Criscuolo" userId="ca8b11d29e1e8585" providerId="LiveId" clId="{E7E5DE29-60A4-4D58-A8C4-A0E1502ACE36}" dt="2026-07-29T18:24:09.325" v="3337" actId="555"/>
            <ac:spMkLst>
              <pc:docMk/>
              <pc:sldMasterMk cId="1279804991" sldId="2147483648"/>
              <pc:sldLayoutMk cId="4102646049" sldId="2147483691"/>
              <ac:spMk id="53" creationId="{3F167763-51EE-8357-DE14-01E6655FC6B8}"/>
            </ac:spMkLst>
          </pc:spChg>
          <pc:spChg chg="mod">
            <ac:chgData name="Guilherme da Costa Criscuolo" userId="ca8b11d29e1e8585" providerId="LiveId" clId="{E7E5DE29-60A4-4D58-A8C4-A0E1502ACE36}" dt="2026-07-29T18:24:13.813" v="3338" actId="554"/>
            <ac:spMkLst>
              <pc:docMk/>
              <pc:sldMasterMk cId="1279804991" sldId="2147483648"/>
              <pc:sldLayoutMk cId="4102646049" sldId="2147483691"/>
              <ac:spMk id="54" creationId="{454D3111-AB5E-B440-3AF5-A720C0C25189}"/>
            </ac:spMkLst>
          </pc:spChg>
          <pc:spChg chg="mod">
            <ac:chgData name="Guilherme da Costa Criscuolo" userId="ca8b11d29e1e8585" providerId="LiveId" clId="{E7E5DE29-60A4-4D58-A8C4-A0E1502ACE36}" dt="2026-07-29T18:24:17.760" v="3339" actId="554"/>
            <ac:spMkLst>
              <pc:docMk/>
              <pc:sldMasterMk cId="1279804991" sldId="2147483648"/>
              <pc:sldLayoutMk cId="4102646049" sldId="2147483691"/>
              <ac:spMk id="55" creationId="{291DF375-205D-D87D-51B2-F8B88EC1251D}"/>
            </ac:spMkLst>
          </pc:spChg>
          <pc:spChg chg="mod">
            <ac:chgData name="Guilherme da Costa Criscuolo" userId="ca8b11d29e1e8585" providerId="LiveId" clId="{E7E5DE29-60A4-4D58-A8C4-A0E1502ACE36}" dt="2026-07-29T18:24:04.755" v="3336" actId="555"/>
            <ac:spMkLst>
              <pc:docMk/>
              <pc:sldMasterMk cId="1279804991" sldId="2147483648"/>
              <pc:sldLayoutMk cId="4102646049" sldId="2147483691"/>
              <ac:spMk id="56" creationId="{73498421-AB74-88E8-FAA6-308B60D2BA05}"/>
            </ac:spMkLst>
          </pc:spChg>
          <pc:spChg chg="mod">
            <ac:chgData name="Guilherme da Costa Criscuolo" userId="ca8b11d29e1e8585" providerId="LiveId" clId="{E7E5DE29-60A4-4D58-A8C4-A0E1502ACE36}" dt="2026-07-29T18:24:09.325" v="3337" actId="555"/>
            <ac:spMkLst>
              <pc:docMk/>
              <pc:sldMasterMk cId="1279804991" sldId="2147483648"/>
              <pc:sldLayoutMk cId="4102646049" sldId="2147483691"/>
              <ac:spMk id="57" creationId="{C05832E4-02DF-65D8-04BD-A0D7B364B571}"/>
            </ac:spMkLst>
          </pc:spChg>
          <pc:spChg chg="mod">
            <ac:chgData name="Guilherme da Costa Criscuolo" userId="ca8b11d29e1e8585" providerId="LiveId" clId="{E7E5DE29-60A4-4D58-A8C4-A0E1502ACE36}" dt="2026-07-29T18:24:13.813" v="3338" actId="554"/>
            <ac:spMkLst>
              <pc:docMk/>
              <pc:sldMasterMk cId="1279804991" sldId="2147483648"/>
              <pc:sldLayoutMk cId="4102646049" sldId="2147483691"/>
              <ac:spMk id="58" creationId="{87C4B955-CE3C-7658-83DB-E984FB159880}"/>
            </ac:spMkLst>
          </pc:spChg>
          <pc:spChg chg="mod">
            <ac:chgData name="Guilherme da Costa Criscuolo" userId="ca8b11d29e1e8585" providerId="LiveId" clId="{E7E5DE29-60A4-4D58-A8C4-A0E1502ACE36}" dt="2026-07-29T18:24:17.760" v="3339" actId="554"/>
            <ac:spMkLst>
              <pc:docMk/>
              <pc:sldMasterMk cId="1279804991" sldId="2147483648"/>
              <pc:sldLayoutMk cId="4102646049" sldId="2147483691"/>
              <ac:spMk id="59" creationId="{9D4ECDF0-FBFB-B3DD-9DE7-2CD924838173}"/>
            </ac:spMkLst>
          </pc:spChg>
          <pc:spChg chg="mod">
            <ac:chgData name="Guilherme da Costa Criscuolo" userId="ca8b11d29e1e8585" providerId="LiveId" clId="{E7E5DE29-60A4-4D58-A8C4-A0E1502ACE36}" dt="2026-07-29T18:24:04.755" v="3336" actId="555"/>
            <ac:spMkLst>
              <pc:docMk/>
              <pc:sldMasterMk cId="1279804991" sldId="2147483648"/>
              <pc:sldLayoutMk cId="4102646049" sldId="2147483691"/>
              <ac:spMk id="60" creationId="{F9B2C3BB-9A01-85B1-CF98-25DDF17A50F8}"/>
            </ac:spMkLst>
          </pc:spChg>
          <pc:spChg chg="mod">
            <ac:chgData name="Guilherme da Costa Criscuolo" userId="ca8b11d29e1e8585" providerId="LiveId" clId="{E7E5DE29-60A4-4D58-A8C4-A0E1502ACE36}" dt="2026-07-29T18:24:09.325" v="3337" actId="555"/>
            <ac:spMkLst>
              <pc:docMk/>
              <pc:sldMasterMk cId="1279804991" sldId="2147483648"/>
              <pc:sldLayoutMk cId="4102646049" sldId="2147483691"/>
              <ac:spMk id="61" creationId="{01FF3F33-78C5-C145-B69C-15C1649B9680}"/>
            </ac:spMkLst>
          </pc:spChg>
          <pc:spChg chg="del">
            <ac:chgData name="Guilherme da Costa Criscuolo" userId="ca8b11d29e1e8585" providerId="LiveId" clId="{E7E5DE29-60A4-4D58-A8C4-A0E1502ACE36}" dt="2026-07-29T16:06:25.201" v="1654" actId="478"/>
            <ac:spMkLst>
              <pc:docMk/>
              <pc:sldMasterMk cId="1279804991" sldId="2147483648"/>
              <pc:sldLayoutMk cId="4102646049" sldId="2147483691"/>
              <ac:spMk id="62" creationId="{40691990-512F-C1E4-CAEC-18DCF23E06DD}"/>
            </ac:spMkLst>
          </pc:spChg>
          <pc:spChg chg="del">
            <ac:chgData name="Guilherme da Costa Criscuolo" userId="ca8b11d29e1e8585" providerId="LiveId" clId="{E7E5DE29-60A4-4D58-A8C4-A0E1502ACE36}" dt="2026-07-29T16:06:25.201" v="1654" actId="478"/>
            <ac:spMkLst>
              <pc:docMk/>
              <pc:sldMasterMk cId="1279804991" sldId="2147483648"/>
              <pc:sldLayoutMk cId="4102646049" sldId="2147483691"/>
              <ac:spMk id="63" creationId="{A77F8945-6055-207B-6849-A1001A33ACD7}"/>
            </ac:spMkLst>
          </pc:spChg>
          <pc:cxnChg chg="mod">
            <ac:chgData name="Guilherme da Costa Criscuolo" userId="ca8b11d29e1e8585" providerId="LiveId" clId="{E7E5DE29-60A4-4D58-A8C4-A0E1502ACE36}" dt="2026-07-29T18:21:04.631" v="3281" actId="12789"/>
            <ac:cxnSpMkLst>
              <pc:docMk/>
              <pc:sldMasterMk cId="1279804991" sldId="2147483648"/>
              <pc:sldLayoutMk cId="4102646049" sldId="2147483691"/>
              <ac:cxnSpMk id="3" creationId="{726B69E3-26E5-D147-B353-823F03AB80B5}"/>
            </ac:cxnSpMkLst>
          </pc:cxnChg>
        </pc:sldLayoutChg>
        <pc:sldLayoutChg chg="addSp delSp modSp add mod ord modTransition">
          <pc:chgData name="Guilherme da Costa Criscuolo" userId="ca8b11d29e1e8585" providerId="LiveId" clId="{E7E5DE29-60A4-4D58-A8C4-A0E1502ACE36}" dt="2026-07-29T18:23:32.893" v="3330" actId="1076"/>
          <pc:sldLayoutMkLst>
            <pc:docMk/>
            <pc:sldMasterMk cId="1279804991" sldId="2147483648"/>
            <pc:sldLayoutMk cId="2290862002" sldId="2147483692"/>
          </pc:sldLayoutMkLst>
          <pc:spChg chg="add del mod">
            <ac:chgData name="Guilherme da Costa Criscuolo" userId="ca8b11d29e1e8585" providerId="LiveId" clId="{E7E5DE29-60A4-4D58-A8C4-A0E1502ACE36}" dt="2026-07-29T18:22:59.936" v="3320" actId="478"/>
            <ac:spMkLst>
              <pc:docMk/>
              <pc:sldMasterMk cId="1279804991" sldId="2147483648"/>
              <pc:sldLayoutMk cId="2290862002" sldId="2147483692"/>
              <ac:spMk id="5" creationId="{92F3C78B-6E64-E3F8-B94D-8A44E0090F64}"/>
            </ac:spMkLst>
          </pc:spChg>
          <pc:spChg chg="add del mod">
            <ac:chgData name="Guilherme da Costa Criscuolo" userId="ca8b11d29e1e8585" providerId="LiveId" clId="{E7E5DE29-60A4-4D58-A8C4-A0E1502ACE36}" dt="2026-07-29T18:23:23.091" v="3328" actId="21"/>
            <ac:spMkLst>
              <pc:docMk/>
              <pc:sldMasterMk cId="1279804991" sldId="2147483648"/>
              <pc:sldLayoutMk cId="2290862002" sldId="2147483692"/>
              <ac:spMk id="6" creationId="{3E54AA37-6196-0795-E668-A45B73A7C032}"/>
            </ac:spMkLst>
          </pc:spChg>
          <pc:spChg chg="add del mod">
            <ac:chgData name="Guilherme da Costa Criscuolo" userId="ca8b11d29e1e8585" providerId="LiveId" clId="{E7E5DE29-60A4-4D58-A8C4-A0E1502ACE36}" dt="2026-07-29T18:23:23.091" v="3328" actId="21"/>
            <ac:spMkLst>
              <pc:docMk/>
              <pc:sldMasterMk cId="1279804991" sldId="2147483648"/>
              <pc:sldLayoutMk cId="2290862002" sldId="2147483692"/>
              <ac:spMk id="7" creationId="{B785D250-66B3-C830-8F4C-CCBAE1CED4A4}"/>
            </ac:spMkLst>
          </pc:spChg>
          <pc:spChg chg="add del mod">
            <ac:chgData name="Guilherme da Costa Criscuolo" userId="ca8b11d29e1e8585" providerId="LiveId" clId="{E7E5DE29-60A4-4D58-A8C4-A0E1502ACE36}" dt="2026-07-29T18:23:23.091" v="3328" actId="21"/>
            <ac:spMkLst>
              <pc:docMk/>
              <pc:sldMasterMk cId="1279804991" sldId="2147483648"/>
              <pc:sldLayoutMk cId="2290862002" sldId="2147483692"/>
              <ac:spMk id="9" creationId="{81C04BA7-62B4-DBEC-5155-6973609DA9EB}"/>
            </ac:spMkLst>
          </pc:spChg>
          <pc:spChg chg="add del mod">
            <ac:chgData name="Guilherme da Costa Criscuolo" userId="ca8b11d29e1e8585" providerId="LiveId" clId="{E7E5DE29-60A4-4D58-A8C4-A0E1502ACE36}" dt="2026-07-29T18:23:23.091" v="3328" actId="21"/>
            <ac:spMkLst>
              <pc:docMk/>
              <pc:sldMasterMk cId="1279804991" sldId="2147483648"/>
              <pc:sldLayoutMk cId="2290862002" sldId="2147483692"/>
              <ac:spMk id="10" creationId="{443D49B4-2BF5-9621-8E34-959D0CD3DC79}"/>
            </ac:spMkLst>
          </pc:spChg>
          <pc:spChg chg="mod">
            <ac:chgData name="Guilherme da Costa Criscuolo" userId="ca8b11d29e1e8585" providerId="LiveId" clId="{E7E5DE29-60A4-4D58-A8C4-A0E1502ACE36}" dt="2026-07-29T18:23:32.893" v="3330" actId="1076"/>
            <ac:spMkLst>
              <pc:docMk/>
              <pc:sldMasterMk cId="1279804991" sldId="2147483648"/>
              <pc:sldLayoutMk cId="2290862002" sldId="2147483692"/>
              <ac:spMk id="16" creationId="{0372A52D-F1A8-5936-6E45-8A9D0637D760}"/>
            </ac:spMkLst>
          </pc:spChg>
          <pc:spChg chg="mod">
            <ac:chgData name="Guilherme da Costa Criscuolo" userId="ca8b11d29e1e8585" providerId="LiveId" clId="{E7E5DE29-60A4-4D58-A8C4-A0E1502ACE36}" dt="2026-07-29T18:23:32.893" v="3330" actId="1076"/>
            <ac:spMkLst>
              <pc:docMk/>
              <pc:sldMasterMk cId="1279804991" sldId="2147483648"/>
              <pc:sldLayoutMk cId="2290862002" sldId="2147483692"/>
              <ac:spMk id="20" creationId="{846DA417-FACE-12DA-9258-AFBED6A43906}"/>
            </ac:spMkLst>
          </pc:spChg>
          <pc:spChg chg="mod">
            <ac:chgData name="Guilherme da Costa Criscuolo" userId="ca8b11d29e1e8585" providerId="LiveId" clId="{E7E5DE29-60A4-4D58-A8C4-A0E1502ACE36}" dt="2026-07-29T16:37:20.840" v="2220" actId="207"/>
            <ac:spMkLst>
              <pc:docMk/>
              <pc:sldMasterMk cId="1279804991" sldId="2147483648"/>
              <pc:sldLayoutMk cId="2290862002" sldId="2147483692"/>
              <ac:spMk id="21" creationId="{42652471-1B40-279E-6DD4-11C315B6CFB1}"/>
            </ac:spMkLst>
          </pc:spChg>
          <pc:spChg chg="mod">
            <ac:chgData name="Guilherme da Costa Criscuolo" userId="ca8b11d29e1e8585" providerId="LiveId" clId="{E7E5DE29-60A4-4D58-A8C4-A0E1502ACE36}" dt="2026-07-29T18:23:32.893" v="3330" actId="1076"/>
            <ac:spMkLst>
              <pc:docMk/>
              <pc:sldMasterMk cId="1279804991" sldId="2147483648"/>
              <pc:sldLayoutMk cId="2290862002" sldId="2147483692"/>
              <ac:spMk id="23" creationId="{5B28F855-44B5-8B65-3145-F56D6BB0A858}"/>
            </ac:spMkLst>
          </pc:spChg>
          <pc:spChg chg="mod">
            <ac:chgData name="Guilherme da Costa Criscuolo" userId="ca8b11d29e1e8585" providerId="LiveId" clId="{E7E5DE29-60A4-4D58-A8C4-A0E1502ACE36}" dt="2026-07-29T18:23:32.893" v="3330" actId="1076"/>
            <ac:spMkLst>
              <pc:docMk/>
              <pc:sldMasterMk cId="1279804991" sldId="2147483648"/>
              <pc:sldLayoutMk cId="2290862002" sldId="2147483692"/>
              <ac:spMk id="25" creationId="{4F5B1AC3-0D47-5608-E2FF-B34B93478C80}"/>
            </ac:spMkLst>
          </pc:spChg>
          <pc:spChg chg="mod">
            <ac:chgData name="Guilherme da Costa Criscuolo" userId="ca8b11d29e1e8585" providerId="LiveId" clId="{E7E5DE29-60A4-4D58-A8C4-A0E1502ACE36}" dt="2026-07-29T18:23:32.893" v="3330" actId="1076"/>
            <ac:spMkLst>
              <pc:docMk/>
              <pc:sldMasterMk cId="1279804991" sldId="2147483648"/>
              <pc:sldLayoutMk cId="2290862002" sldId="2147483692"/>
              <ac:spMk id="27" creationId="{AA2EC304-7E7D-846B-84CD-5DFA1677CB16}"/>
            </ac:spMkLst>
          </pc:spChg>
          <pc:spChg chg="del">
            <ac:chgData name="Guilherme da Costa Criscuolo" userId="ca8b11d29e1e8585" providerId="LiveId" clId="{E7E5DE29-60A4-4D58-A8C4-A0E1502ACE36}" dt="2026-07-29T16:07:02.393" v="1664" actId="478"/>
            <ac:spMkLst>
              <pc:docMk/>
              <pc:sldMasterMk cId="1279804991" sldId="2147483648"/>
              <pc:sldLayoutMk cId="2290862002" sldId="2147483692"/>
              <ac:spMk id="29" creationId="{8721FAE4-76B5-8520-63D3-537E9853A1B7}"/>
            </ac:spMkLst>
          </pc:spChg>
          <pc:spChg chg="mod">
            <ac:chgData name="Guilherme da Costa Criscuolo" userId="ca8b11d29e1e8585" providerId="LiveId" clId="{E7E5DE29-60A4-4D58-A8C4-A0E1502ACE36}" dt="2026-07-29T18:23:16.334" v="3326" actId="554"/>
            <ac:spMkLst>
              <pc:docMk/>
              <pc:sldMasterMk cId="1279804991" sldId="2147483648"/>
              <pc:sldLayoutMk cId="2290862002" sldId="2147483692"/>
              <ac:spMk id="39" creationId="{DA213EB3-8646-400F-D3CA-1172E94B3074}"/>
            </ac:spMkLst>
          </pc:spChg>
          <pc:spChg chg="mod">
            <ac:chgData name="Guilherme da Costa Criscuolo" userId="ca8b11d29e1e8585" providerId="LiveId" clId="{E7E5DE29-60A4-4D58-A8C4-A0E1502ACE36}" dt="2026-07-29T18:23:19.850" v="3327" actId="554"/>
            <ac:spMkLst>
              <pc:docMk/>
              <pc:sldMasterMk cId="1279804991" sldId="2147483648"/>
              <pc:sldLayoutMk cId="2290862002" sldId="2147483692"/>
              <ac:spMk id="50" creationId="{072CD9E8-22D1-4858-0646-E51BF3839BED}"/>
            </ac:spMkLst>
          </pc:spChg>
          <pc:spChg chg="mod">
            <ac:chgData name="Guilherme da Costa Criscuolo" userId="ca8b11d29e1e8585" providerId="LiveId" clId="{E7E5DE29-60A4-4D58-A8C4-A0E1502ACE36}" dt="2026-07-29T18:23:09.200" v="3324" actId="555"/>
            <ac:spMkLst>
              <pc:docMk/>
              <pc:sldMasterMk cId="1279804991" sldId="2147483648"/>
              <pc:sldLayoutMk cId="2290862002" sldId="2147483692"/>
              <ac:spMk id="52" creationId="{A13903D3-C71A-FDF2-7689-436686132EA5}"/>
            </ac:spMkLst>
          </pc:spChg>
          <pc:spChg chg="mod">
            <ac:chgData name="Guilherme da Costa Criscuolo" userId="ca8b11d29e1e8585" providerId="LiveId" clId="{E7E5DE29-60A4-4D58-A8C4-A0E1502ACE36}" dt="2026-07-29T18:23:12.173" v="3325" actId="555"/>
            <ac:spMkLst>
              <pc:docMk/>
              <pc:sldMasterMk cId="1279804991" sldId="2147483648"/>
              <pc:sldLayoutMk cId="2290862002" sldId="2147483692"/>
              <ac:spMk id="53" creationId="{3F167763-51EE-8357-DE14-01E6655FC6B8}"/>
            </ac:spMkLst>
          </pc:spChg>
          <pc:spChg chg="mod">
            <ac:chgData name="Guilherme da Costa Criscuolo" userId="ca8b11d29e1e8585" providerId="LiveId" clId="{E7E5DE29-60A4-4D58-A8C4-A0E1502ACE36}" dt="2026-07-29T18:23:16.334" v="3326" actId="554"/>
            <ac:spMkLst>
              <pc:docMk/>
              <pc:sldMasterMk cId="1279804991" sldId="2147483648"/>
              <pc:sldLayoutMk cId="2290862002" sldId="2147483692"/>
              <ac:spMk id="54" creationId="{454D3111-AB5E-B440-3AF5-A720C0C25189}"/>
            </ac:spMkLst>
          </pc:spChg>
          <pc:spChg chg="mod">
            <ac:chgData name="Guilherme da Costa Criscuolo" userId="ca8b11d29e1e8585" providerId="LiveId" clId="{E7E5DE29-60A4-4D58-A8C4-A0E1502ACE36}" dt="2026-07-29T18:23:19.850" v="3327" actId="554"/>
            <ac:spMkLst>
              <pc:docMk/>
              <pc:sldMasterMk cId="1279804991" sldId="2147483648"/>
              <pc:sldLayoutMk cId="2290862002" sldId="2147483692"/>
              <ac:spMk id="55" creationId="{291DF375-205D-D87D-51B2-F8B88EC1251D}"/>
            </ac:spMkLst>
          </pc:spChg>
          <pc:spChg chg="mod">
            <ac:chgData name="Guilherme da Costa Criscuolo" userId="ca8b11d29e1e8585" providerId="LiveId" clId="{E7E5DE29-60A4-4D58-A8C4-A0E1502ACE36}" dt="2026-07-29T18:23:09.200" v="3324" actId="555"/>
            <ac:spMkLst>
              <pc:docMk/>
              <pc:sldMasterMk cId="1279804991" sldId="2147483648"/>
              <pc:sldLayoutMk cId="2290862002" sldId="2147483692"/>
              <ac:spMk id="56" creationId="{73498421-AB74-88E8-FAA6-308B60D2BA05}"/>
            </ac:spMkLst>
          </pc:spChg>
          <pc:spChg chg="mod">
            <ac:chgData name="Guilherme da Costa Criscuolo" userId="ca8b11d29e1e8585" providerId="LiveId" clId="{E7E5DE29-60A4-4D58-A8C4-A0E1502ACE36}" dt="2026-07-29T18:23:12.173" v="3325" actId="555"/>
            <ac:spMkLst>
              <pc:docMk/>
              <pc:sldMasterMk cId="1279804991" sldId="2147483648"/>
              <pc:sldLayoutMk cId="2290862002" sldId="2147483692"/>
              <ac:spMk id="57" creationId="{C05832E4-02DF-65D8-04BD-A0D7B364B571}"/>
            </ac:spMkLst>
          </pc:spChg>
          <pc:spChg chg="mod">
            <ac:chgData name="Guilherme da Costa Criscuolo" userId="ca8b11d29e1e8585" providerId="LiveId" clId="{E7E5DE29-60A4-4D58-A8C4-A0E1502ACE36}" dt="2026-07-29T18:23:16.334" v="3326" actId="554"/>
            <ac:spMkLst>
              <pc:docMk/>
              <pc:sldMasterMk cId="1279804991" sldId="2147483648"/>
              <pc:sldLayoutMk cId="2290862002" sldId="2147483692"/>
              <ac:spMk id="58" creationId="{87C4B955-CE3C-7658-83DB-E984FB159880}"/>
            </ac:spMkLst>
          </pc:spChg>
          <pc:spChg chg="mod">
            <ac:chgData name="Guilherme da Costa Criscuolo" userId="ca8b11d29e1e8585" providerId="LiveId" clId="{E7E5DE29-60A4-4D58-A8C4-A0E1502ACE36}" dt="2026-07-29T18:23:19.850" v="3327" actId="554"/>
            <ac:spMkLst>
              <pc:docMk/>
              <pc:sldMasterMk cId="1279804991" sldId="2147483648"/>
              <pc:sldLayoutMk cId="2290862002" sldId="2147483692"/>
              <ac:spMk id="59" creationId="{9D4ECDF0-FBFB-B3DD-9DE7-2CD924838173}"/>
            </ac:spMkLst>
          </pc:spChg>
          <pc:spChg chg="del">
            <ac:chgData name="Guilherme da Costa Criscuolo" userId="ca8b11d29e1e8585" providerId="LiveId" clId="{E7E5DE29-60A4-4D58-A8C4-A0E1502ACE36}" dt="2026-07-29T16:07:02.393" v="1664" actId="478"/>
            <ac:spMkLst>
              <pc:docMk/>
              <pc:sldMasterMk cId="1279804991" sldId="2147483648"/>
              <pc:sldLayoutMk cId="2290862002" sldId="2147483692"/>
              <ac:spMk id="60" creationId="{F9B2C3BB-9A01-85B1-CF98-25DDF17A50F8}"/>
            </ac:spMkLst>
          </pc:spChg>
          <pc:spChg chg="del">
            <ac:chgData name="Guilherme da Costa Criscuolo" userId="ca8b11d29e1e8585" providerId="LiveId" clId="{E7E5DE29-60A4-4D58-A8C4-A0E1502ACE36}" dt="2026-07-29T16:07:02.393" v="1664" actId="478"/>
            <ac:spMkLst>
              <pc:docMk/>
              <pc:sldMasterMk cId="1279804991" sldId="2147483648"/>
              <pc:sldLayoutMk cId="2290862002" sldId="2147483692"/>
              <ac:spMk id="61" creationId="{01FF3F33-78C5-C145-B69C-15C1649B9680}"/>
            </ac:spMkLst>
          </pc:spChg>
          <pc:cxnChg chg="mod">
            <ac:chgData name="Guilherme da Costa Criscuolo" userId="ca8b11d29e1e8585" providerId="LiveId" clId="{E7E5DE29-60A4-4D58-A8C4-A0E1502ACE36}" dt="2026-07-29T18:21:11.042" v="3284" actId="12789"/>
            <ac:cxnSpMkLst>
              <pc:docMk/>
              <pc:sldMasterMk cId="1279804991" sldId="2147483648"/>
              <pc:sldLayoutMk cId="2290862002" sldId="2147483692"/>
              <ac:cxnSpMk id="3" creationId="{726B69E3-26E5-D147-B353-823F03AB80B5}"/>
            </ac:cxnSpMkLst>
          </pc:cxnChg>
        </pc:sldLayoutChg>
        <pc:sldLayoutChg chg="addSp delSp modSp add mod ord modTransition">
          <pc:chgData name="Guilherme da Costa Criscuolo" userId="ca8b11d29e1e8585" providerId="LiveId" clId="{E7E5DE29-60A4-4D58-A8C4-A0E1502ACE36}" dt="2026-07-29T18:22:54.861" v="3319" actId="1076"/>
          <pc:sldLayoutMkLst>
            <pc:docMk/>
            <pc:sldMasterMk cId="1279804991" sldId="2147483648"/>
            <pc:sldLayoutMk cId="2953809282" sldId="2147483693"/>
          </pc:sldLayoutMkLst>
          <pc:spChg chg="add del mod">
            <ac:chgData name="Guilherme da Costa Criscuolo" userId="ca8b11d29e1e8585" providerId="LiveId" clId="{E7E5DE29-60A4-4D58-A8C4-A0E1502ACE36}" dt="2026-07-29T18:21:17.140" v="3287" actId="21"/>
            <ac:spMkLst>
              <pc:docMk/>
              <pc:sldMasterMk cId="1279804991" sldId="2147483648"/>
              <pc:sldLayoutMk cId="2953809282" sldId="2147483693"/>
              <ac:spMk id="5" creationId="{42741B3B-EF69-FADD-132A-FC30B4848315}"/>
            </ac:spMkLst>
          </pc:spChg>
          <pc:spChg chg="add del mod">
            <ac:chgData name="Guilherme da Costa Criscuolo" userId="ca8b11d29e1e8585" providerId="LiveId" clId="{E7E5DE29-60A4-4D58-A8C4-A0E1502ACE36}" dt="2026-07-29T18:22:44.743" v="3318" actId="21"/>
            <ac:spMkLst>
              <pc:docMk/>
              <pc:sldMasterMk cId="1279804991" sldId="2147483648"/>
              <pc:sldLayoutMk cId="2953809282" sldId="2147483693"/>
              <ac:spMk id="6" creationId="{3E54AA37-6196-0795-E668-A45B73A7C032}"/>
            </ac:spMkLst>
          </pc:spChg>
          <pc:spChg chg="add del mod">
            <ac:chgData name="Guilherme da Costa Criscuolo" userId="ca8b11d29e1e8585" providerId="LiveId" clId="{E7E5DE29-60A4-4D58-A8C4-A0E1502ACE36}" dt="2026-07-29T18:22:44.743" v="3318" actId="21"/>
            <ac:spMkLst>
              <pc:docMk/>
              <pc:sldMasterMk cId="1279804991" sldId="2147483648"/>
              <pc:sldLayoutMk cId="2953809282" sldId="2147483693"/>
              <ac:spMk id="7" creationId="{B785D250-66B3-C830-8F4C-CCBAE1CED4A4}"/>
            </ac:spMkLst>
          </pc:spChg>
          <pc:spChg chg="add del mod">
            <ac:chgData name="Guilherme da Costa Criscuolo" userId="ca8b11d29e1e8585" providerId="LiveId" clId="{E7E5DE29-60A4-4D58-A8C4-A0E1502ACE36}" dt="2026-07-29T18:22:44.743" v="3318" actId="21"/>
            <ac:spMkLst>
              <pc:docMk/>
              <pc:sldMasterMk cId="1279804991" sldId="2147483648"/>
              <pc:sldLayoutMk cId="2953809282" sldId="2147483693"/>
              <ac:spMk id="9" creationId="{81C04BA7-62B4-DBEC-5155-6973609DA9EB}"/>
            </ac:spMkLst>
          </pc:spChg>
          <pc:spChg chg="add del mod">
            <ac:chgData name="Guilherme da Costa Criscuolo" userId="ca8b11d29e1e8585" providerId="LiveId" clId="{E7E5DE29-60A4-4D58-A8C4-A0E1502ACE36}" dt="2026-07-29T18:22:44.743" v="3318" actId="21"/>
            <ac:spMkLst>
              <pc:docMk/>
              <pc:sldMasterMk cId="1279804991" sldId="2147483648"/>
              <pc:sldLayoutMk cId="2953809282" sldId="2147483693"/>
              <ac:spMk id="10" creationId="{443D49B4-2BF5-9621-8E34-959D0CD3DC79}"/>
            </ac:spMkLst>
          </pc:spChg>
          <pc:spChg chg="mod">
            <ac:chgData name="Guilherme da Costa Criscuolo" userId="ca8b11d29e1e8585" providerId="LiveId" clId="{E7E5DE29-60A4-4D58-A8C4-A0E1502ACE36}" dt="2026-07-29T18:22:54.861" v="3319" actId="1076"/>
            <ac:spMkLst>
              <pc:docMk/>
              <pc:sldMasterMk cId="1279804991" sldId="2147483648"/>
              <pc:sldLayoutMk cId="2953809282" sldId="2147483693"/>
              <ac:spMk id="16" creationId="{0372A52D-F1A8-5936-6E45-8A9D0637D760}"/>
            </ac:spMkLst>
          </pc:spChg>
          <pc:spChg chg="mod">
            <ac:chgData name="Guilherme da Costa Criscuolo" userId="ca8b11d29e1e8585" providerId="LiveId" clId="{E7E5DE29-60A4-4D58-A8C4-A0E1502ACE36}" dt="2026-07-29T18:22:54.861" v="3319" actId="1076"/>
            <ac:spMkLst>
              <pc:docMk/>
              <pc:sldMasterMk cId="1279804991" sldId="2147483648"/>
              <pc:sldLayoutMk cId="2953809282" sldId="2147483693"/>
              <ac:spMk id="20" creationId="{846DA417-FACE-12DA-9258-AFBED6A43906}"/>
            </ac:spMkLst>
          </pc:spChg>
          <pc:spChg chg="mod">
            <ac:chgData name="Guilherme da Costa Criscuolo" userId="ca8b11d29e1e8585" providerId="LiveId" clId="{E7E5DE29-60A4-4D58-A8C4-A0E1502ACE36}" dt="2026-07-29T16:37:18.428" v="2219" actId="207"/>
            <ac:spMkLst>
              <pc:docMk/>
              <pc:sldMasterMk cId="1279804991" sldId="2147483648"/>
              <pc:sldLayoutMk cId="2953809282" sldId="2147483693"/>
              <ac:spMk id="21" creationId="{42652471-1B40-279E-6DD4-11C315B6CFB1}"/>
            </ac:spMkLst>
          </pc:spChg>
          <pc:spChg chg="mod">
            <ac:chgData name="Guilherme da Costa Criscuolo" userId="ca8b11d29e1e8585" providerId="LiveId" clId="{E7E5DE29-60A4-4D58-A8C4-A0E1502ACE36}" dt="2026-07-29T18:22:54.861" v="3319" actId="1076"/>
            <ac:spMkLst>
              <pc:docMk/>
              <pc:sldMasterMk cId="1279804991" sldId="2147483648"/>
              <pc:sldLayoutMk cId="2953809282" sldId="2147483693"/>
              <ac:spMk id="23" creationId="{5B28F855-44B5-8B65-3145-F56D6BB0A858}"/>
            </ac:spMkLst>
          </pc:spChg>
          <pc:spChg chg="mod">
            <ac:chgData name="Guilherme da Costa Criscuolo" userId="ca8b11d29e1e8585" providerId="LiveId" clId="{E7E5DE29-60A4-4D58-A8C4-A0E1502ACE36}" dt="2026-07-29T18:22:54.861" v="3319" actId="1076"/>
            <ac:spMkLst>
              <pc:docMk/>
              <pc:sldMasterMk cId="1279804991" sldId="2147483648"/>
              <pc:sldLayoutMk cId="2953809282" sldId="2147483693"/>
              <ac:spMk id="25" creationId="{4F5B1AC3-0D47-5608-E2FF-B34B93478C80}"/>
            </ac:spMkLst>
          </pc:spChg>
          <pc:spChg chg="del">
            <ac:chgData name="Guilherme da Costa Criscuolo" userId="ca8b11d29e1e8585" providerId="LiveId" clId="{E7E5DE29-60A4-4D58-A8C4-A0E1502ACE36}" dt="2026-07-29T16:07:58.352" v="1677" actId="478"/>
            <ac:spMkLst>
              <pc:docMk/>
              <pc:sldMasterMk cId="1279804991" sldId="2147483648"/>
              <pc:sldLayoutMk cId="2953809282" sldId="2147483693"/>
              <ac:spMk id="27" creationId="{AA2EC304-7E7D-846B-84CD-5DFA1677CB16}"/>
            </ac:spMkLst>
          </pc:spChg>
          <pc:spChg chg="mod">
            <ac:chgData name="Guilherme da Costa Criscuolo" userId="ca8b11d29e1e8585" providerId="LiveId" clId="{E7E5DE29-60A4-4D58-A8C4-A0E1502ACE36}" dt="2026-07-29T18:22:38.469" v="3316" actId="554"/>
            <ac:spMkLst>
              <pc:docMk/>
              <pc:sldMasterMk cId="1279804991" sldId="2147483648"/>
              <pc:sldLayoutMk cId="2953809282" sldId="2147483693"/>
              <ac:spMk id="39" creationId="{DA213EB3-8646-400F-D3CA-1172E94B3074}"/>
            </ac:spMkLst>
          </pc:spChg>
          <pc:spChg chg="mod">
            <ac:chgData name="Guilherme da Costa Criscuolo" userId="ca8b11d29e1e8585" providerId="LiveId" clId="{E7E5DE29-60A4-4D58-A8C4-A0E1502ACE36}" dt="2026-07-29T18:22:42.947" v="3317" actId="554"/>
            <ac:spMkLst>
              <pc:docMk/>
              <pc:sldMasterMk cId="1279804991" sldId="2147483648"/>
              <pc:sldLayoutMk cId="2953809282" sldId="2147483693"/>
              <ac:spMk id="50" creationId="{072CD9E8-22D1-4858-0646-E51BF3839BED}"/>
            </ac:spMkLst>
          </pc:spChg>
          <pc:spChg chg="mod">
            <ac:chgData name="Guilherme da Costa Criscuolo" userId="ca8b11d29e1e8585" providerId="LiveId" clId="{E7E5DE29-60A4-4D58-A8C4-A0E1502ACE36}" dt="2026-07-29T18:22:30.620" v="3314" actId="555"/>
            <ac:spMkLst>
              <pc:docMk/>
              <pc:sldMasterMk cId="1279804991" sldId="2147483648"/>
              <pc:sldLayoutMk cId="2953809282" sldId="2147483693"/>
              <ac:spMk id="52" creationId="{A13903D3-C71A-FDF2-7689-436686132EA5}"/>
            </ac:spMkLst>
          </pc:spChg>
          <pc:spChg chg="mod">
            <ac:chgData name="Guilherme da Costa Criscuolo" userId="ca8b11d29e1e8585" providerId="LiveId" clId="{E7E5DE29-60A4-4D58-A8C4-A0E1502ACE36}" dt="2026-07-29T18:22:34.289" v="3315" actId="555"/>
            <ac:spMkLst>
              <pc:docMk/>
              <pc:sldMasterMk cId="1279804991" sldId="2147483648"/>
              <pc:sldLayoutMk cId="2953809282" sldId="2147483693"/>
              <ac:spMk id="53" creationId="{3F167763-51EE-8357-DE14-01E6655FC6B8}"/>
            </ac:spMkLst>
          </pc:spChg>
          <pc:spChg chg="mod">
            <ac:chgData name="Guilherme da Costa Criscuolo" userId="ca8b11d29e1e8585" providerId="LiveId" clId="{E7E5DE29-60A4-4D58-A8C4-A0E1502ACE36}" dt="2026-07-29T18:22:38.469" v="3316" actId="554"/>
            <ac:spMkLst>
              <pc:docMk/>
              <pc:sldMasterMk cId="1279804991" sldId="2147483648"/>
              <pc:sldLayoutMk cId="2953809282" sldId="2147483693"/>
              <ac:spMk id="54" creationId="{454D3111-AB5E-B440-3AF5-A720C0C25189}"/>
            </ac:spMkLst>
          </pc:spChg>
          <pc:spChg chg="mod">
            <ac:chgData name="Guilherme da Costa Criscuolo" userId="ca8b11d29e1e8585" providerId="LiveId" clId="{E7E5DE29-60A4-4D58-A8C4-A0E1502ACE36}" dt="2026-07-29T18:22:42.947" v="3317" actId="554"/>
            <ac:spMkLst>
              <pc:docMk/>
              <pc:sldMasterMk cId="1279804991" sldId="2147483648"/>
              <pc:sldLayoutMk cId="2953809282" sldId="2147483693"/>
              <ac:spMk id="55" creationId="{291DF375-205D-D87D-51B2-F8B88EC1251D}"/>
            </ac:spMkLst>
          </pc:spChg>
          <pc:spChg chg="mod">
            <ac:chgData name="Guilherme da Costa Criscuolo" userId="ca8b11d29e1e8585" providerId="LiveId" clId="{E7E5DE29-60A4-4D58-A8C4-A0E1502ACE36}" dt="2026-07-29T18:22:30.620" v="3314" actId="555"/>
            <ac:spMkLst>
              <pc:docMk/>
              <pc:sldMasterMk cId="1279804991" sldId="2147483648"/>
              <pc:sldLayoutMk cId="2953809282" sldId="2147483693"/>
              <ac:spMk id="56" creationId="{73498421-AB74-88E8-FAA6-308B60D2BA05}"/>
            </ac:spMkLst>
          </pc:spChg>
          <pc:spChg chg="mod">
            <ac:chgData name="Guilherme da Costa Criscuolo" userId="ca8b11d29e1e8585" providerId="LiveId" clId="{E7E5DE29-60A4-4D58-A8C4-A0E1502ACE36}" dt="2026-07-29T18:22:34.289" v="3315" actId="555"/>
            <ac:spMkLst>
              <pc:docMk/>
              <pc:sldMasterMk cId="1279804991" sldId="2147483648"/>
              <pc:sldLayoutMk cId="2953809282" sldId="2147483693"/>
              <ac:spMk id="57" creationId="{C05832E4-02DF-65D8-04BD-A0D7B364B571}"/>
            </ac:spMkLst>
          </pc:spChg>
          <pc:spChg chg="del">
            <ac:chgData name="Guilherme da Costa Criscuolo" userId="ca8b11d29e1e8585" providerId="LiveId" clId="{E7E5DE29-60A4-4D58-A8C4-A0E1502ACE36}" dt="2026-07-29T16:07:57.680" v="1676" actId="478"/>
            <ac:spMkLst>
              <pc:docMk/>
              <pc:sldMasterMk cId="1279804991" sldId="2147483648"/>
              <pc:sldLayoutMk cId="2953809282" sldId="2147483693"/>
              <ac:spMk id="58" creationId="{87C4B955-CE3C-7658-83DB-E984FB159880}"/>
            </ac:spMkLst>
          </pc:spChg>
          <pc:spChg chg="del">
            <ac:chgData name="Guilherme da Costa Criscuolo" userId="ca8b11d29e1e8585" providerId="LiveId" clId="{E7E5DE29-60A4-4D58-A8C4-A0E1502ACE36}" dt="2026-07-29T16:07:57.680" v="1676" actId="478"/>
            <ac:spMkLst>
              <pc:docMk/>
              <pc:sldMasterMk cId="1279804991" sldId="2147483648"/>
              <pc:sldLayoutMk cId="2953809282" sldId="2147483693"/>
              <ac:spMk id="59" creationId="{9D4ECDF0-FBFB-B3DD-9DE7-2CD924838173}"/>
            </ac:spMkLst>
          </pc:spChg>
          <pc:cxnChg chg="mod">
            <ac:chgData name="Guilherme da Costa Criscuolo" userId="ca8b11d29e1e8585" providerId="LiveId" clId="{E7E5DE29-60A4-4D58-A8C4-A0E1502ACE36}" dt="2026-07-29T18:21:16.077" v="3286" actId="12789"/>
            <ac:cxnSpMkLst>
              <pc:docMk/>
              <pc:sldMasterMk cId="1279804991" sldId="2147483648"/>
              <pc:sldLayoutMk cId="2953809282" sldId="2147483693"/>
              <ac:cxnSpMk id="3" creationId="{726B69E3-26E5-D147-B353-823F03AB80B5}"/>
            </ac:cxnSpMkLst>
          </pc:cxnChg>
        </pc:sldLayoutChg>
        <pc:sldLayoutChg chg="addSp delSp modSp add mod ord modTransition">
          <pc:chgData name="Guilherme da Costa Criscuolo" userId="ca8b11d29e1e8585" providerId="LiveId" clId="{E7E5DE29-60A4-4D58-A8C4-A0E1502ACE36}" dt="2026-07-29T18:22:11.718" v="3310" actId="478"/>
          <pc:sldLayoutMkLst>
            <pc:docMk/>
            <pc:sldMasterMk cId="1279804991" sldId="2147483648"/>
            <pc:sldLayoutMk cId="3194445863" sldId="2147483694"/>
          </pc:sldLayoutMkLst>
          <pc:spChg chg="add del mod">
            <ac:chgData name="Guilherme da Costa Criscuolo" userId="ca8b11d29e1e8585" providerId="LiveId" clId="{E7E5DE29-60A4-4D58-A8C4-A0E1502ACE36}" dt="2026-07-29T18:21:24.304" v="3290" actId="21"/>
            <ac:spMkLst>
              <pc:docMk/>
              <pc:sldMasterMk cId="1279804991" sldId="2147483648"/>
              <pc:sldLayoutMk cId="3194445863" sldId="2147483694"/>
              <ac:spMk id="5" creationId="{2EE19CF5-2BA6-2899-6024-7C783DE3660A}"/>
            </ac:spMkLst>
          </pc:spChg>
          <pc:spChg chg="mod">
            <ac:chgData name="Guilherme da Costa Criscuolo" userId="ca8b11d29e1e8585" providerId="LiveId" clId="{E7E5DE29-60A4-4D58-A8C4-A0E1502ACE36}" dt="2026-07-29T18:22:08.568" v="3309" actId="1038"/>
            <ac:spMkLst>
              <pc:docMk/>
              <pc:sldMasterMk cId="1279804991" sldId="2147483648"/>
              <pc:sldLayoutMk cId="3194445863" sldId="2147483694"/>
              <ac:spMk id="16" creationId="{0372A52D-F1A8-5936-6E45-8A9D0637D760}"/>
            </ac:spMkLst>
          </pc:spChg>
          <pc:spChg chg="mod">
            <ac:chgData name="Guilherme da Costa Criscuolo" userId="ca8b11d29e1e8585" providerId="LiveId" clId="{E7E5DE29-60A4-4D58-A8C4-A0E1502ACE36}" dt="2026-07-29T18:22:08.568" v="3309" actId="1038"/>
            <ac:spMkLst>
              <pc:docMk/>
              <pc:sldMasterMk cId="1279804991" sldId="2147483648"/>
              <pc:sldLayoutMk cId="3194445863" sldId="2147483694"/>
              <ac:spMk id="20" creationId="{846DA417-FACE-12DA-9258-AFBED6A43906}"/>
            </ac:spMkLst>
          </pc:spChg>
          <pc:spChg chg="mod">
            <ac:chgData name="Guilherme da Costa Criscuolo" userId="ca8b11d29e1e8585" providerId="LiveId" clId="{E7E5DE29-60A4-4D58-A8C4-A0E1502ACE36}" dt="2026-07-29T16:37:14.439" v="2218" actId="207"/>
            <ac:spMkLst>
              <pc:docMk/>
              <pc:sldMasterMk cId="1279804991" sldId="2147483648"/>
              <pc:sldLayoutMk cId="3194445863" sldId="2147483694"/>
              <ac:spMk id="21" creationId="{42652471-1B40-279E-6DD4-11C315B6CFB1}"/>
            </ac:spMkLst>
          </pc:spChg>
          <pc:spChg chg="mod">
            <ac:chgData name="Guilherme da Costa Criscuolo" userId="ca8b11d29e1e8585" providerId="LiveId" clId="{E7E5DE29-60A4-4D58-A8C4-A0E1502ACE36}" dt="2026-07-29T18:22:08.568" v="3309" actId="1038"/>
            <ac:spMkLst>
              <pc:docMk/>
              <pc:sldMasterMk cId="1279804991" sldId="2147483648"/>
              <pc:sldLayoutMk cId="3194445863" sldId="2147483694"/>
              <ac:spMk id="23" creationId="{5B28F855-44B5-8B65-3145-F56D6BB0A858}"/>
            </ac:spMkLst>
          </pc:spChg>
          <pc:spChg chg="del">
            <ac:chgData name="Guilherme da Costa Criscuolo" userId="ca8b11d29e1e8585" providerId="LiveId" clId="{E7E5DE29-60A4-4D58-A8C4-A0E1502ACE36}" dt="2026-07-29T16:08:38.748" v="1686" actId="478"/>
            <ac:spMkLst>
              <pc:docMk/>
              <pc:sldMasterMk cId="1279804991" sldId="2147483648"/>
              <pc:sldLayoutMk cId="3194445863" sldId="2147483694"/>
              <ac:spMk id="25" creationId="{4F5B1AC3-0D47-5608-E2FF-B34B93478C80}"/>
            </ac:spMkLst>
          </pc:spChg>
          <pc:spChg chg="mod">
            <ac:chgData name="Guilherme da Costa Criscuolo" userId="ca8b11d29e1e8585" providerId="LiveId" clId="{E7E5DE29-60A4-4D58-A8C4-A0E1502ACE36}" dt="2026-07-29T18:21:56.403" v="3300" actId="554"/>
            <ac:spMkLst>
              <pc:docMk/>
              <pc:sldMasterMk cId="1279804991" sldId="2147483648"/>
              <pc:sldLayoutMk cId="3194445863" sldId="2147483694"/>
              <ac:spMk id="39" creationId="{DA213EB3-8646-400F-D3CA-1172E94B3074}"/>
            </ac:spMkLst>
          </pc:spChg>
          <pc:spChg chg="mod">
            <ac:chgData name="Guilherme da Costa Criscuolo" userId="ca8b11d29e1e8585" providerId="LiveId" clId="{E7E5DE29-60A4-4D58-A8C4-A0E1502ACE36}" dt="2026-07-29T18:22:00.976" v="3301" actId="554"/>
            <ac:spMkLst>
              <pc:docMk/>
              <pc:sldMasterMk cId="1279804991" sldId="2147483648"/>
              <pc:sldLayoutMk cId="3194445863" sldId="2147483694"/>
              <ac:spMk id="50" creationId="{072CD9E8-22D1-4858-0646-E51BF3839BED}"/>
            </ac:spMkLst>
          </pc:spChg>
          <pc:spChg chg="mod ord">
            <ac:chgData name="Guilherme da Costa Criscuolo" userId="ca8b11d29e1e8585" providerId="LiveId" clId="{E7E5DE29-60A4-4D58-A8C4-A0E1502ACE36}" dt="2026-07-29T18:21:46.100" v="3296" actId="555"/>
            <ac:spMkLst>
              <pc:docMk/>
              <pc:sldMasterMk cId="1279804991" sldId="2147483648"/>
              <pc:sldLayoutMk cId="3194445863" sldId="2147483694"/>
              <ac:spMk id="52" creationId="{A13903D3-C71A-FDF2-7689-436686132EA5}"/>
            </ac:spMkLst>
          </pc:spChg>
          <pc:spChg chg="mod">
            <ac:chgData name="Guilherme da Costa Criscuolo" userId="ca8b11d29e1e8585" providerId="LiveId" clId="{E7E5DE29-60A4-4D58-A8C4-A0E1502ACE36}" dt="2026-07-29T18:21:49.430" v="3297" actId="555"/>
            <ac:spMkLst>
              <pc:docMk/>
              <pc:sldMasterMk cId="1279804991" sldId="2147483648"/>
              <pc:sldLayoutMk cId="3194445863" sldId="2147483694"/>
              <ac:spMk id="53" creationId="{3F167763-51EE-8357-DE14-01E6655FC6B8}"/>
            </ac:spMkLst>
          </pc:spChg>
          <pc:spChg chg="mod">
            <ac:chgData name="Guilherme da Costa Criscuolo" userId="ca8b11d29e1e8585" providerId="LiveId" clId="{E7E5DE29-60A4-4D58-A8C4-A0E1502ACE36}" dt="2026-07-29T18:21:56.403" v="3300" actId="554"/>
            <ac:spMkLst>
              <pc:docMk/>
              <pc:sldMasterMk cId="1279804991" sldId="2147483648"/>
              <pc:sldLayoutMk cId="3194445863" sldId="2147483694"/>
              <ac:spMk id="54" creationId="{454D3111-AB5E-B440-3AF5-A720C0C25189}"/>
            </ac:spMkLst>
          </pc:spChg>
          <pc:spChg chg="mod">
            <ac:chgData name="Guilherme da Costa Criscuolo" userId="ca8b11d29e1e8585" providerId="LiveId" clId="{E7E5DE29-60A4-4D58-A8C4-A0E1502ACE36}" dt="2026-07-29T18:22:00.976" v="3301" actId="554"/>
            <ac:spMkLst>
              <pc:docMk/>
              <pc:sldMasterMk cId="1279804991" sldId="2147483648"/>
              <pc:sldLayoutMk cId="3194445863" sldId="2147483694"/>
              <ac:spMk id="55" creationId="{291DF375-205D-D87D-51B2-F8B88EC1251D}"/>
            </ac:spMkLst>
          </pc:spChg>
          <pc:spChg chg="del">
            <ac:chgData name="Guilherme da Costa Criscuolo" userId="ca8b11d29e1e8585" providerId="LiveId" clId="{E7E5DE29-60A4-4D58-A8C4-A0E1502ACE36}" dt="2026-07-29T16:08:38.748" v="1686" actId="478"/>
            <ac:spMkLst>
              <pc:docMk/>
              <pc:sldMasterMk cId="1279804991" sldId="2147483648"/>
              <pc:sldLayoutMk cId="3194445863" sldId="2147483694"/>
              <ac:spMk id="56" creationId="{73498421-AB74-88E8-FAA6-308B60D2BA05}"/>
            </ac:spMkLst>
          </pc:spChg>
          <pc:spChg chg="del">
            <ac:chgData name="Guilherme da Costa Criscuolo" userId="ca8b11d29e1e8585" providerId="LiveId" clId="{E7E5DE29-60A4-4D58-A8C4-A0E1502ACE36}" dt="2026-07-29T16:08:38.748" v="1686" actId="478"/>
            <ac:spMkLst>
              <pc:docMk/>
              <pc:sldMasterMk cId="1279804991" sldId="2147483648"/>
              <pc:sldLayoutMk cId="3194445863" sldId="2147483694"/>
              <ac:spMk id="57" creationId="{C05832E4-02DF-65D8-04BD-A0D7B364B571}"/>
            </ac:spMkLst>
          </pc:spChg>
          <pc:spChg chg="add del mod">
            <ac:chgData name="Guilherme da Costa Criscuolo" userId="ca8b11d29e1e8585" providerId="LiveId" clId="{E7E5DE29-60A4-4D58-A8C4-A0E1502ACE36}" dt="2026-07-29T18:22:11.718" v="3310" actId="478"/>
            <ac:spMkLst>
              <pc:docMk/>
              <pc:sldMasterMk cId="1279804991" sldId="2147483648"/>
              <pc:sldLayoutMk cId="3194445863" sldId="2147483694"/>
              <ac:spMk id="72" creationId="{D74F8A2E-D3D3-6BFF-F3C7-640F0258A35A}"/>
            </ac:spMkLst>
          </pc:spChg>
          <pc:spChg chg="add del mod">
            <ac:chgData name="Guilherme da Costa Criscuolo" userId="ca8b11d29e1e8585" providerId="LiveId" clId="{E7E5DE29-60A4-4D58-A8C4-A0E1502ACE36}" dt="2026-07-29T18:22:11.718" v="3310" actId="478"/>
            <ac:spMkLst>
              <pc:docMk/>
              <pc:sldMasterMk cId="1279804991" sldId="2147483648"/>
              <pc:sldLayoutMk cId="3194445863" sldId="2147483694"/>
              <ac:spMk id="73" creationId="{B70E210D-ED21-0953-0069-F519D8CBE26A}"/>
            </ac:spMkLst>
          </pc:spChg>
          <pc:spChg chg="add del mod ord">
            <ac:chgData name="Guilherme da Costa Criscuolo" userId="ca8b11d29e1e8585" providerId="LiveId" clId="{E7E5DE29-60A4-4D58-A8C4-A0E1502ACE36}" dt="2026-07-29T18:22:11.718" v="3310" actId="478"/>
            <ac:spMkLst>
              <pc:docMk/>
              <pc:sldMasterMk cId="1279804991" sldId="2147483648"/>
              <pc:sldLayoutMk cId="3194445863" sldId="2147483694"/>
              <ac:spMk id="74" creationId="{A1EBAE24-FC53-4DD7-48B7-4BC26CB7BD4E}"/>
            </ac:spMkLst>
          </pc:spChg>
          <pc:spChg chg="add del mod">
            <ac:chgData name="Guilherme da Costa Criscuolo" userId="ca8b11d29e1e8585" providerId="LiveId" clId="{E7E5DE29-60A4-4D58-A8C4-A0E1502ACE36}" dt="2026-07-29T18:22:11.718" v="3310" actId="478"/>
            <ac:spMkLst>
              <pc:docMk/>
              <pc:sldMasterMk cId="1279804991" sldId="2147483648"/>
              <pc:sldLayoutMk cId="3194445863" sldId="2147483694"/>
              <ac:spMk id="75" creationId="{143EF1FF-4095-C497-9D7F-E25B8882C96C}"/>
            </ac:spMkLst>
          </pc:spChg>
          <pc:cxnChg chg="mod">
            <ac:chgData name="Guilherme da Costa Criscuolo" userId="ca8b11d29e1e8585" providerId="LiveId" clId="{E7E5DE29-60A4-4D58-A8C4-A0E1502ACE36}" dt="2026-07-29T18:21:22.587" v="3289" actId="12789"/>
            <ac:cxnSpMkLst>
              <pc:docMk/>
              <pc:sldMasterMk cId="1279804991" sldId="2147483648"/>
              <pc:sldLayoutMk cId="3194445863" sldId="2147483694"/>
              <ac:cxnSpMk id="3" creationId="{726B69E3-26E5-D147-B353-823F03AB80B5}"/>
            </ac:cxnSpMkLst>
          </pc:cxnChg>
        </pc:sldLayoutChg>
        <pc:sldLayoutChg chg="addSp modSp mod">
          <pc:chgData name="Guilherme da Costa Criscuolo" userId="ca8b11d29e1e8585" providerId="LiveId" clId="{E7E5DE29-60A4-4D58-A8C4-A0E1502ACE36}" dt="2026-07-29T18:30:07.104" v="3415" actId="242"/>
          <pc:sldLayoutMkLst>
            <pc:docMk/>
            <pc:sldMasterMk cId="1279804991" sldId="2147483648"/>
            <pc:sldLayoutMk cId="3198531818" sldId="2147483695"/>
          </pc:sldLayoutMkLst>
          <pc:spChg chg="mod">
            <ac:chgData name="Guilherme da Costa Criscuolo" userId="ca8b11d29e1e8585" providerId="LiveId" clId="{E7E5DE29-60A4-4D58-A8C4-A0E1502ACE36}" dt="2026-07-29T16:10:31.541" v="1695" actId="14100"/>
            <ac:spMkLst>
              <pc:docMk/>
              <pc:sldMasterMk cId="1279804991" sldId="2147483648"/>
              <pc:sldLayoutMk cId="3198531818" sldId="2147483695"/>
              <ac:spMk id="2" creationId="{6BE41CBC-FDB9-2557-B28C-B76B0CBE986E}"/>
            </ac:spMkLst>
          </pc:spChg>
          <pc:spChg chg="mod">
            <ac:chgData name="Guilherme da Costa Criscuolo" userId="ca8b11d29e1e8585" providerId="LiveId" clId="{E7E5DE29-60A4-4D58-A8C4-A0E1502ACE36}" dt="2026-07-29T18:30:07.104" v="3415" actId="242"/>
            <ac:spMkLst>
              <pc:docMk/>
              <pc:sldMasterMk cId="1279804991" sldId="2147483648"/>
              <pc:sldLayoutMk cId="3198531818" sldId="2147483695"/>
              <ac:spMk id="3" creationId="{C6BFB510-B88B-59F7-95A4-481D18046904}"/>
            </ac:spMkLst>
          </pc:spChg>
          <pc:spChg chg="add mod">
            <ac:chgData name="Guilherme da Costa Criscuolo" userId="ca8b11d29e1e8585" providerId="LiveId" clId="{E7E5DE29-60A4-4D58-A8C4-A0E1502ACE36}" dt="2026-07-29T16:10:44.915" v="1701" actId="14100"/>
            <ac:spMkLst>
              <pc:docMk/>
              <pc:sldMasterMk cId="1279804991" sldId="2147483648"/>
              <pc:sldLayoutMk cId="3198531818" sldId="2147483695"/>
              <ac:spMk id="4" creationId="{905086BD-A2D5-FFF0-7732-3354098DE216}"/>
            </ac:spMkLst>
          </pc:spChg>
        </pc:sldLayoutChg>
        <pc:sldLayoutChg chg="delSp modSp add mod modTransition">
          <pc:chgData name="Guilherme da Costa Criscuolo" userId="ca8b11d29e1e8585" providerId="LiveId" clId="{E7E5DE29-60A4-4D58-A8C4-A0E1502ACE36}" dt="2026-07-29T16:11:23.551" v="1707" actId="14100"/>
          <pc:sldLayoutMkLst>
            <pc:docMk/>
            <pc:sldMasterMk cId="1279804991" sldId="2147483648"/>
            <pc:sldLayoutMk cId="1971904175" sldId="2147483696"/>
          </pc:sldLayoutMkLst>
          <pc:spChg chg="del">
            <ac:chgData name="Guilherme da Costa Criscuolo" userId="ca8b11d29e1e8585" providerId="LiveId" clId="{E7E5DE29-60A4-4D58-A8C4-A0E1502ACE36}" dt="2026-07-29T16:11:18.200" v="1706" actId="478"/>
            <ac:spMkLst>
              <pc:docMk/>
              <pc:sldMasterMk cId="1279804991" sldId="2147483648"/>
              <pc:sldLayoutMk cId="1971904175" sldId="2147483696"/>
              <ac:spMk id="3" creationId="{C6BFB510-B88B-59F7-95A4-481D18046904}"/>
            </ac:spMkLst>
          </pc:spChg>
          <pc:spChg chg="mod">
            <ac:chgData name="Guilherme da Costa Criscuolo" userId="ca8b11d29e1e8585" providerId="LiveId" clId="{E7E5DE29-60A4-4D58-A8C4-A0E1502ACE36}" dt="2026-07-29T16:11:23.551" v="1707" actId="14100"/>
            <ac:spMkLst>
              <pc:docMk/>
              <pc:sldMasterMk cId="1279804991" sldId="2147483648"/>
              <pc:sldLayoutMk cId="1971904175" sldId="2147483696"/>
              <ac:spMk id="4" creationId="{905086BD-A2D5-FFF0-7732-3354098DE216}"/>
            </ac:spMkLst>
          </pc:spChg>
        </pc:sldLayoutChg>
        <pc:sldLayoutChg chg="addSp delSp modSp add mod modTransition">
          <pc:chgData name="Guilherme da Costa Criscuolo" userId="ca8b11d29e1e8585" providerId="LiveId" clId="{E7E5DE29-60A4-4D58-A8C4-A0E1502ACE36}" dt="2026-07-29T18:31:16.228" v="3436" actId="179"/>
          <pc:sldLayoutMkLst>
            <pc:docMk/>
            <pc:sldMasterMk cId="1279804991" sldId="2147483648"/>
            <pc:sldLayoutMk cId="113209661" sldId="2147483697"/>
          </pc:sldLayoutMkLst>
          <pc:spChg chg="del">
            <ac:chgData name="Guilherme da Costa Criscuolo" userId="ca8b11d29e1e8585" providerId="LiveId" clId="{E7E5DE29-60A4-4D58-A8C4-A0E1502ACE36}" dt="2026-07-29T16:11:39.859" v="1709" actId="478"/>
            <ac:spMkLst>
              <pc:docMk/>
              <pc:sldMasterMk cId="1279804991" sldId="2147483648"/>
              <pc:sldLayoutMk cId="113209661" sldId="2147483697"/>
              <ac:spMk id="4" creationId="{905086BD-A2D5-FFF0-7732-3354098DE216}"/>
            </ac:spMkLst>
          </pc:spChg>
          <pc:spChg chg="add del mod">
            <ac:chgData name="Guilherme da Costa Criscuolo" userId="ca8b11d29e1e8585" providerId="LiveId" clId="{E7E5DE29-60A4-4D58-A8C4-A0E1502ACE36}" dt="2026-07-29T16:13:08.265" v="1723" actId="478"/>
            <ac:spMkLst>
              <pc:docMk/>
              <pc:sldMasterMk cId="1279804991" sldId="2147483648"/>
              <pc:sldLayoutMk cId="113209661" sldId="2147483697"/>
              <ac:spMk id="6" creationId="{1F48552A-33B7-26CD-730D-69E575A4AFB6}"/>
            </ac:spMkLst>
          </pc:spChg>
          <pc:spChg chg="add del mod">
            <ac:chgData name="Guilherme da Costa Criscuolo" userId="ca8b11d29e1e8585" providerId="LiveId" clId="{E7E5DE29-60A4-4D58-A8C4-A0E1502ACE36}" dt="2026-07-29T16:13:08.265" v="1723" actId="478"/>
            <ac:spMkLst>
              <pc:docMk/>
              <pc:sldMasterMk cId="1279804991" sldId="2147483648"/>
              <pc:sldLayoutMk cId="113209661" sldId="2147483697"/>
              <ac:spMk id="7" creationId="{A0E6EEF5-328F-F624-8570-1C90A02B00DE}"/>
            </ac:spMkLst>
          </pc:spChg>
          <pc:spChg chg="add del mod">
            <ac:chgData name="Guilherme da Costa Criscuolo" userId="ca8b11d29e1e8585" providerId="LiveId" clId="{E7E5DE29-60A4-4D58-A8C4-A0E1502ACE36}" dt="2026-07-29T16:13:08.265" v="1723" actId="478"/>
            <ac:spMkLst>
              <pc:docMk/>
              <pc:sldMasterMk cId="1279804991" sldId="2147483648"/>
              <pc:sldLayoutMk cId="113209661" sldId="2147483697"/>
              <ac:spMk id="9" creationId="{896CB7FC-A180-5BA8-B5D9-A95450AE1878}"/>
            </ac:spMkLst>
          </pc:spChg>
          <pc:spChg chg="add del mod">
            <ac:chgData name="Guilherme da Costa Criscuolo" userId="ca8b11d29e1e8585" providerId="LiveId" clId="{E7E5DE29-60A4-4D58-A8C4-A0E1502ACE36}" dt="2026-07-29T16:13:08.265" v="1723" actId="478"/>
            <ac:spMkLst>
              <pc:docMk/>
              <pc:sldMasterMk cId="1279804991" sldId="2147483648"/>
              <pc:sldLayoutMk cId="113209661" sldId="2147483697"/>
              <ac:spMk id="10" creationId="{A49C8FDF-19EA-333F-8903-9164EAC150C6}"/>
            </ac:spMkLst>
          </pc:spChg>
          <pc:spChg chg="add mod">
            <ac:chgData name="Guilherme da Costa Criscuolo" userId="ca8b11d29e1e8585" providerId="LiveId" clId="{E7E5DE29-60A4-4D58-A8C4-A0E1502ACE36}" dt="2026-07-29T16:14:11.450" v="1743" actId="1076"/>
            <ac:spMkLst>
              <pc:docMk/>
              <pc:sldMasterMk cId="1279804991" sldId="2147483648"/>
              <pc:sldLayoutMk cId="113209661" sldId="2147483697"/>
              <ac:spMk id="14" creationId="{7E1E7DBF-7C6C-E9A4-F991-2BE350A9AA11}"/>
            </ac:spMkLst>
          </pc:spChg>
          <pc:spChg chg="add mod">
            <ac:chgData name="Guilherme da Costa Criscuolo" userId="ca8b11d29e1e8585" providerId="LiveId" clId="{E7E5DE29-60A4-4D58-A8C4-A0E1502ACE36}" dt="2026-07-29T18:31:06.503" v="3432" actId="179"/>
            <ac:spMkLst>
              <pc:docMk/>
              <pc:sldMasterMk cId="1279804991" sldId="2147483648"/>
              <pc:sldLayoutMk cId="113209661" sldId="2147483697"/>
              <ac:spMk id="15" creationId="{349678B5-DD6E-17FA-853A-FB958182F723}"/>
            </ac:spMkLst>
          </pc:spChg>
          <pc:spChg chg="add mod">
            <ac:chgData name="Guilherme da Costa Criscuolo" userId="ca8b11d29e1e8585" providerId="LiveId" clId="{E7E5DE29-60A4-4D58-A8C4-A0E1502ACE36}" dt="2026-07-29T16:14:39.025" v="1751" actId="207"/>
            <ac:spMkLst>
              <pc:docMk/>
              <pc:sldMasterMk cId="1279804991" sldId="2147483648"/>
              <pc:sldLayoutMk cId="113209661" sldId="2147483697"/>
              <ac:spMk id="16" creationId="{04D6DE59-B91A-C66B-EE2B-04996E1F2FAD}"/>
            </ac:spMkLst>
          </pc:spChg>
          <pc:spChg chg="add mod">
            <ac:chgData name="Guilherme da Costa Criscuolo" userId="ca8b11d29e1e8585" providerId="LiveId" clId="{E7E5DE29-60A4-4D58-A8C4-A0E1502ACE36}" dt="2026-07-29T18:31:09.885" v="3433" actId="179"/>
            <ac:spMkLst>
              <pc:docMk/>
              <pc:sldMasterMk cId="1279804991" sldId="2147483648"/>
              <pc:sldLayoutMk cId="113209661" sldId="2147483697"/>
              <ac:spMk id="17" creationId="{01811547-BB77-E658-B5A2-F10B5C04CBD2}"/>
            </ac:spMkLst>
          </pc:spChg>
          <pc:spChg chg="add mod">
            <ac:chgData name="Guilherme da Costa Criscuolo" userId="ca8b11d29e1e8585" providerId="LiveId" clId="{E7E5DE29-60A4-4D58-A8C4-A0E1502ACE36}" dt="2026-07-29T16:14:39.025" v="1751" actId="207"/>
            <ac:spMkLst>
              <pc:docMk/>
              <pc:sldMasterMk cId="1279804991" sldId="2147483648"/>
              <pc:sldLayoutMk cId="113209661" sldId="2147483697"/>
              <ac:spMk id="18" creationId="{8A5EC8B3-45A3-ADB5-5337-ECD52F983B21}"/>
            </ac:spMkLst>
          </pc:spChg>
          <pc:spChg chg="add mod">
            <ac:chgData name="Guilherme da Costa Criscuolo" userId="ca8b11d29e1e8585" providerId="LiveId" clId="{E7E5DE29-60A4-4D58-A8C4-A0E1502ACE36}" dt="2026-07-29T18:31:13.872" v="3435" actId="179"/>
            <ac:spMkLst>
              <pc:docMk/>
              <pc:sldMasterMk cId="1279804991" sldId="2147483648"/>
              <pc:sldLayoutMk cId="113209661" sldId="2147483697"/>
              <ac:spMk id="19" creationId="{1DBBC65A-C425-9447-04AB-5BB458057045}"/>
            </ac:spMkLst>
          </pc:spChg>
          <pc:spChg chg="add mod">
            <ac:chgData name="Guilherme da Costa Criscuolo" userId="ca8b11d29e1e8585" providerId="LiveId" clId="{E7E5DE29-60A4-4D58-A8C4-A0E1502ACE36}" dt="2026-07-29T16:14:44.607" v="1753" actId="1076"/>
            <ac:spMkLst>
              <pc:docMk/>
              <pc:sldMasterMk cId="1279804991" sldId="2147483648"/>
              <pc:sldLayoutMk cId="113209661" sldId="2147483697"/>
              <ac:spMk id="20" creationId="{1FA3FBB1-EF94-8A48-4E7E-B8B0F0491375}"/>
            </ac:spMkLst>
          </pc:spChg>
          <pc:spChg chg="add mod">
            <ac:chgData name="Guilherme da Costa Criscuolo" userId="ca8b11d29e1e8585" providerId="LiveId" clId="{E7E5DE29-60A4-4D58-A8C4-A0E1502ACE36}" dt="2026-07-29T18:31:16.228" v="3436" actId="179"/>
            <ac:spMkLst>
              <pc:docMk/>
              <pc:sldMasterMk cId="1279804991" sldId="2147483648"/>
              <pc:sldLayoutMk cId="113209661" sldId="2147483697"/>
              <ac:spMk id="21" creationId="{96A24BEB-5987-9063-905B-CDB3866903D3}"/>
            </ac:spMkLst>
          </pc:spChg>
          <pc:graphicFrameChg chg="add mod">
            <ac:chgData name="Guilherme da Costa Criscuolo" userId="ca8b11d29e1e8585" providerId="LiveId" clId="{E7E5DE29-60A4-4D58-A8C4-A0E1502ACE36}" dt="2026-07-29T16:14:55.249" v="1764" actId="1035"/>
            <ac:graphicFrameMkLst>
              <pc:docMk/>
              <pc:sldMasterMk cId="1279804991" sldId="2147483648"/>
              <pc:sldLayoutMk cId="113209661" sldId="2147483697"/>
              <ac:graphicFrameMk id="5" creationId="{EDED5B5B-6BFF-14FB-4092-82BB1A82D622}"/>
            </ac:graphicFrameMkLst>
          </pc:graphicFrameChg>
        </pc:sldLayoutChg>
        <pc:sldLayoutChg chg="addSp delSp modSp mod setBg">
          <pc:chgData name="Guilherme da Costa Criscuolo" userId="ca8b11d29e1e8585" providerId="LiveId" clId="{E7E5DE29-60A4-4D58-A8C4-A0E1502ACE36}" dt="2026-07-29T18:35:14.600" v="3534" actId="114"/>
          <pc:sldLayoutMkLst>
            <pc:docMk/>
            <pc:sldMasterMk cId="1279804991" sldId="2147483648"/>
            <pc:sldLayoutMk cId="192344753" sldId="2147483698"/>
          </pc:sldLayoutMkLst>
          <pc:spChg chg="del">
            <ac:chgData name="Guilherme da Costa Criscuolo" userId="ca8b11d29e1e8585" providerId="LiveId" clId="{E7E5DE29-60A4-4D58-A8C4-A0E1502ACE36}" dt="2026-07-29T16:15:27.061" v="1765" actId="478"/>
            <ac:spMkLst>
              <pc:docMk/>
              <pc:sldMasterMk cId="1279804991" sldId="2147483648"/>
              <pc:sldLayoutMk cId="192344753" sldId="2147483698"/>
              <ac:spMk id="2" creationId="{196FD821-7411-0510-651A-B47CD8C26867}"/>
            </ac:spMkLst>
          </pc:spChg>
          <pc:spChg chg="del">
            <ac:chgData name="Guilherme da Costa Criscuolo" userId="ca8b11d29e1e8585" providerId="LiveId" clId="{E7E5DE29-60A4-4D58-A8C4-A0E1502ACE36}" dt="2026-07-29T16:15:27.061" v="1765" actId="478"/>
            <ac:spMkLst>
              <pc:docMk/>
              <pc:sldMasterMk cId="1279804991" sldId="2147483648"/>
              <pc:sldLayoutMk cId="192344753" sldId="2147483698"/>
              <ac:spMk id="3" creationId="{AF2F3AD8-CD2F-6731-1B04-DFC92866D449}"/>
            </ac:spMkLst>
          </pc:spChg>
          <pc:spChg chg="del">
            <ac:chgData name="Guilherme da Costa Criscuolo" userId="ca8b11d29e1e8585" providerId="LiveId" clId="{E7E5DE29-60A4-4D58-A8C4-A0E1502ACE36}" dt="2026-07-29T16:15:27.061" v="1765" actId="478"/>
            <ac:spMkLst>
              <pc:docMk/>
              <pc:sldMasterMk cId="1279804991" sldId="2147483648"/>
              <pc:sldLayoutMk cId="192344753" sldId="2147483698"/>
              <ac:spMk id="4" creationId="{5FC072BD-DC84-AEAC-72C4-32D5EB4BC40B}"/>
            </ac:spMkLst>
          </pc:spChg>
          <pc:spChg chg="del">
            <ac:chgData name="Guilherme da Costa Criscuolo" userId="ca8b11d29e1e8585" providerId="LiveId" clId="{E7E5DE29-60A4-4D58-A8C4-A0E1502ACE36}" dt="2026-07-29T16:15:27.061" v="1765" actId="478"/>
            <ac:spMkLst>
              <pc:docMk/>
              <pc:sldMasterMk cId="1279804991" sldId="2147483648"/>
              <pc:sldLayoutMk cId="192344753" sldId="2147483698"/>
              <ac:spMk id="5" creationId="{403A65C6-1FA7-BB4A-D7D6-05961B43E47B}"/>
            </ac:spMkLst>
          </pc:spChg>
          <pc:spChg chg="add mod">
            <ac:chgData name="Guilherme da Costa Criscuolo" userId="ca8b11d29e1e8585" providerId="LiveId" clId="{E7E5DE29-60A4-4D58-A8C4-A0E1502ACE36}" dt="2026-07-29T16:15:44.590" v="1768" actId="207"/>
            <ac:spMkLst>
              <pc:docMk/>
              <pc:sldMasterMk cId="1279804991" sldId="2147483648"/>
              <pc:sldLayoutMk cId="192344753" sldId="2147483698"/>
              <ac:spMk id="6" creationId="{5388EDD0-D257-9D28-3DD8-FC2E94535E83}"/>
            </ac:spMkLst>
          </pc:spChg>
          <pc:spChg chg="add mod">
            <ac:chgData name="Guilherme da Costa Criscuolo" userId="ca8b11d29e1e8585" providerId="LiveId" clId="{E7E5DE29-60A4-4D58-A8C4-A0E1502ACE36}" dt="2026-07-29T16:15:48.295" v="1769" actId="207"/>
            <ac:spMkLst>
              <pc:docMk/>
              <pc:sldMasterMk cId="1279804991" sldId="2147483648"/>
              <pc:sldLayoutMk cId="192344753" sldId="2147483698"/>
              <ac:spMk id="8" creationId="{5BEF1DE9-EB69-5CE3-6AD6-2F8C09773047}"/>
            </ac:spMkLst>
          </pc:spChg>
          <pc:spChg chg="add mod">
            <ac:chgData name="Guilherme da Costa Criscuolo" userId="ca8b11d29e1e8585" providerId="LiveId" clId="{E7E5DE29-60A4-4D58-A8C4-A0E1502ACE36}" dt="2026-07-29T16:15:48.295" v="1769" actId="207"/>
            <ac:spMkLst>
              <pc:docMk/>
              <pc:sldMasterMk cId="1279804991" sldId="2147483648"/>
              <pc:sldLayoutMk cId="192344753" sldId="2147483698"/>
              <ac:spMk id="9" creationId="{CED3217B-5C63-B352-8A0D-525D28FA29B7}"/>
            </ac:spMkLst>
          </pc:spChg>
          <pc:spChg chg="add del mod">
            <ac:chgData name="Guilherme da Costa Criscuolo" userId="ca8b11d29e1e8585" providerId="LiveId" clId="{E7E5DE29-60A4-4D58-A8C4-A0E1502ACE36}" dt="2026-07-29T18:35:09.481" v="3532" actId="114"/>
            <ac:spMkLst>
              <pc:docMk/>
              <pc:sldMasterMk cId="1279804991" sldId="2147483648"/>
              <pc:sldLayoutMk cId="192344753" sldId="2147483698"/>
              <ac:spMk id="10" creationId="{B33BED3F-FA17-8E87-28EA-04275A0B091B}"/>
            </ac:spMkLst>
          </pc:spChg>
          <pc:spChg chg="add mod">
            <ac:chgData name="Guilherme da Costa Criscuolo" userId="ca8b11d29e1e8585" providerId="LiveId" clId="{E7E5DE29-60A4-4D58-A8C4-A0E1502ACE36}" dt="2026-07-29T18:35:14.600" v="3534" actId="114"/>
            <ac:spMkLst>
              <pc:docMk/>
              <pc:sldMasterMk cId="1279804991" sldId="2147483648"/>
              <pc:sldLayoutMk cId="192344753" sldId="2147483698"/>
              <ac:spMk id="15" creationId="{F1EC0D96-6D1F-D4BA-25C3-48DCD8B6E64E}"/>
            </ac:spMkLst>
          </pc:spChg>
          <pc:spChg chg="add mod">
            <ac:chgData name="Guilherme da Costa Criscuolo" userId="ca8b11d29e1e8585" providerId="LiveId" clId="{E7E5DE29-60A4-4D58-A8C4-A0E1502ACE36}" dt="2026-07-29T18:32:18.228" v="3466"/>
            <ac:spMkLst>
              <pc:docMk/>
              <pc:sldMasterMk cId="1279804991" sldId="2147483648"/>
              <pc:sldLayoutMk cId="192344753" sldId="2147483698"/>
              <ac:spMk id="18" creationId="{38EBDC9C-F019-6143-699D-795748CBA6E4}"/>
            </ac:spMkLst>
          </pc:spChg>
          <pc:spChg chg="add mod">
            <ac:chgData name="Guilherme da Costa Criscuolo" userId="ca8b11d29e1e8585" providerId="LiveId" clId="{E7E5DE29-60A4-4D58-A8C4-A0E1502ACE36}" dt="2026-07-29T18:32:18.228" v="3466"/>
            <ac:spMkLst>
              <pc:docMk/>
              <pc:sldMasterMk cId="1279804991" sldId="2147483648"/>
              <pc:sldLayoutMk cId="192344753" sldId="2147483698"/>
              <ac:spMk id="19" creationId="{4643F9D6-D9FB-4654-16DC-1DB7F62501F9}"/>
            </ac:spMkLst>
          </pc:spChg>
          <pc:spChg chg="add mod">
            <ac:chgData name="Guilherme da Costa Criscuolo" userId="ca8b11d29e1e8585" providerId="LiveId" clId="{E7E5DE29-60A4-4D58-A8C4-A0E1502ACE36}" dt="2026-07-29T18:33:16.577" v="3484" actId="2711"/>
            <ac:spMkLst>
              <pc:docMk/>
              <pc:sldMasterMk cId="1279804991" sldId="2147483648"/>
              <pc:sldLayoutMk cId="192344753" sldId="2147483698"/>
              <ac:spMk id="20" creationId="{A54BFFDF-18D9-E32C-1CE4-0A1F4DFC8776}"/>
            </ac:spMkLst>
          </pc:spChg>
          <pc:spChg chg="add mod">
            <ac:chgData name="Guilherme da Costa Criscuolo" userId="ca8b11d29e1e8585" providerId="LiveId" clId="{E7E5DE29-60A4-4D58-A8C4-A0E1502ACE36}" dt="2026-07-29T18:33:16.577" v="3484" actId="2711"/>
            <ac:spMkLst>
              <pc:docMk/>
              <pc:sldMasterMk cId="1279804991" sldId="2147483648"/>
              <pc:sldLayoutMk cId="192344753" sldId="2147483698"/>
              <ac:spMk id="21" creationId="{398E1CC1-60C4-847B-D0B0-6AA347705068}"/>
            </ac:spMkLst>
          </pc:spChg>
          <pc:spChg chg="mod">
            <ac:chgData name="Guilherme da Costa Criscuolo" userId="ca8b11d29e1e8585" providerId="LiveId" clId="{E7E5DE29-60A4-4D58-A8C4-A0E1502ACE36}" dt="2026-07-29T18:33:42.768" v="3491"/>
            <ac:spMkLst>
              <pc:docMk/>
              <pc:sldMasterMk cId="1279804991" sldId="2147483648"/>
              <pc:sldLayoutMk cId="192344753" sldId="2147483698"/>
              <ac:spMk id="22" creationId="{0BCCF2D7-2F59-6414-B6E0-6D3E2AC25F34}"/>
            </ac:spMkLst>
          </pc:spChg>
          <pc:spChg chg="mod">
            <ac:chgData name="Guilherme da Costa Criscuolo" userId="ca8b11d29e1e8585" providerId="LiveId" clId="{E7E5DE29-60A4-4D58-A8C4-A0E1502ACE36}" dt="2026-07-29T18:33:46.975" v="3492" actId="27803"/>
            <ac:spMkLst>
              <pc:docMk/>
              <pc:sldMasterMk cId="1279804991" sldId="2147483648"/>
              <pc:sldLayoutMk cId="192344753" sldId="2147483698"/>
              <ac:spMk id="26" creationId="{F73ED737-4434-8169-5A1A-9400863BD662}"/>
            </ac:spMkLst>
          </pc:spChg>
          <pc:spChg chg="mod">
            <ac:chgData name="Guilherme da Costa Criscuolo" userId="ca8b11d29e1e8585" providerId="LiveId" clId="{E7E5DE29-60A4-4D58-A8C4-A0E1502ACE36}" dt="2026-07-29T18:33:46.975" v="3492" actId="27803"/>
            <ac:spMkLst>
              <pc:docMk/>
              <pc:sldMasterMk cId="1279804991" sldId="2147483648"/>
              <pc:sldLayoutMk cId="192344753" sldId="2147483698"/>
              <ac:spMk id="27" creationId="{5EB4C592-D9F5-AA41-A4C8-095E87AB0815}"/>
            </ac:spMkLst>
          </pc:spChg>
          <pc:spChg chg="mod">
            <ac:chgData name="Guilherme da Costa Criscuolo" userId="ca8b11d29e1e8585" providerId="LiveId" clId="{E7E5DE29-60A4-4D58-A8C4-A0E1502ACE36}" dt="2026-07-29T18:33:46.975" v="3492" actId="27803"/>
            <ac:spMkLst>
              <pc:docMk/>
              <pc:sldMasterMk cId="1279804991" sldId="2147483648"/>
              <pc:sldLayoutMk cId="192344753" sldId="2147483698"/>
              <ac:spMk id="29" creationId="{393F8598-3C00-FEA9-4B63-764B7CD92B19}"/>
            </ac:spMkLst>
          </pc:spChg>
          <pc:spChg chg="mod">
            <ac:chgData name="Guilherme da Costa Criscuolo" userId="ca8b11d29e1e8585" providerId="LiveId" clId="{E7E5DE29-60A4-4D58-A8C4-A0E1502ACE36}" dt="2026-07-29T18:33:46.975" v="3492" actId="27803"/>
            <ac:spMkLst>
              <pc:docMk/>
              <pc:sldMasterMk cId="1279804991" sldId="2147483648"/>
              <pc:sldLayoutMk cId="192344753" sldId="2147483698"/>
              <ac:spMk id="30" creationId="{CC6E0AEB-2CEC-0E9E-61BE-C30CFFA2EEFC}"/>
            </ac:spMkLst>
          </pc:spChg>
          <pc:grpChg chg="mod">
            <ac:chgData name="Guilherme da Costa Criscuolo" userId="ca8b11d29e1e8585" providerId="LiveId" clId="{E7E5DE29-60A4-4D58-A8C4-A0E1502ACE36}" dt="2026-07-29T18:33:46.975" v="3492" actId="27803"/>
            <ac:grpSpMkLst>
              <pc:docMk/>
              <pc:sldMasterMk cId="1279804991" sldId="2147483648"/>
              <pc:sldLayoutMk cId="192344753" sldId="2147483698"/>
              <ac:grpSpMk id="25" creationId="{42A0241E-E4DC-7D6B-2171-D7759D6C1BFF}"/>
            </ac:grpSpMkLst>
          </pc:grpChg>
          <pc:grpChg chg="mod">
            <ac:chgData name="Guilherme da Costa Criscuolo" userId="ca8b11d29e1e8585" providerId="LiveId" clId="{E7E5DE29-60A4-4D58-A8C4-A0E1502ACE36}" dt="2026-07-29T18:33:46.975" v="3492" actId="27803"/>
            <ac:grpSpMkLst>
              <pc:docMk/>
              <pc:sldMasterMk cId="1279804991" sldId="2147483648"/>
              <pc:sldLayoutMk cId="192344753" sldId="2147483698"/>
              <ac:grpSpMk id="28" creationId="{18E727C6-A2CC-B7FA-AD62-125A38CF0501}"/>
            </ac:grpSpMkLst>
          </pc:grpChg>
          <pc:picChg chg="add mod">
            <ac:chgData name="Guilherme da Costa Criscuolo" userId="ca8b11d29e1e8585" providerId="LiveId" clId="{E7E5DE29-60A4-4D58-A8C4-A0E1502ACE36}" dt="2026-07-29T16:15:52.331" v="1771" actId="207"/>
            <ac:picMkLst>
              <pc:docMk/>
              <pc:sldMasterMk cId="1279804991" sldId="2147483648"/>
              <pc:sldLayoutMk cId="192344753" sldId="2147483698"/>
              <ac:picMk id="7" creationId="{F772EA08-B5EC-0078-699B-79463C2B6779}"/>
            </ac:picMkLst>
          </pc:picChg>
          <pc:picChg chg="add del mod">
            <ac:chgData name="Guilherme da Costa Criscuolo" userId="ca8b11d29e1e8585" providerId="LiveId" clId="{E7E5DE29-60A4-4D58-A8C4-A0E1502ACE36}" dt="2026-07-29T18:34:17.303" v="3498" actId="478"/>
            <ac:picMkLst>
              <pc:docMk/>
              <pc:sldMasterMk cId="1279804991" sldId="2147483648"/>
              <pc:sldLayoutMk cId="192344753" sldId="2147483698"/>
              <ac:picMk id="12" creationId="{A26A86B5-6ED2-E764-3AD5-1AAD47448A3D}"/>
            </ac:picMkLst>
          </pc:picChg>
          <pc:picChg chg="add del mod">
            <ac:chgData name="Guilherme da Costa Criscuolo" userId="ca8b11d29e1e8585" providerId="LiveId" clId="{E7E5DE29-60A4-4D58-A8C4-A0E1502ACE36}" dt="2026-07-29T18:34:17.303" v="3498" actId="478"/>
            <ac:picMkLst>
              <pc:docMk/>
              <pc:sldMasterMk cId="1279804991" sldId="2147483648"/>
              <pc:sldLayoutMk cId="192344753" sldId="2147483698"/>
              <ac:picMk id="14" creationId="{B2F60978-41C4-418E-A3DC-DD4FC2C48105}"/>
            </ac:picMkLst>
          </pc:picChg>
          <pc:picChg chg="add mod ord modCrop">
            <ac:chgData name="Guilherme da Costa Criscuolo" userId="ca8b11d29e1e8585" providerId="LiveId" clId="{E7E5DE29-60A4-4D58-A8C4-A0E1502ACE36}" dt="2026-07-29T16:19:48.842" v="1849" actId="12788"/>
            <ac:picMkLst>
              <pc:docMk/>
              <pc:sldMasterMk cId="1279804991" sldId="2147483648"/>
              <pc:sldLayoutMk cId="192344753" sldId="2147483698"/>
              <ac:picMk id="17" creationId="{25AB9370-D86C-0455-1435-0FA38A01D078}"/>
            </ac:picMkLst>
          </pc:picChg>
          <pc:picChg chg="add del">
            <ac:chgData name="Guilherme da Costa Criscuolo" userId="ca8b11d29e1e8585" providerId="LiveId" clId="{E7E5DE29-60A4-4D58-A8C4-A0E1502ACE36}" dt="2026-07-29T18:33:42.568" v="3490" actId="22"/>
            <ac:picMkLst>
              <pc:docMk/>
              <pc:sldMasterMk cId="1279804991" sldId="2147483648"/>
              <pc:sldLayoutMk cId="192344753" sldId="2147483698"/>
              <ac:picMk id="24" creationId="{E1A0FACF-9922-762D-6E83-B90B9DB4523E}"/>
            </ac:picMkLst>
          </pc:picChg>
        </pc:sldLayoutChg>
        <pc:sldLayoutChg chg="addSp delSp modSp add mod modTransition">
          <pc:chgData name="Guilherme da Costa Criscuolo" userId="ca8b11d29e1e8585" providerId="LiveId" clId="{E7E5DE29-60A4-4D58-A8C4-A0E1502ACE36}" dt="2026-07-29T18:35:06.557" v="3531" actId="114"/>
          <pc:sldLayoutMkLst>
            <pc:docMk/>
            <pc:sldMasterMk cId="1279804991" sldId="2147483648"/>
            <pc:sldLayoutMk cId="2630979703" sldId="2147483699"/>
          </pc:sldLayoutMkLst>
          <pc:spChg chg="add mod">
            <ac:chgData name="Guilherme da Costa Criscuolo" userId="ca8b11d29e1e8585" providerId="LiveId" clId="{E7E5DE29-60A4-4D58-A8C4-A0E1502ACE36}" dt="2026-07-29T16:20:57.592" v="1859" actId="1076"/>
            <ac:spMkLst>
              <pc:docMk/>
              <pc:sldMasterMk cId="1279804991" sldId="2147483648"/>
              <pc:sldLayoutMk cId="2630979703" sldId="2147483699"/>
              <ac:spMk id="2" creationId="{1F9FC401-A143-8789-0F4B-4D3142351D38}"/>
            </ac:spMkLst>
          </pc:spChg>
          <pc:spChg chg="add mod">
            <ac:chgData name="Guilherme da Costa Criscuolo" userId="ca8b11d29e1e8585" providerId="LiveId" clId="{E7E5DE29-60A4-4D58-A8C4-A0E1502ACE36}" dt="2026-07-29T18:33:12.829" v="3479" actId="1076"/>
            <ac:spMkLst>
              <pc:docMk/>
              <pc:sldMasterMk cId="1279804991" sldId="2147483648"/>
              <pc:sldLayoutMk cId="2630979703" sldId="2147483699"/>
              <ac:spMk id="3" creationId="{FF3ABC5B-276F-8153-D3B1-66DAB68676A2}"/>
            </ac:spMkLst>
          </pc:spChg>
          <pc:spChg chg="add mod">
            <ac:chgData name="Guilherme da Costa Criscuolo" userId="ca8b11d29e1e8585" providerId="LiveId" clId="{E7E5DE29-60A4-4D58-A8C4-A0E1502ACE36}" dt="2026-07-29T18:33:12.624" v="3478" actId="1076"/>
            <ac:spMkLst>
              <pc:docMk/>
              <pc:sldMasterMk cId="1279804991" sldId="2147483648"/>
              <pc:sldLayoutMk cId="2630979703" sldId="2147483699"/>
              <ac:spMk id="4" creationId="{5A5BC158-D21B-5427-0E13-45B0D65C703E}"/>
            </ac:spMkLst>
          </pc:spChg>
          <pc:spChg chg="mod">
            <ac:chgData name="Guilherme da Costa Criscuolo" userId="ca8b11d29e1e8585" providerId="LiveId" clId="{E7E5DE29-60A4-4D58-A8C4-A0E1502ACE36}" dt="2026-07-29T18:35:06.557" v="3531" actId="114"/>
            <ac:spMkLst>
              <pc:docMk/>
              <pc:sldMasterMk cId="1279804991" sldId="2147483648"/>
              <pc:sldLayoutMk cId="2630979703" sldId="2147483699"/>
              <ac:spMk id="10" creationId="{B33BED3F-FA17-8E87-28EA-04275A0B091B}"/>
            </ac:spMkLst>
          </pc:spChg>
          <pc:spChg chg="mod">
            <ac:chgData name="Guilherme da Costa Criscuolo" userId="ca8b11d29e1e8585" providerId="LiveId" clId="{E7E5DE29-60A4-4D58-A8C4-A0E1502ACE36}" dt="2026-07-29T16:21:31.255" v="1883" actId="403"/>
            <ac:spMkLst>
              <pc:docMk/>
              <pc:sldMasterMk cId="1279804991" sldId="2147483648"/>
              <pc:sldLayoutMk cId="2630979703" sldId="2147483699"/>
              <ac:spMk id="15" creationId="{F1EC0D96-6D1F-D4BA-25C3-48DCD8B6E64E}"/>
            </ac:spMkLst>
          </pc:spChg>
          <pc:picChg chg="add del mod">
            <ac:chgData name="Guilherme da Costa Criscuolo" userId="ca8b11d29e1e8585" providerId="LiveId" clId="{E7E5DE29-60A4-4D58-A8C4-A0E1502ACE36}" dt="2026-07-29T18:34:20.224" v="3499" actId="478"/>
            <ac:picMkLst>
              <pc:docMk/>
              <pc:sldMasterMk cId="1279804991" sldId="2147483648"/>
              <pc:sldLayoutMk cId="2630979703" sldId="2147483699"/>
              <ac:picMk id="12" creationId="{A26A86B5-6ED2-E764-3AD5-1AAD47448A3D}"/>
            </ac:picMkLst>
          </pc:picChg>
          <pc:picChg chg="add del mod">
            <ac:chgData name="Guilherme da Costa Criscuolo" userId="ca8b11d29e1e8585" providerId="LiveId" clId="{E7E5DE29-60A4-4D58-A8C4-A0E1502ACE36}" dt="2026-07-29T18:34:20.224" v="3499" actId="478"/>
            <ac:picMkLst>
              <pc:docMk/>
              <pc:sldMasterMk cId="1279804991" sldId="2147483648"/>
              <pc:sldLayoutMk cId="2630979703" sldId="2147483699"/>
              <ac:picMk id="14" creationId="{B2F60978-41C4-418E-A3DC-DD4FC2C48105}"/>
            </ac:picMkLst>
          </pc:picChg>
          <pc:picChg chg="mod">
            <ac:chgData name="Guilherme da Costa Criscuolo" userId="ca8b11d29e1e8585" providerId="LiveId" clId="{E7E5DE29-60A4-4D58-A8C4-A0E1502ACE36}" dt="2026-07-29T16:21:10.166" v="1865" actId="1076"/>
            <ac:picMkLst>
              <pc:docMk/>
              <pc:sldMasterMk cId="1279804991" sldId="2147483648"/>
              <pc:sldLayoutMk cId="2630979703" sldId="2147483699"/>
              <ac:picMk id="17" creationId="{25AB9370-D86C-0455-1435-0FA38A01D078}"/>
            </ac:picMkLst>
          </pc:picChg>
        </pc:sldLayoutChg>
        <pc:sldLayoutChg chg="addSp delSp modSp mod setBg">
          <pc:chgData name="Guilherme da Costa Criscuolo" userId="ca8b11d29e1e8585" providerId="LiveId" clId="{E7E5DE29-60A4-4D58-A8C4-A0E1502ACE36}" dt="2026-07-29T18:40:31.781" v="3748" actId="14100"/>
          <pc:sldLayoutMkLst>
            <pc:docMk/>
            <pc:sldMasterMk cId="1279804991" sldId="2147483648"/>
            <pc:sldLayoutMk cId="2821497324" sldId="2147483700"/>
          </pc:sldLayoutMkLst>
          <pc:spChg chg="del">
            <ac:chgData name="Guilherme da Costa Criscuolo" userId="ca8b11d29e1e8585" providerId="LiveId" clId="{E7E5DE29-60A4-4D58-A8C4-A0E1502ACE36}" dt="2026-07-29T16:22:12.540" v="1887" actId="478"/>
            <ac:spMkLst>
              <pc:docMk/>
              <pc:sldMasterMk cId="1279804991" sldId="2147483648"/>
              <pc:sldLayoutMk cId="2821497324" sldId="2147483700"/>
              <ac:spMk id="2" creationId="{F969AEFC-226E-FADC-DDA0-38E1E11C98F3}"/>
            </ac:spMkLst>
          </pc:spChg>
          <pc:spChg chg="del">
            <ac:chgData name="Guilherme da Costa Criscuolo" userId="ca8b11d29e1e8585" providerId="LiveId" clId="{E7E5DE29-60A4-4D58-A8C4-A0E1502ACE36}" dt="2026-07-29T16:22:12.540" v="1887" actId="478"/>
            <ac:spMkLst>
              <pc:docMk/>
              <pc:sldMasterMk cId="1279804991" sldId="2147483648"/>
              <pc:sldLayoutMk cId="2821497324" sldId="2147483700"/>
              <ac:spMk id="3" creationId="{D50FB779-C109-7E78-6095-DBA7ECA5DC04}"/>
            </ac:spMkLst>
          </pc:spChg>
          <pc:spChg chg="del">
            <ac:chgData name="Guilherme da Costa Criscuolo" userId="ca8b11d29e1e8585" providerId="LiveId" clId="{E7E5DE29-60A4-4D58-A8C4-A0E1502ACE36}" dt="2026-07-29T16:22:12.540" v="1887" actId="478"/>
            <ac:spMkLst>
              <pc:docMk/>
              <pc:sldMasterMk cId="1279804991" sldId="2147483648"/>
              <pc:sldLayoutMk cId="2821497324" sldId="2147483700"/>
              <ac:spMk id="4" creationId="{2695C399-39B0-5667-BB7D-E97EABC35CBF}"/>
            </ac:spMkLst>
          </pc:spChg>
          <pc:spChg chg="del">
            <ac:chgData name="Guilherme da Costa Criscuolo" userId="ca8b11d29e1e8585" providerId="LiveId" clId="{E7E5DE29-60A4-4D58-A8C4-A0E1502ACE36}" dt="2026-07-29T16:22:12.540" v="1887" actId="478"/>
            <ac:spMkLst>
              <pc:docMk/>
              <pc:sldMasterMk cId="1279804991" sldId="2147483648"/>
              <pc:sldLayoutMk cId="2821497324" sldId="2147483700"/>
              <ac:spMk id="5" creationId="{BA9E7C46-4F6E-4EE8-0476-8AB6FB237DC8}"/>
            </ac:spMkLst>
          </pc:spChg>
          <pc:spChg chg="add mod">
            <ac:chgData name="Guilherme da Costa Criscuolo" userId="ca8b11d29e1e8585" providerId="LiveId" clId="{E7E5DE29-60A4-4D58-A8C4-A0E1502ACE36}" dt="2026-07-29T18:40:31.781" v="3748" actId="14100"/>
            <ac:spMkLst>
              <pc:docMk/>
              <pc:sldMasterMk cId="1279804991" sldId="2147483648"/>
              <pc:sldLayoutMk cId="2821497324" sldId="2147483700"/>
              <ac:spMk id="12" creationId="{728984D2-350F-06F6-AFAD-456488DB858B}"/>
            </ac:spMkLst>
          </pc:spChg>
          <pc:spChg chg="add del mod">
            <ac:chgData name="Guilherme da Costa Criscuolo" userId="ca8b11d29e1e8585" providerId="LiveId" clId="{E7E5DE29-60A4-4D58-A8C4-A0E1502ACE36}" dt="2026-07-29T16:25:11.867" v="1915" actId="478"/>
            <ac:spMkLst>
              <pc:docMk/>
              <pc:sldMasterMk cId="1279804991" sldId="2147483648"/>
              <pc:sldLayoutMk cId="2821497324" sldId="2147483700"/>
              <ac:spMk id="13" creationId="{3A482B50-9801-5CD1-7500-5882543FCFF6}"/>
            </ac:spMkLst>
          </pc:spChg>
          <pc:spChg chg="add mod">
            <ac:chgData name="Guilherme da Costa Criscuolo" userId="ca8b11d29e1e8585" providerId="LiveId" clId="{E7E5DE29-60A4-4D58-A8C4-A0E1502ACE36}" dt="2026-07-29T18:40:29.704" v="3747" actId="1035"/>
            <ac:spMkLst>
              <pc:docMk/>
              <pc:sldMasterMk cId="1279804991" sldId="2147483648"/>
              <pc:sldLayoutMk cId="2821497324" sldId="2147483700"/>
              <ac:spMk id="14" creationId="{2E976CE2-5785-B1DD-114B-AE1E863E5595}"/>
            </ac:spMkLst>
          </pc:spChg>
          <pc:picChg chg="add mod">
            <ac:chgData name="Guilherme da Costa Criscuolo" userId="ca8b11d29e1e8585" providerId="LiveId" clId="{E7E5DE29-60A4-4D58-A8C4-A0E1502ACE36}" dt="2026-07-29T16:22:43.895" v="1892" actId="1076"/>
            <ac:picMkLst>
              <pc:docMk/>
              <pc:sldMasterMk cId="1279804991" sldId="2147483648"/>
              <pc:sldLayoutMk cId="2821497324" sldId="2147483700"/>
              <ac:picMk id="7" creationId="{D7E47155-30F8-B80A-E94E-FF319A8A5D13}"/>
            </ac:picMkLst>
          </pc:picChg>
          <pc:picChg chg="add mod">
            <ac:chgData name="Guilherme da Costa Criscuolo" userId="ca8b11d29e1e8585" providerId="LiveId" clId="{E7E5DE29-60A4-4D58-A8C4-A0E1502ACE36}" dt="2026-07-29T16:26:27.236" v="1945" actId="1076"/>
            <ac:picMkLst>
              <pc:docMk/>
              <pc:sldMasterMk cId="1279804991" sldId="2147483648"/>
              <pc:sldLayoutMk cId="2821497324" sldId="2147483700"/>
              <ac:picMk id="9" creationId="{05B0BBBB-4858-A7CA-A805-3790450FB8E9}"/>
            </ac:picMkLst>
          </pc:picChg>
          <pc:picChg chg="add del mod">
            <ac:chgData name="Guilherme da Costa Criscuolo" userId="ca8b11d29e1e8585" providerId="LiveId" clId="{E7E5DE29-60A4-4D58-A8C4-A0E1502ACE36}" dt="2026-07-29T17:57:03.131" v="2683" actId="478"/>
            <ac:picMkLst>
              <pc:docMk/>
              <pc:sldMasterMk cId="1279804991" sldId="2147483648"/>
              <pc:sldLayoutMk cId="2821497324" sldId="2147483700"/>
              <ac:picMk id="11" creationId="{E49D40BB-A08B-3C2F-CDFF-BD97D094C096}"/>
            </ac:picMkLst>
          </pc:picChg>
          <pc:picChg chg="add del">
            <ac:chgData name="Guilherme da Costa Criscuolo" userId="ca8b11d29e1e8585" providerId="LiveId" clId="{E7E5DE29-60A4-4D58-A8C4-A0E1502ACE36}" dt="2026-07-29T17:56:24.695" v="2672" actId="22"/>
            <ac:picMkLst>
              <pc:docMk/>
              <pc:sldMasterMk cId="1279804991" sldId="2147483648"/>
              <pc:sldLayoutMk cId="2821497324" sldId="2147483700"/>
              <ac:picMk id="16" creationId="{7C1F0583-1B5D-791E-F5E6-ED0752470AB4}"/>
            </ac:picMkLst>
          </pc:picChg>
          <pc:picChg chg="add del">
            <ac:chgData name="Guilherme da Costa Criscuolo" userId="ca8b11d29e1e8585" providerId="LiveId" clId="{E7E5DE29-60A4-4D58-A8C4-A0E1502ACE36}" dt="2026-07-29T17:56:24.695" v="2672" actId="22"/>
            <ac:picMkLst>
              <pc:docMk/>
              <pc:sldMasterMk cId="1279804991" sldId="2147483648"/>
              <pc:sldLayoutMk cId="2821497324" sldId="2147483700"/>
              <ac:picMk id="18" creationId="{334F10B6-0CA7-FAD0-955B-5F56169047EB}"/>
            </ac:picMkLst>
          </pc:picChg>
          <pc:picChg chg="add">
            <ac:chgData name="Guilherme da Costa Criscuolo" userId="ca8b11d29e1e8585" providerId="LiveId" clId="{E7E5DE29-60A4-4D58-A8C4-A0E1502ACE36}" dt="2026-07-29T17:57:03.271" v="2684" actId="22"/>
            <ac:picMkLst>
              <pc:docMk/>
              <pc:sldMasterMk cId="1279804991" sldId="2147483648"/>
              <pc:sldLayoutMk cId="2821497324" sldId="2147483700"/>
              <ac:picMk id="20" creationId="{B7C18031-1E81-7CB3-A8E7-8C2FC1A81963}"/>
            </ac:picMkLst>
          </pc:picChg>
          <pc:picChg chg="add">
            <ac:chgData name="Guilherme da Costa Criscuolo" userId="ca8b11d29e1e8585" providerId="LiveId" clId="{E7E5DE29-60A4-4D58-A8C4-A0E1502ACE36}" dt="2026-07-29T17:57:03.271" v="2684" actId="22"/>
            <ac:picMkLst>
              <pc:docMk/>
              <pc:sldMasterMk cId="1279804991" sldId="2147483648"/>
              <pc:sldLayoutMk cId="2821497324" sldId="2147483700"/>
              <ac:picMk id="22" creationId="{5F1307EF-B7E6-737E-E5D8-A6C460E55D13}"/>
            </ac:picMkLst>
          </pc:picChg>
        </pc:sldLayoutChg>
        <pc:sldLayoutChg chg="delSp modSp add mod ord modTransition">
          <pc:chgData name="Guilherme da Costa Criscuolo" userId="ca8b11d29e1e8585" providerId="LiveId" clId="{E7E5DE29-60A4-4D58-A8C4-A0E1502ACE36}" dt="2026-07-29T18:04:48.875" v="2863" actId="3064"/>
          <pc:sldLayoutMkLst>
            <pc:docMk/>
            <pc:sldMasterMk cId="1279804991" sldId="2147483648"/>
            <pc:sldLayoutMk cId="1852702258" sldId="2147483701"/>
          </pc:sldLayoutMkLst>
          <pc:spChg chg="mod">
            <ac:chgData name="Guilherme da Costa Criscuolo" userId="ca8b11d29e1e8585" providerId="LiveId" clId="{E7E5DE29-60A4-4D58-A8C4-A0E1502ACE36}" dt="2026-07-29T18:04:48.875" v="2863" actId="3064"/>
            <ac:spMkLst>
              <pc:docMk/>
              <pc:sldMasterMk cId="1279804991" sldId="2147483648"/>
              <pc:sldLayoutMk cId="1852702258" sldId="2147483701"/>
              <ac:spMk id="6" creationId="{4FA147B8-CE60-FA97-DC90-E97A9AB85804}"/>
            </ac:spMkLst>
          </pc:spChg>
          <pc:spChg chg="mod">
            <ac:chgData name="Guilherme da Costa Criscuolo" userId="ca8b11d29e1e8585" providerId="LiveId" clId="{E7E5DE29-60A4-4D58-A8C4-A0E1502ACE36}" dt="2026-07-29T18:04:48.875" v="2863" actId="3064"/>
            <ac:spMkLst>
              <pc:docMk/>
              <pc:sldMasterMk cId="1279804991" sldId="2147483648"/>
              <pc:sldLayoutMk cId="1852702258" sldId="2147483701"/>
              <ac:spMk id="7" creationId="{71D2058E-F98F-7CD7-FDA2-AA0AF51AC5AA}"/>
            </ac:spMkLst>
          </pc:spChg>
          <pc:spChg chg="del">
            <ac:chgData name="Guilherme da Costa Criscuolo" userId="ca8b11d29e1e8585" providerId="LiveId" clId="{E7E5DE29-60A4-4D58-A8C4-A0E1502ACE36}" dt="2026-07-29T18:03:51.702" v="2815" actId="478"/>
            <ac:spMkLst>
              <pc:docMk/>
              <pc:sldMasterMk cId="1279804991" sldId="2147483648"/>
              <pc:sldLayoutMk cId="1852702258" sldId="2147483701"/>
              <ac:spMk id="9" creationId="{218527A8-1E04-EFE1-C1EE-A5C8F2881C37}"/>
            </ac:spMkLst>
          </pc:spChg>
        </pc:sldLayoutChg>
        <pc:sldLayoutChg chg="addSp delSp modSp mod">
          <pc:chgData name="Guilherme da Costa Criscuolo" userId="ca8b11d29e1e8585" providerId="LiveId" clId="{E7E5DE29-60A4-4D58-A8C4-A0E1502ACE36}" dt="2026-07-30T11:27:00.813" v="4346" actId="1035"/>
          <pc:sldLayoutMkLst>
            <pc:docMk/>
            <pc:sldMasterMk cId="1279804991" sldId="2147483648"/>
            <pc:sldLayoutMk cId="1333612958" sldId="2147483702"/>
          </pc:sldLayoutMkLst>
          <pc:spChg chg="mod">
            <ac:chgData name="Guilherme da Costa Criscuolo" userId="ca8b11d29e1e8585" providerId="LiveId" clId="{E7E5DE29-60A4-4D58-A8C4-A0E1502ACE36}" dt="2026-07-30T11:17:52.393" v="4094" actId="1076"/>
            <ac:spMkLst>
              <pc:docMk/>
              <pc:sldMasterMk cId="1279804991" sldId="2147483648"/>
              <pc:sldLayoutMk cId="1333612958" sldId="2147483702"/>
              <ac:spMk id="2" creationId="{6BE41CBC-FDB9-2557-B28C-B76B0CBE986E}"/>
            </ac:spMkLst>
          </pc:spChg>
          <pc:spChg chg="mod">
            <ac:chgData name="Guilherme da Costa Criscuolo" userId="ca8b11d29e1e8585" providerId="LiveId" clId="{E7E5DE29-60A4-4D58-A8C4-A0E1502ACE36}" dt="2026-07-30T11:27:00.813" v="4346" actId="1035"/>
            <ac:spMkLst>
              <pc:docMk/>
              <pc:sldMasterMk cId="1279804991" sldId="2147483648"/>
              <pc:sldLayoutMk cId="1333612958" sldId="2147483702"/>
              <ac:spMk id="3" creationId="{C6BFB510-B88B-59F7-95A4-481D18046904}"/>
            </ac:spMkLst>
          </pc:spChg>
          <pc:spChg chg="mod">
            <ac:chgData name="Guilherme da Costa Criscuolo" userId="ca8b11d29e1e8585" providerId="LiveId" clId="{E7E5DE29-60A4-4D58-A8C4-A0E1502ACE36}" dt="2026-07-30T11:16:11.166" v="4086" actId="1076"/>
            <ac:spMkLst>
              <pc:docMk/>
              <pc:sldMasterMk cId="1279804991" sldId="2147483648"/>
              <pc:sldLayoutMk cId="1333612958" sldId="2147483702"/>
              <ac:spMk id="4" creationId="{C0CB236C-2DBC-C2C0-3E78-1873ECB46475}"/>
            </ac:spMkLst>
          </pc:spChg>
          <pc:spChg chg="mod">
            <ac:chgData name="Guilherme da Costa Criscuolo" userId="ca8b11d29e1e8585" providerId="LiveId" clId="{E7E5DE29-60A4-4D58-A8C4-A0E1502ACE36}" dt="2026-07-30T11:16:11.166" v="4086" actId="1076"/>
            <ac:spMkLst>
              <pc:docMk/>
              <pc:sldMasterMk cId="1279804991" sldId="2147483648"/>
              <pc:sldLayoutMk cId="1333612958" sldId="2147483702"/>
              <ac:spMk id="5" creationId="{1050B186-48E0-ECDD-7450-185C314F2153}"/>
            </ac:spMkLst>
          </pc:spChg>
          <pc:spChg chg="add mod">
            <ac:chgData name="Guilherme da Costa Criscuolo" userId="ca8b11d29e1e8585" providerId="LiveId" clId="{E7E5DE29-60A4-4D58-A8C4-A0E1502ACE36}" dt="2026-07-30T11:16:27.860" v="4092" actId="1036"/>
            <ac:spMkLst>
              <pc:docMk/>
              <pc:sldMasterMk cId="1279804991" sldId="2147483648"/>
              <pc:sldLayoutMk cId="1333612958" sldId="2147483702"/>
              <ac:spMk id="6" creationId="{17BFF062-D454-C9F7-E82C-1560B9A40254}"/>
            </ac:spMkLst>
          </pc:spChg>
          <pc:spChg chg="mod">
            <ac:chgData name="Guilherme da Costa Criscuolo" userId="ca8b11d29e1e8585" providerId="LiveId" clId="{E7E5DE29-60A4-4D58-A8C4-A0E1502ACE36}" dt="2026-07-30T11:26:51.791" v="4343" actId="1076"/>
            <ac:spMkLst>
              <pc:docMk/>
              <pc:sldMasterMk cId="1279804991" sldId="2147483648"/>
              <pc:sldLayoutMk cId="1333612958" sldId="2147483702"/>
              <ac:spMk id="7" creationId="{BD05B29E-9C03-4195-471C-5AFE4BDD9A87}"/>
            </ac:spMkLst>
          </pc:spChg>
          <pc:spChg chg="add mod">
            <ac:chgData name="Guilherme da Costa Criscuolo" userId="ca8b11d29e1e8585" providerId="LiveId" clId="{E7E5DE29-60A4-4D58-A8C4-A0E1502ACE36}" dt="2026-07-30T11:16:27.860" v="4092" actId="1036"/>
            <ac:spMkLst>
              <pc:docMk/>
              <pc:sldMasterMk cId="1279804991" sldId="2147483648"/>
              <pc:sldLayoutMk cId="1333612958" sldId="2147483702"/>
              <ac:spMk id="9" creationId="{F73A9243-4B62-E891-31F4-C22D8BFDEA20}"/>
            </ac:spMkLst>
          </pc:spChg>
          <pc:spChg chg="del">
            <ac:chgData name="Guilherme da Costa Criscuolo" userId="ca8b11d29e1e8585" providerId="LiveId" clId="{E7E5DE29-60A4-4D58-A8C4-A0E1502ACE36}" dt="2026-07-30T11:14:42.605" v="4069" actId="478"/>
            <ac:spMkLst>
              <pc:docMk/>
              <pc:sldMasterMk cId="1279804991" sldId="2147483648"/>
              <pc:sldLayoutMk cId="1333612958" sldId="2147483702"/>
              <ac:spMk id="10" creationId="{10589E9E-1618-B4C2-1910-044E75846720}"/>
            </ac:spMkLst>
          </pc:spChg>
          <pc:spChg chg="mod">
            <ac:chgData name="Guilherme da Costa Criscuolo" userId="ca8b11d29e1e8585" providerId="LiveId" clId="{E7E5DE29-60A4-4D58-A8C4-A0E1502ACE36}" dt="2026-07-30T11:16:17.982" v="4088" actId="1076"/>
            <ac:spMkLst>
              <pc:docMk/>
              <pc:sldMasterMk cId="1279804991" sldId="2147483648"/>
              <pc:sldLayoutMk cId="1333612958" sldId="2147483702"/>
              <ac:spMk id="14" creationId="{259BE751-FDBE-867F-394A-2FCBDD8DF694}"/>
            </ac:spMkLst>
          </pc:spChg>
          <pc:spChg chg="mod">
            <ac:chgData name="Guilherme da Costa Criscuolo" userId="ca8b11d29e1e8585" providerId="LiveId" clId="{E7E5DE29-60A4-4D58-A8C4-A0E1502ACE36}" dt="2026-07-30T11:16:11.166" v="4086" actId="1076"/>
            <ac:spMkLst>
              <pc:docMk/>
              <pc:sldMasterMk cId="1279804991" sldId="2147483648"/>
              <pc:sldLayoutMk cId="1333612958" sldId="2147483702"/>
              <ac:spMk id="15" creationId="{F592B481-5495-4529-DFDE-3DC6E521BA7F}"/>
            </ac:spMkLst>
          </pc:spChg>
          <pc:spChg chg="add mod">
            <ac:chgData name="Guilherme da Costa Criscuolo" userId="ca8b11d29e1e8585" providerId="LiveId" clId="{E7E5DE29-60A4-4D58-A8C4-A0E1502ACE36}" dt="2026-07-30T11:16:27.860" v="4092" actId="1036"/>
            <ac:spMkLst>
              <pc:docMk/>
              <pc:sldMasterMk cId="1279804991" sldId="2147483648"/>
              <pc:sldLayoutMk cId="1333612958" sldId="2147483702"/>
              <ac:spMk id="16" creationId="{6A975C01-7203-8298-CD1A-676BE464A9D1}"/>
            </ac:spMkLst>
          </pc:spChg>
          <pc:spChg chg="add mod">
            <ac:chgData name="Guilherme da Costa Criscuolo" userId="ca8b11d29e1e8585" providerId="LiveId" clId="{E7E5DE29-60A4-4D58-A8C4-A0E1502ACE36}" dt="2026-07-30T11:16:27.860" v="4092" actId="1036"/>
            <ac:spMkLst>
              <pc:docMk/>
              <pc:sldMasterMk cId="1279804991" sldId="2147483648"/>
              <pc:sldLayoutMk cId="1333612958" sldId="2147483702"/>
              <ac:spMk id="17" creationId="{D2B861A9-2D71-3A7E-8572-F37746C5094C}"/>
            </ac:spMkLst>
          </pc:spChg>
          <pc:spChg chg="mod">
            <ac:chgData name="Guilherme da Costa Criscuolo" userId="ca8b11d29e1e8585" providerId="LiveId" clId="{E7E5DE29-60A4-4D58-A8C4-A0E1502ACE36}" dt="2026-07-30T11:16:22.538" v="4089" actId="1076"/>
            <ac:spMkLst>
              <pc:docMk/>
              <pc:sldMasterMk cId="1279804991" sldId="2147483648"/>
              <pc:sldLayoutMk cId="1333612958" sldId="2147483702"/>
              <ac:spMk id="18" creationId="{91E3EB18-3A3F-B04D-EF9F-06682F695EA2}"/>
            </ac:spMkLst>
          </pc:spChg>
          <pc:spChg chg="add mod">
            <ac:chgData name="Guilherme da Costa Criscuolo" userId="ca8b11d29e1e8585" providerId="LiveId" clId="{E7E5DE29-60A4-4D58-A8C4-A0E1502ACE36}" dt="2026-07-30T11:16:27.860" v="4092" actId="1036"/>
            <ac:spMkLst>
              <pc:docMk/>
              <pc:sldMasterMk cId="1279804991" sldId="2147483648"/>
              <pc:sldLayoutMk cId="1333612958" sldId="2147483702"/>
              <ac:spMk id="19" creationId="{9A0D69DC-80A8-1BC2-C5F1-32490EC44CF8}"/>
            </ac:spMkLst>
          </pc:spChg>
          <pc:spChg chg="add mod">
            <ac:chgData name="Guilherme da Costa Criscuolo" userId="ca8b11d29e1e8585" providerId="LiveId" clId="{E7E5DE29-60A4-4D58-A8C4-A0E1502ACE36}" dt="2026-07-30T11:16:27.860" v="4092" actId="1036"/>
            <ac:spMkLst>
              <pc:docMk/>
              <pc:sldMasterMk cId="1279804991" sldId="2147483648"/>
              <pc:sldLayoutMk cId="1333612958" sldId="2147483702"/>
              <ac:spMk id="20" creationId="{C72DC11F-4934-3D80-0ADD-0FE02D7F68FA}"/>
            </ac:spMkLst>
          </pc:spChg>
          <pc:spChg chg="add mod">
            <ac:chgData name="Guilherme da Costa Criscuolo" userId="ca8b11d29e1e8585" providerId="LiveId" clId="{E7E5DE29-60A4-4D58-A8C4-A0E1502ACE36}" dt="2026-07-30T11:16:27.860" v="4092" actId="1036"/>
            <ac:spMkLst>
              <pc:docMk/>
              <pc:sldMasterMk cId="1279804991" sldId="2147483648"/>
              <pc:sldLayoutMk cId="1333612958" sldId="2147483702"/>
              <ac:spMk id="21" creationId="{9875EFB5-2BE9-E567-950D-218842594417}"/>
            </ac:spMkLst>
          </pc:spChg>
          <pc:spChg chg="mod">
            <ac:chgData name="Guilherme da Costa Criscuolo" userId="ca8b11d29e1e8585" providerId="LiveId" clId="{E7E5DE29-60A4-4D58-A8C4-A0E1502ACE36}" dt="2026-07-30T11:16:17.982" v="4088" actId="1076"/>
            <ac:spMkLst>
              <pc:docMk/>
              <pc:sldMasterMk cId="1279804991" sldId="2147483648"/>
              <pc:sldLayoutMk cId="1333612958" sldId="2147483702"/>
              <ac:spMk id="22" creationId="{91C2FC3A-2BCF-F67B-86E7-DD0317DA8E44}"/>
            </ac:spMkLst>
          </pc:spChg>
          <pc:spChg chg="mod">
            <ac:chgData name="Guilherme da Costa Criscuolo" userId="ca8b11d29e1e8585" providerId="LiveId" clId="{E7E5DE29-60A4-4D58-A8C4-A0E1502ACE36}" dt="2026-07-30T11:16:17.982" v="4088" actId="1076"/>
            <ac:spMkLst>
              <pc:docMk/>
              <pc:sldMasterMk cId="1279804991" sldId="2147483648"/>
              <pc:sldLayoutMk cId="1333612958" sldId="2147483702"/>
              <ac:spMk id="23" creationId="{1BD5CDCD-89F7-36A0-456E-67A607C5BB58}"/>
            </ac:spMkLst>
          </pc:spChg>
          <pc:spChg chg="add mod">
            <ac:chgData name="Guilherme da Costa Criscuolo" userId="ca8b11d29e1e8585" providerId="LiveId" clId="{E7E5DE29-60A4-4D58-A8C4-A0E1502ACE36}" dt="2026-07-30T11:16:27.860" v="4092" actId="1036"/>
            <ac:spMkLst>
              <pc:docMk/>
              <pc:sldMasterMk cId="1279804991" sldId="2147483648"/>
              <pc:sldLayoutMk cId="1333612958" sldId="2147483702"/>
              <ac:spMk id="24" creationId="{297713D0-2651-13CF-91BE-080EEC7F9C47}"/>
            </ac:spMkLst>
          </pc:spChg>
          <pc:spChg chg="add del mod">
            <ac:chgData name="Guilherme da Costa Criscuolo" userId="ca8b11d29e1e8585" providerId="LiveId" clId="{E7E5DE29-60A4-4D58-A8C4-A0E1502ACE36}" dt="2026-07-30T11:18:24.277" v="4095" actId="478"/>
            <ac:spMkLst>
              <pc:docMk/>
              <pc:sldMasterMk cId="1279804991" sldId="2147483648"/>
              <pc:sldLayoutMk cId="1333612958" sldId="2147483702"/>
              <ac:spMk id="25" creationId="{18F34707-D442-C86C-D909-BEFA891EA433}"/>
            </ac:spMkLst>
          </pc:spChg>
          <pc:spChg chg="del mod">
            <ac:chgData name="Guilherme da Costa Criscuolo" userId="ca8b11d29e1e8585" providerId="LiveId" clId="{E7E5DE29-60A4-4D58-A8C4-A0E1502ACE36}" dt="2026-07-30T11:18:24.277" v="4095" actId="478"/>
            <ac:spMkLst>
              <pc:docMk/>
              <pc:sldMasterMk cId="1279804991" sldId="2147483648"/>
              <pc:sldLayoutMk cId="1333612958" sldId="2147483702"/>
              <ac:spMk id="26" creationId="{F6585187-9838-396B-83A3-68C82275D6FD}"/>
            </ac:spMkLst>
          </pc:spChg>
          <pc:spChg chg="add del mod">
            <ac:chgData name="Guilherme da Costa Criscuolo" userId="ca8b11d29e1e8585" providerId="LiveId" clId="{E7E5DE29-60A4-4D58-A8C4-A0E1502ACE36}" dt="2026-07-30T11:18:24.277" v="4095" actId="478"/>
            <ac:spMkLst>
              <pc:docMk/>
              <pc:sldMasterMk cId="1279804991" sldId="2147483648"/>
              <pc:sldLayoutMk cId="1333612958" sldId="2147483702"/>
              <ac:spMk id="27" creationId="{4CF6DF74-DFF4-F90B-C78F-4A636B7D90A0}"/>
            </ac:spMkLst>
          </pc:spChg>
        </pc:sldLayoutChg>
        <pc:sldLayoutChg chg="ord">
          <pc:chgData name="Guilherme da Costa Criscuolo" userId="ca8b11d29e1e8585" providerId="LiveId" clId="{E7E5DE29-60A4-4D58-A8C4-A0E1502ACE36}" dt="2026-07-30T11:14:27.420" v="4068" actId="20578"/>
          <pc:sldLayoutMkLst>
            <pc:docMk/>
            <pc:sldMasterMk cId="1279804991" sldId="2147483648"/>
            <pc:sldLayoutMk cId="1846346158" sldId="2147483702"/>
          </pc:sldLayoutMkLst>
        </pc:sldLayoutChg>
        <pc:sldLayoutChg chg="modSp mod">
          <pc:chgData name="Guilherme da Costa Criscuolo" userId="ca8b11d29e1e8585" providerId="LiveId" clId="{E7E5DE29-60A4-4D58-A8C4-A0E1502ACE36}" dt="2026-07-30T11:27:07.514" v="4348" actId="1036"/>
          <pc:sldLayoutMkLst>
            <pc:docMk/>
            <pc:sldMasterMk cId="1279804991" sldId="2147483648"/>
            <pc:sldLayoutMk cId="1383739971" sldId="2147483703"/>
          </pc:sldLayoutMkLst>
          <pc:spChg chg="mod">
            <ac:chgData name="Guilherme da Costa Criscuolo" userId="ca8b11d29e1e8585" providerId="LiveId" clId="{E7E5DE29-60A4-4D58-A8C4-A0E1502ACE36}" dt="2026-07-30T11:27:07.514" v="4348" actId="1036"/>
            <ac:spMkLst>
              <pc:docMk/>
              <pc:sldMasterMk cId="1279804991" sldId="2147483648"/>
              <pc:sldLayoutMk cId="1383739971" sldId="2147483703"/>
              <ac:spMk id="3" creationId="{C6BFB510-B88B-59F7-95A4-481D18046904}"/>
            </ac:spMkLst>
          </pc:spChg>
        </pc:sldLayoutChg>
        <pc:sldLayoutChg chg="delSp modSp mod ord">
          <pc:chgData name="Guilherme da Costa Criscuolo" userId="ca8b11d29e1e8585" providerId="LiveId" clId="{E7E5DE29-60A4-4D58-A8C4-A0E1502ACE36}" dt="2026-07-30T11:26:48.454" v="4341" actId="1036"/>
          <pc:sldLayoutMkLst>
            <pc:docMk/>
            <pc:sldMasterMk cId="1279804991" sldId="2147483648"/>
            <pc:sldLayoutMk cId="1814338648" sldId="2147483704"/>
          </pc:sldLayoutMkLst>
          <pc:spChg chg="mod">
            <ac:chgData name="Guilherme da Costa Criscuolo" userId="ca8b11d29e1e8585" providerId="LiveId" clId="{E7E5DE29-60A4-4D58-A8C4-A0E1502ACE36}" dt="2026-07-30T11:25:58.330" v="4303" actId="1035"/>
            <ac:spMkLst>
              <pc:docMk/>
              <pc:sldMasterMk cId="1279804991" sldId="2147483648"/>
              <pc:sldLayoutMk cId="1814338648" sldId="2147483704"/>
              <ac:spMk id="2" creationId="{6BE41CBC-FDB9-2557-B28C-B76B0CBE986E}"/>
            </ac:spMkLst>
          </pc:spChg>
          <pc:spChg chg="mod">
            <ac:chgData name="Guilherme da Costa Criscuolo" userId="ca8b11d29e1e8585" providerId="LiveId" clId="{E7E5DE29-60A4-4D58-A8C4-A0E1502ACE36}" dt="2026-07-30T11:26:48.454" v="4341" actId="1036"/>
            <ac:spMkLst>
              <pc:docMk/>
              <pc:sldMasterMk cId="1279804991" sldId="2147483648"/>
              <pc:sldLayoutMk cId="1814338648" sldId="2147483704"/>
              <ac:spMk id="3" creationId="{C6BFB510-B88B-59F7-95A4-481D18046904}"/>
            </ac:spMkLst>
          </pc:spChg>
          <pc:spChg chg="mod">
            <ac:chgData name="Guilherme da Costa Criscuolo" userId="ca8b11d29e1e8585" providerId="LiveId" clId="{E7E5DE29-60A4-4D58-A8C4-A0E1502ACE36}" dt="2026-07-30T11:18:53.569" v="4100" actId="1076"/>
            <ac:spMkLst>
              <pc:docMk/>
              <pc:sldMasterMk cId="1279804991" sldId="2147483648"/>
              <pc:sldLayoutMk cId="1814338648" sldId="2147483704"/>
              <ac:spMk id="4" creationId="{C0CB236C-2DBC-C2C0-3E78-1873ECB46475}"/>
            </ac:spMkLst>
          </pc:spChg>
          <pc:spChg chg="mod">
            <ac:chgData name="Guilherme da Costa Criscuolo" userId="ca8b11d29e1e8585" providerId="LiveId" clId="{E7E5DE29-60A4-4D58-A8C4-A0E1502ACE36}" dt="2026-07-30T11:21:30.167" v="4149" actId="14100"/>
            <ac:spMkLst>
              <pc:docMk/>
              <pc:sldMasterMk cId="1279804991" sldId="2147483648"/>
              <pc:sldLayoutMk cId="1814338648" sldId="2147483704"/>
              <ac:spMk id="5" creationId="{1050B186-48E0-ECDD-7450-185C314F2153}"/>
            </ac:spMkLst>
          </pc:spChg>
          <pc:spChg chg="mod">
            <ac:chgData name="Guilherme da Costa Criscuolo" userId="ca8b11d29e1e8585" providerId="LiveId" clId="{E7E5DE29-60A4-4D58-A8C4-A0E1502ACE36}" dt="2026-07-30T11:18:53.569" v="4100" actId="1076"/>
            <ac:spMkLst>
              <pc:docMk/>
              <pc:sldMasterMk cId="1279804991" sldId="2147483648"/>
              <pc:sldLayoutMk cId="1814338648" sldId="2147483704"/>
              <ac:spMk id="6" creationId="{17BFF062-D454-C9F7-E82C-1560B9A40254}"/>
            </ac:spMkLst>
          </pc:spChg>
          <pc:spChg chg="mod">
            <ac:chgData name="Guilherme da Costa Criscuolo" userId="ca8b11d29e1e8585" providerId="LiveId" clId="{E7E5DE29-60A4-4D58-A8C4-A0E1502ACE36}" dt="2026-07-30T11:26:42.869" v="4338" actId="1076"/>
            <ac:spMkLst>
              <pc:docMk/>
              <pc:sldMasterMk cId="1279804991" sldId="2147483648"/>
              <pc:sldLayoutMk cId="1814338648" sldId="2147483704"/>
              <ac:spMk id="7" creationId="{BD05B29E-9C03-4195-471C-5AFE4BDD9A87}"/>
            </ac:spMkLst>
          </pc:spChg>
          <pc:spChg chg="mod">
            <ac:chgData name="Guilherme da Costa Criscuolo" userId="ca8b11d29e1e8585" providerId="LiveId" clId="{E7E5DE29-60A4-4D58-A8C4-A0E1502ACE36}" dt="2026-07-30T11:20:03.859" v="4115" actId="12789"/>
            <ac:spMkLst>
              <pc:docMk/>
              <pc:sldMasterMk cId="1279804991" sldId="2147483648"/>
              <pc:sldLayoutMk cId="1814338648" sldId="2147483704"/>
              <ac:spMk id="9" creationId="{F73A9243-4B62-E891-31F4-C22D8BFDEA20}"/>
            </ac:spMkLst>
          </pc:spChg>
          <pc:spChg chg="mod">
            <ac:chgData name="Guilherme da Costa Criscuolo" userId="ca8b11d29e1e8585" providerId="LiveId" clId="{E7E5DE29-60A4-4D58-A8C4-A0E1502ACE36}" dt="2026-07-30T11:21:30.167" v="4149" actId="14100"/>
            <ac:spMkLst>
              <pc:docMk/>
              <pc:sldMasterMk cId="1279804991" sldId="2147483648"/>
              <pc:sldLayoutMk cId="1814338648" sldId="2147483704"/>
              <ac:spMk id="14" creationId="{259BE751-FDBE-867F-394A-2FCBDD8DF694}"/>
            </ac:spMkLst>
          </pc:spChg>
          <pc:spChg chg="mod">
            <ac:chgData name="Guilherme da Costa Criscuolo" userId="ca8b11d29e1e8585" providerId="LiveId" clId="{E7E5DE29-60A4-4D58-A8C4-A0E1502ACE36}" dt="2026-07-30T11:20:03.859" v="4115" actId="12789"/>
            <ac:spMkLst>
              <pc:docMk/>
              <pc:sldMasterMk cId="1279804991" sldId="2147483648"/>
              <pc:sldLayoutMk cId="1814338648" sldId="2147483704"/>
              <ac:spMk id="15" creationId="{F592B481-5495-4529-DFDE-3DC6E521BA7F}"/>
            </ac:spMkLst>
          </pc:spChg>
          <pc:spChg chg="mod">
            <ac:chgData name="Guilherme da Costa Criscuolo" userId="ca8b11d29e1e8585" providerId="LiveId" clId="{E7E5DE29-60A4-4D58-A8C4-A0E1502ACE36}" dt="2026-07-30T11:20:09.927" v="4116" actId="12789"/>
            <ac:spMkLst>
              <pc:docMk/>
              <pc:sldMasterMk cId="1279804991" sldId="2147483648"/>
              <pc:sldLayoutMk cId="1814338648" sldId="2147483704"/>
              <ac:spMk id="16" creationId="{6A975C01-7203-8298-CD1A-676BE464A9D1}"/>
            </ac:spMkLst>
          </pc:spChg>
          <pc:spChg chg="mod">
            <ac:chgData name="Guilherme da Costa Criscuolo" userId="ca8b11d29e1e8585" providerId="LiveId" clId="{E7E5DE29-60A4-4D58-A8C4-A0E1502ACE36}" dt="2026-07-30T11:21:30.167" v="4149" actId="14100"/>
            <ac:spMkLst>
              <pc:docMk/>
              <pc:sldMasterMk cId="1279804991" sldId="2147483648"/>
              <pc:sldLayoutMk cId="1814338648" sldId="2147483704"/>
              <ac:spMk id="17" creationId="{D2B861A9-2D71-3A7E-8572-F37746C5094C}"/>
            </ac:spMkLst>
          </pc:spChg>
          <pc:spChg chg="mod">
            <ac:chgData name="Guilherme da Costa Criscuolo" userId="ca8b11d29e1e8585" providerId="LiveId" clId="{E7E5DE29-60A4-4D58-A8C4-A0E1502ACE36}" dt="2026-07-30T11:20:09.927" v="4116" actId="12789"/>
            <ac:spMkLst>
              <pc:docMk/>
              <pc:sldMasterMk cId="1279804991" sldId="2147483648"/>
              <pc:sldLayoutMk cId="1814338648" sldId="2147483704"/>
              <ac:spMk id="18" creationId="{91E3EB18-3A3F-B04D-EF9F-06682F695EA2}"/>
            </ac:spMkLst>
          </pc:spChg>
          <pc:spChg chg="mod">
            <ac:chgData name="Guilherme da Costa Criscuolo" userId="ca8b11d29e1e8585" providerId="LiveId" clId="{E7E5DE29-60A4-4D58-A8C4-A0E1502ACE36}" dt="2026-07-30T11:19:34.495" v="4107" actId="1076"/>
            <ac:spMkLst>
              <pc:docMk/>
              <pc:sldMasterMk cId="1279804991" sldId="2147483648"/>
              <pc:sldLayoutMk cId="1814338648" sldId="2147483704"/>
              <ac:spMk id="19" creationId="{9A0D69DC-80A8-1BC2-C5F1-32490EC44CF8}"/>
            </ac:spMkLst>
          </pc:spChg>
          <pc:spChg chg="mod">
            <ac:chgData name="Guilherme da Costa Criscuolo" userId="ca8b11d29e1e8585" providerId="LiveId" clId="{E7E5DE29-60A4-4D58-A8C4-A0E1502ACE36}" dt="2026-07-30T11:21:30.167" v="4149" actId="14100"/>
            <ac:spMkLst>
              <pc:docMk/>
              <pc:sldMasterMk cId="1279804991" sldId="2147483648"/>
              <pc:sldLayoutMk cId="1814338648" sldId="2147483704"/>
              <ac:spMk id="20" creationId="{C72DC11F-4934-3D80-0ADD-0FE02D7F68FA}"/>
            </ac:spMkLst>
          </pc:spChg>
          <pc:spChg chg="mod">
            <ac:chgData name="Guilherme da Costa Criscuolo" userId="ca8b11d29e1e8585" providerId="LiveId" clId="{E7E5DE29-60A4-4D58-A8C4-A0E1502ACE36}" dt="2026-07-30T11:19:34.495" v="4107" actId="1076"/>
            <ac:spMkLst>
              <pc:docMk/>
              <pc:sldMasterMk cId="1279804991" sldId="2147483648"/>
              <pc:sldLayoutMk cId="1814338648" sldId="2147483704"/>
              <ac:spMk id="21" creationId="{9875EFB5-2BE9-E567-950D-218842594417}"/>
            </ac:spMkLst>
          </pc:spChg>
          <pc:spChg chg="del">
            <ac:chgData name="Guilherme da Costa Criscuolo" userId="ca8b11d29e1e8585" providerId="LiveId" clId="{E7E5DE29-60A4-4D58-A8C4-A0E1502ACE36}" dt="2026-07-30T11:18:39.496" v="4097" actId="478"/>
            <ac:spMkLst>
              <pc:docMk/>
              <pc:sldMasterMk cId="1279804991" sldId="2147483648"/>
              <pc:sldLayoutMk cId="1814338648" sldId="2147483704"/>
              <ac:spMk id="22" creationId="{91C2FC3A-2BCF-F67B-86E7-DD0317DA8E44}"/>
            </ac:spMkLst>
          </pc:spChg>
          <pc:spChg chg="del">
            <ac:chgData name="Guilherme da Costa Criscuolo" userId="ca8b11d29e1e8585" providerId="LiveId" clId="{E7E5DE29-60A4-4D58-A8C4-A0E1502ACE36}" dt="2026-07-30T11:18:39.496" v="4097" actId="478"/>
            <ac:spMkLst>
              <pc:docMk/>
              <pc:sldMasterMk cId="1279804991" sldId="2147483648"/>
              <pc:sldLayoutMk cId="1814338648" sldId="2147483704"/>
              <ac:spMk id="23" creationId="{1BD5CDCD-89F7-36A0-456E-67A607C5BB58}"/>
            </ac:spMkLst>
          </pc:spChg>
          <pc:spChg chg="del">
            <ac:chgData name="Guilherme da Costa Criscuolo" userId="ca8b11d29e1e8585" providerId="LiveId" clId="{E7E5DE29-60A4-4D58-A8C4-A0E1502ACE36}" dt="2026-07-30T11:18:39.496" v="4097" actId="478"/>
            <ac:spMkLst>
              <pc:docMk/>
              <pc:sldMasterMk cId="1279804991" sldId="2147483648"/>
              <pc:sldLayoutMk cId="1814338648" sldId="2147483704"/>
              <ac:spMk id="24" creationId="{297713D0-2651-13CF-91BE-080EEC7F9C47}"/>
            </ac:spMkLst>
          </pc:spChg>
        </pc:sldLayoutChg>
        <pc:sldLayoutChg chg="delSp modSp mod ord">
          <pc:chgData name="Guilherme da Costa Criscuolo" userId="ca8b11d29e1e8585" providerId="LiveId" clId="{E7E5DE29-60A4-4D58-A8C4-A0E1502ACE36}" dt="2026-07-30T11:26:38.321" v="4336" actId="1036"/>
          <pc:sldLayoutMkLst>
            <pc:docMk/>
            <pc:sldMasterMk cId="1279804991" sldId="2147483648"/>
            <pc:sldLayoutMk cId="4291686857" sldId="2147483705"/>
          </pc:sldLayoutMkLst>
          <pc:spChg chg="mod">
            <ac:chgData name="Guilherme da Costa Criscuolo" userId="ca8b11d29e1e8585" providerId="LiveId" clId="{E7E5DE29-60A4-4D58-A8C4-A0E1502ACE36}" dt="2026-07-30T11:26:38.321" v="4336" actId="1036"/>
            <ac:spMkLst>
              <pc:docMk/>
              <pc:sldMasterMk cId="1279804991" sldId="2147483648"/>
              <pc:sldLayoutMk cId="4291686857" sldId="2147483705"/>
              <ac:spMk id="3" creationId="{C6BFB510-B88B-59F7-95A4-481D18046904}"/>
            </ac:spMkLst>
          </pc:spChg>
          <pc:spChg chg="mod">
            <ac:chgData name="Guilherme da Costa Criscuolo" userId="ca8b11d29e1e8585" providerId="LiveId" clId="{E7E5DE29-60A4-4D58-A8C4-A0E1502ACE36}" dt="2026-07-30T11:21:22.293" v="4147" actId="1076"/>
            <ac:spMkLst>
              <pc:docMk/>
              <pc:sldMasterMk cId="1279804991" sldId="2147483648"/>
              <pc:sldLayoutMk cId="4291686857" sldId="2147483705"/>
              <ac:spMk id="4" creationId="{C0CB236C-2DBC-C2C0-3E78-1873ECB46475}"/>
            </ac:spMkLst>
          </pc:spChg>
          <pc:spChg chg="mod">
            <ac:chgData name="Guilherme da Costa Criscuolo" userId="ca8b11d29e1e8585" providerId="LiveId" clId="{E7E5DE29-60A4-4D58-A8C4-A0E1502ACE36}" dt="2026-07-30T11:21:25.789" v="4148" actId="14100"/>
            <ac:spMkLst>
              <pc:docMk/>
              <pc:sldMasterMk cId="1279804991" sldId="2147483648"/>
              <pc:sldLayoutMk cId="4291686857" sldId="2147483705"/>
              <ac:spMk id="5" creationId="{1050B186-48E0-ECDD-7450-185C314F2153}"/>
            </ac:spMkLst>
          </pc:spChg>
          <pc:spChg chg="mod">
            <ac:chgData name="Guilherme da Costa Criscuolo" userId="ca8b11d29e1e8585" providerId="LiveId" clId="{E7E5DE29-60A4-4D58-A8C4-A0E1502ACE36}" dt="2026-07-30T11:21:22.293" v="4147" actId="1076"/>
            <ac:spMkLst>
              <pc:docMk/>
              <pc:sldMasterMk cId="1279804991" sldId="2147483648"/>
              <pc:sldLayoutMk cId="4291686857" sldId="2147483705"/>
              <ac:spMk id="6" creationId="{17BFF062-D454-C9F7-E82C-1560B9A40254}"/>
            </ac:spMkLst>
          </pc:spChg>
          <pc:spChg chg="mod">
            <ac:chgData name="Guilherme da Costa Criscuolo" userId="ca8b11d29e1e8585" providerId="LiveId" clId="{E7E5DE29-60A4-4D58-A8C4-A0E1502ACE36}" dt="2026-07-30T11:26:28.408" v="4332" actId="1076"/>
            <ac:spMkLst>
              <pc:docMk/>
              <pc:sldMasterMk cId="1279804991" sldId="2147483648"/>
              <pc:sldLayoutMk cId="4291686857" sldId="2147483705"/>
              <ac:spMk id="7" creationId="{BD05B29E-9C03-4195-471C-5AFE4BDD9A87}"/>
            </ac:spMkLst>
          </pc:spChg>
          <pc:spChg chg="mod">
            <ac:chgData name="Guilherme da Costa Criscuolo" userId="ca8b11d29e1e8585" providerId="LiveId" clId="{E7E5DE29-60A4-4D58-A8C4-A0E1502ACE36}" dt="2026-07-30T11:21:22.293" v="4147" actId="1076"/>
            <ac:spMkLst>
              <pc:docMk/>
              <pc:sldMasterMk cId="1279804991" sldId="2147483648"/>
              <pc:sldLayoutMk cId="4291686857" sldId="2147483705"/>
              <ac:spMk id="9" creationId="{F73A9243-4B62-E891-31F4-C22D8BFDEA20}"/>
            </ac:spMkLst>
          </pc:spChg>
          <pc:spChg chg="mod">
            <ac:chgData name="Guilherme da Costa Criscuolo" userId="ca8b11d29e1e8585" providerId="LiveId" clId="{E7E5DE29-60A4-4D58-A8C4-A0E1502ACE36}" dt="2026-07-30T11:21:25.789" v="4148" actId="14100"/>
            <ac:spMkLst>
              <pc:docMk/>
              <pc:sldMasterMk cId="1279804991" sldId="2147483648"/>
              <pc:sldLayoutMk cId="4291686857" sldId="2147483705"/>
              <ac:spMk id="14" creationId="{259BE751-FDBE-867F-394A-2FCBDD8DF694}"/>
            </ac:spMkLst>
          </pc:spChg>
          <pc:spChg chg="mod">
            <ac:chgData name="Guilherme da Costa Criscuolo" userId="ca8b11d29e1e8585" providerId="LiveId" clId="{E7E5DE29-60A4-4D58-A8C4-A0E1502ACE36}" dt="2026-07-30T11:21:22.293" v="4147" actId="1076"/>
            <ac:spMkLst>
              <pc:docMk/>
              <pc:sldMasterMk cId="1279804991" sldId="2147483648"/>
              <pc:sldLayoutMk cId="4291686857" sldId="2147483705"/>
              <ac:spMk id="15" creationId="{F592B481-5495-4529-DFDE-3DC6E521BA7F}"/>
            </ac:spMkLst>
          </pc:spChg>
          <pc:spChg chg="mod">
            <ac:chgData name="Guilherme da Costa Criscuolo" userId="ca8b11d29e1e8585" providerId="LiveId" clId="{E7E5DE29-60A4-4D58-A8C4-A0E1502ACE36}" dt="2026-07-30T11:21:22.293" v="4147" actId="1076"/>
            <ac:spMkLst>
              <pc:docMk/>
              <pc:sldMasterMk cId="1279804991" sldId="2147483648"/>
              <pc:sldLayoutMk cId="4291686857" sldId="2147483705"/>
              <ac:spMk id="16" creationId="{6A975C01-7203-8298-CD1A-676BE464A9D1}"/>
            </ac:spMkLst>
          </pc:spChg>
          <pc:spChg chg="mod">
            <ac:chgData name="Guilherme da Costa Criscuolo" userId="ca8b11d29e1e8585" providerId="LiveId" clId="{E7E5DE29-60A4-4D58-A8C4-A0E1502ACE36}" dt="2026-07-30T11:21:25.789" v="4148" actId="14100"/>
            <ac:spMkLst>
              <pc:docMk/>
              <pc:sldMasterMk cId="1279804991" sldId="2147483648"/>
              <pc:sldLayoutMk cId="4291686857" sldId="2147483705"/>
              <ac:spMk id="17" creationId="{D2B861A9-2D71-3A7E-8572-F37746C5094C}"/>
            </ac:spMkLst>
          </pc:spChg>
          <pc:spChg chg="mod">
            <ac:chgData name="Guilherme da Costa Criscuolo" userId="ca8b11d29e1e8585" providerId="LiveId" clId="{E7E5DE29-60A4-4D58-A8C4-A0E1502ACE36}" dt="2026-07-30T11:21:22.293" v="4147" actId="1076"/>
            <ac:spMkLst>
              <pc:docMk/>
              <pc:sldMasterMk cId="1279804991" sldId="2147483648"/>
              <pc:sldLayoutMk cId="4291686857" sldId="2147483705"/>
              <ac:spMk id="18" creationId="{91E3EB18-3A3F-B04D-EF9F-06682F695EA2}"/>
            </ac:spMkLst>
          </pc:spChg>
          <pc:spChg chg="del">
            <ac:chgData name="Guilherme da Costa Criscuolo" userId="ca8b11d29e1e8585" providerId="LiveId" clId="{E7E5DE29-60A4-4D58-A8C4-A0E1502ACE36}" dt="2026-07-30T11:20:50.727" v="4118" actId="478"/>
            <ac:spMkLst>
              <pc:docMk/>
              <pc:sldMasterMk cId="1279804991" sldId="2147483648"/>
              <pc:sldLayoutMk cId="4291686857" sldId="2147483705"/>
              <ac:spMk id="19" creationId="{9A0D69DC-80A8-1BC2-C5F1-32490EC44CF8}"/>
            </ac:spMkLst>
          </pc:spChg>
          <pc:spChg chg="del">
            <ac:chgData name="Guilherme da Costa Criscuolo" userId="ca8b11d29e1e8585" providerId="LiveId" clId="{E7E5DE29-60A4-4D58-A8C4-A0E1502ACE36}" dt="2026-07-30T11:20:50.727" v="4118" actId="478"/>
            <ac:spMkLst>
              <pc:docMk/>
              <pc:sldMasterMk cId="1279804991" sldId="2147483648"/>
              <pc:sldLayoutMk cId="4291686857" sldId="2147483705"/>
              <ac:spMk id="20" creationId="{C72DC11F-4934-3D80-0ADD-0FE02D7F68FA}"/>
            </ac:spMkLst>
          </pc:spChg>
          <pc:spChg chg="del">
            <ac:chgData name="Guilherme da Costa Criscuolo" userId="ca8b11d29e1e8585" providerId="LiveId" clId="{E7E5DE29-60A4-4D58-A8C4-A0E1502ACE36}" dt="2026-07-30T11:20:50.727" v="4118" actId="478"/>
            <ac:spMkLst>
              <pc:docMk/>
              <pc:sldMasterMk cId="1279804991" sldId="2147483648"/>
              <pc:sldLayoutMk cId="4291686857" sldId="2147483705"/>
              <ac:spMk id="21" creationId="{9875EFB5-2BE9-E567-950D-218842594417}"/>
            </ac:spMkLst>
          </pc:spChg>
        </pc:sldLayoutChg>
        <pc:sldLayoutChg chg="delSp modSp mod ord">
          <pc:chgData name="Guilherme da Costa Criscuolo" userId="ca8b11d29e1e8585" providerId="LiveId" clId="{E7E5DE29-60A4-4D58-A8C4-A0E1502ACE36}" dt="2026-07-30T11:26:25.459" v="4330" actId="1076"/>
          <pc:sldLayoutMkLst>
            <pc:docMk/>
            <pc:sldMasterMk cId="1279804991" sldId="2147483648"/>
            <pc:sldLayoutMk cId="783289842" sldId="2147483706"/>
          </pc:sldLayoutMkLst>
          <pc:spChg chg="mod">
            <ac:chgData name="Guilherme da Costa Criscuolo" userId="ca8b11d29e1e8585" providerId="LiveId" clId="{E7E5DE29-60A4-4D58-A8C4-A0E1502ACE36}" dt="2026-07-30T11:25:58.029" v="4302" actId="1035"/>
            <ac:spMkLst>
              <pc:docMk/>
              <pc:sldMasterMk cId="1279804991" sldId="2147483648"/>
              <pc:sldLayoutMk cId="783289842" sldId="2147483706"/>
              <ac:spMk id="2" creationId="{6BE41CBC-FDB9-2557-B28C-B76B0CBE986E}"/>
            </ac:spMkLst>
          </pc:spChg>
          <pc:spChg chg="mod">
            <ac:chgData name="Guilherme da Costa Criscuolo" userId="ca8b11d29e1e8585" providerId="LiveId" clId="{E7E5DE29-60A4-4D58-A8C4-A0E1502ACE36}" dt="2026-07-30T11:26:25.459" v="4330" actId="1076"/>
            <ac:spMkLst>
              <pc:docMk/>
              <pc:sldMasterMk cId="1279804991" sldId="2147483648"/>
              <pc:sldLayoutMk cId="783289842" sldId="2147483706"/>
              <ac:spMk id="3" creationId="{C6BFB510-B88B-59F7-95A4-481D18046904}"/>
            </ac:spMkLst>
          </pc:spChg>
          <pc:spChg chg="mod">
            <ac:chgData name="Guilherme da Costa Criscuolo" userId="ca8b11d29e1e8585" providerId="LiveId" clId="{E7E5DE29-60A4-4D58-A8C4-A0E1502ACE36}" dt="2026-07-30T11:22:02.370" v="4155" actId="1076"/>
            <ac:spMkLst>
              <pc:docMk/>
              <pc:sldMasterMk cId="1279804991" sldId="2147483648"/>
              <pc:sldLayoutMk cId="783289842" sldId="2147483706"/>
              <ac:spMk id="4" creationId="{C0CB236C-2DBC-C2C0-3E78-1873ECB46475}"/>
            </ac:spMkLst>
          </pc:spChg>
          <pc:spChg chg="mod">
            <ac:chgData name="Guilherme da Costa Criscuolo" userId="ca8b11d29e1e8585" providerId="LiveId" clId="{E7E5DE29-60A4-4D58-A8C4-A0E1502ACE36}" dt="2026-07-30T11:22:02.370" v="4155" actId="1076"/>
            <ac:spMkLst>
              <pc:docMk/>
              <pc:sldMasterMk cId="1279804991" sldId="2147483648"/>
              <pc:sldLayoutMk cId="783289842" sldId="2147483706"/>
              <ac:spMk id="5" creationId="{1050B186-48E0-ECDD-7450-185C314F2153}"/>
            </ac:spMkLst>
          </pc:spChg>
          <pc:spChg chg="mod">
            <ac:chgData name="Guilherme da Costa Criscuolo" userId="ca8b11d29e1e8585" providerId="LiveId" clId="{E7E5DE29-60A4-4D58-A8C4-A0E1502ACE36}" dt="2026-07-30T11:22:02.370" v="4155" actId="1076"/>
            <ac:spMkLst>
              <pc:docMk/>
              <pc:sldMasterMk cId="1279804991" sldId="2147483648"/>
              <pc:sldLayoutMk cId="783289842" sldId="2147483706"/>
              <ac:spMk id="6" creationId="{17BFF062-D454-C9F7-E82C-1560B9A40254}"/>
            </ac:spMkLst>
          </pc:spChg>
          <pc:spChg chg="mod">
            <ac:chgData name="Guilherme da Costa Criscuolo" userId="ca8b11d29e1e8585" providerId="LiveId" clId="{E7E5DE29-60A4-4D58-A8C4-A0E1502ACE36}" dt="2026-07-30T11:26:23.394" v="4329" actId="1076"/>
            <ac:spMkLst>
              <pc:docMk/>
              <pc:sldMasterMk cId="1279804991" sldId="2147483648"/>
              <pc:sldLayoutMk cId="783289842" sldId="2147483706"/>
              <ac:spMk id="7" creationId="{BD05B29E-9C03-4195-471C-5AFE4BDD9A87}"/>
            </ac:spMkLst>
          </pc:spChg>
          <pc:spChg chg="mod">
            <ac:chgData name="Guilherme da Costa Criscuolo" userId="ca8b11d29e1e8585" providerId="LiveId" clId="{E7E5DE29-60A4-4D58-A8C4-A0E1502ACE36}" dt="2026-07-30T11:22:02.370" v="4155" actId="1076"/>
            <ac:spMkLst>
              <pc:docMk/>
              <pc:sldMasterMk cId="1279804991" sldId="2147483648"/>
              <pc:sldLayoutMk cId="783289842" sldId="2147483706"/>
              <ac:spMk id="9" creationId="{F73A9243-4B62-E891-31F4-C22D8BFDEA20}"/>
            </ac:spMkLst>
          </pc:spChg>
          <pc:spChg chg="mod">
            <ac:chgData name="Guilherme da Costa Criscuolo" userId="ca8b11d29e1e8585" providerId="LiveId" clId="{E7E5DE29-60A4-4D58-A8C4-A0E1502ACE36}" dt="2026-07-30T11:22:02.370" v="4155" actId="1076"/>
            <ac:spMkLst>
              <pc:docMk/>
              <pc:sldMasterMk cId="1279804991" sldId="2147483648"/>
              <pc:sldLayoutMk cId="783289842" sldId="2147483706"/>
              <ac:spMk id="14" creationId="{259BE751-FDBE-867F-394A-2FCBDD8DF694}"/>
            </ac:spMkLst>
          </pc:spChg>
          <pc:spChg chg="mod">
            <ac:chgData name="Guilherme da Costa Criscuolo" userId="ca8b11d29e1e8585" providerId="LiveId" clId="{E7E5DE29-60A4-4D58-A8C4-A0E1502ACE36}" dt="2026-07-30T11:22:02.370" v="4155" actId="1076"/>
            <ac:spMkLst>
              <pc:docMk/>
              <pc:sldMasterMk cId="1279804991" sldId="2147483648"/>
              <pc:sldLayoutMk cId="783289842" sldId="2147483706"/>
              <ac:spMk id="15" creationId="{F592B481-5495-4529-DFDE-3DC6E521BA7F}"/>
            </ac:spMkLst>
          </pc:spChg>
          <pc:spChg chg="del">
            <ac:chgData name="Guilherme da Costa Criscuolo" userId="ca8b11d29e1e8585" providerId="LiveId" clId="{E7E5DE29-60A4-4D58-A8C4-A0E1502ACE36}" dt="2026-07-30T11:21:47.970" v="4151" actId="478"/>
            <ac:spMkLst>
              <pc:docMk/>
              <pc:sldMasterMk cId="1279804991" sldId="2147483648"/>
              <pc:sldLayoutMk cId="783289842" sldId="2147483706"/>
              <ac:spMk id="16" creationId="{6A975C01-7203-8298-CD1A-676BE464A9D1}"/>
            </ac:spMkLst>
          </pc:spChg>
          <pc:spChg chg="del">
            <ac:chgData name="Guilherme da Costa Criscuolo" userId="ca8b11d29e1e8585" providerId="LiveId" clId="{E7E5DE29-60A4-4D58-A8C4-A0E1502ACE36}" dt="2026-07-30T11:21:47.970" v="4151" actId="478"/>
            <ac:spMkLst>
              <pc:docMk/>
              <pc:sldMasterMk cId="1279804991" sldId="2147483648"/>
              <pc:sldLayoutMk cId="783289842" sldId="2147483706"/>
              <ac:spMk id="17" creationId="{D2B861A9-2D71-3A7E-8572-F37746C5094C}"/>
            </ac:spMkLst>
          </pc:spChg>
          <pc:spChg chg="del">
            <ac:chgData name="Guilherme da Costa Criscuolo" userId="ca8b11d29e1e8585" providerId="LiveId" clId="{E7E5DE29-60A4-4D58-A8C4-A0E1502ACE36}" dt="2026-07-30T11:21:47.970" v="4151" actId="478"/>
            <ac:spMkLst>
              <pc:docMk/>
              <pc:sldMasterMk cId="1279804991" sldId="2147483648"/>
              <pc:sldLayoutMk cId="783289842" sldId="2147483706"/>
              <ac:spMk id="18" creationId="{91E3EB18-3A3F-B04D-EF9F-06682F695EA2}"/>
            </ac:spMkLst>
          </pc:spChg>
        </pc:sldLayoutChg>
        <pc:sldLayoutChg chg="addSp modSp mod">
          <pc:chgData name="Guilherme da Costa Criscuolo" userId="ca8b11d29e1e8585" providerId="LiveId" clId="{E7E5DE29-60A4-4D58-A8C4-A0E1502ACE36}" dt="2026-07-30T11:42:05.669" v="4385" actId="1036"/>
          <pc:sldLayoutMkLst>
            <pc:docMk/>
            <pc:sldMasterMk cId="1279804991" sldId="2147483648"/>
            <pc:sldLayoutMk cId="964220387" sldId="2147483707"/>
          </pc:sldLayoutMkLst>
          <pc:spChg chg="mod">
            <ac:chgData name="Guilherme da Costa Criscuolo" userId="ca8b11d29e1e8585" providerId="LiveId" clId="{E7E5DE29-60A4-4D58-A8C4-A0E1502ACE36}" dt="2026-07-30T11:41:26.763" v="4363" actId="1076"/>
            <ac:spMkLst>
              <pc:docMk/>
              <pc:sldMasterMk cId="1279804991" sldId="2147483648"/>
              <pc:sldLayoutMk cId="964220387" sldId="2147483707"/>
              <ac:spMk id="2" creationId="{6BE41CBC-FDB9-2557-B28C-B76B0CBE986E}"/>
            </ac:spMkLst>
          </pc:spChg>
          <pc:spChg chg="add mod">
            <ac:chgData name="Guilherme da Costa Criscuolo" userId="ca8b11d29e1e8585" providerId="LiveId" clId="{E7E5DE29-60A4-4D58-A8C4-A0E1502ACE36}" dt="2026-07-30T11:41:58.475" v="4372" actId="1076"/>
            <ac:spMkLst>
              <pc:docMk/>
              <pc:sldMasterMk cId="1279804991" sldId="2147483648"/>
              <pc:sldLayoutMk cId="964220387" sldId="2147483707"/>
              <ac:spMk id="3" creationId="{35D75F77-06FC-D172-162A-C656FF1827C9}"/>
            </ac:spMkLst>
          </pc:spChg>
          <pc:spChg chg="mod">
            <ac:chgData name="Guilherme da Costa Criscuolo" userId="ca8b11d29e1e8585" providerId="LiveId" clId="{E7E5DE29-60A4-4D58-A8C4-A0E1502ACE36}" dt="2026-07-30T11:42:05.669" v="4385" actId="1036"/>
            <ac:spMkLst>
              <pc:docMk/>
              <pc:sldMasterMk cId="1279804991" sldId="2147483648"/>
              <pc:sldLayoutMk cId="964220387" sldId="2147483707"/>
              <ac:spMk id="4" creationId="{EFD43B06-1467-49C0-5FA1-C3B727A8E315}"/>
            </ac:spMkLst>
          </pc:spChg>
          <pc:spChg chg="mod">
            <ac:chgData name="Guilherme da Costa Criscuolo" userId="ca8b11d29e1e8585" providerId="LiveId" clId="{E7E5DE29-60A4-4D58-A8C4-A0E1502ACE36}" dt="2026-07-30T11:42:05.669" v="4385" actId="1036"/>
            <ac:spMkLst>
              <pc:docMk/>
              <pc:sldMasterMk cId="1279804991" sldId="2147483648"/>
              <pc:sldLayoutMk cId="964220387" sldId="2147483707"/>
              <ac:spMk id="5" creationId="{1E6FAC17-6677-CD84-226C-88ADA84BE7FE}"/>
            </ac:spMkLst>
          </pc:spChg>
          <pc:spChg chg="mod">
            <ac:chgData name="Guilherme da Costa Criscuolo" userId="ca8b11d29e1e8585" providerId="LiveId" clId="{E7E5DE29-60A4-4D58-A8C4-A0E1502ACE36}" dt="2026-07-30T11:42:05.669" v="4385" actId="1036"/>
            <ac:spMkLst>
              <pc:docMk/>
              <pc:sldMasterMk cId="1279804991" sldId="2147483648"/>
              <pc:sldLayoutMk cId="964220387" sldId="2147483707"/>
              <ac:spMk id="7" creationId="{0F4BD1AB-CA50-40D5-8A41-690CC91B19F1}"/>
            </ac:spMkLst>
          </pc:spChg>
          <pc:spChg chg="mod">
            <ac:chgData name="Guilherme da Costa Criscuolo" userId="ca8b11d29e1e8585" providerId="LiveId" clId="{E7E5DE29-60A4-4D58-A8C4-A0E1502ACE36}" dt="2026-07-30T11:42:05.669" v="4385" actId="1036"/>
            <ac:spMkLst>
              <pc:docMk/>
              <pc:sldMasterMk cId="1279804991" sldId="2147483648"/>
              <pc:sldLayoutMk cId="964220387" sldId="2147483707"/>
              <ac:spMk id="9" creationId="{10176420-AB17-1400-327A-FAD65206612E}"/>
            </ac:spMkLst>
          </pc:spChg>
          <pc:spChg chg="mod">
            <ac:chgData name="Guilherme da Costa Criscuolo" userId="ca8b11d29e1e8585" providerId="LiveId" clId="{E7E5DE29-60A4-4D58-A8C4-A0E1502ACE36}" dt="2026-07-30T11:42:05.669" v="4385" actId="1036"/>
            <ac:spMkLst>
              <pc:docMk/>
              <pc:sldMasterMk cId="1279804991" sldId="2147483648"/>
              <pc:sldLayoutMk cId="964220387" sldId="2147483707"/>
              <ac:spMk id="10" creationId="{12D7D801-633C-CE57-E71E-374841BC9617}"/>
            </ac:spMkLst>
          </pc:spChg>
          <pc:spChg chg="mod">
            <ac:chgData name="Guilherme da Costa Criscuolo" userId="ca8b11d29e1e8585" providerId="LiveId" clId="{E7E5DE29-60A4-4D58-A8C4-A0E1502ACE36}" dt="2026-07-30T11:42:05.669" v="4385" actId="1036"/>
            <ac:spMkLst>
              <pc:docMk/>
              <pc:sldMasterMk cId="1279804991" sldId="2147483648"/>
              <pc:sldLayoutMk cId="964220387" sldId="2147483707"/>
              <ac:spMk id="14" creationId="{EA2B6CBF-11E2-C169-EE71-30A8506FABF1}"/>
            </ac:spMkLst>
          </pc:spChg>
        </pc:sldLayoutChg>
        <pc:sldLayoutChg chg="addSp modSp mod">
          <pc:chgData name="Guilherme da Costa Criscuolo" userId="ca8b11d29e1e8585" providerId="LiveId" clId="{E7E5DE29-60A4-4D58-A8C4-A0E1502ACE36}" dt="2026-07-30T11:42:45.674" v="4398" actId="1076"/>
          <pc:sldLayoutMkLst>
            <pc:docMk/>
            <pc:sldMasterMk cId="1279804991" sldId="2147483648"/>
            <pc:sldLayoutMk cId="3310430731" sldId="2147483708"/>
          </pc:sldLayoutMkLst>
          <pc:spChg chg="mod">
            <ac:chgData name="Guilherme da Costa Criscuolo" userId="ca8b11d29e1e8585" providerId="LiveId" clId="{E7E5DE29-60A4-4D58-A8C4-A0E1502ACE36}" dt="2026-07-30T11:42:45.674" v="4398" actId="1076"/>
            <ac:spMkLst>
              <pc:docMk/>
              <pc:sldMasterMk cId="1279804991" sldId="2147483648"/>
              <pc:sldLayoutMk cId="3310430731" sldId="2147483708"/>
              <ac:spMk id="3" creationId="{8190C877-8A5F-89AA-D981-D9AF1CDA8985}"/>
            </ac:spMkLst>
          </pc:spChg>
          <pc:spChg chg="mod">
            <ac:chgData name="Guilherme da Costa Criscuolo" userId="ca8b11d29e1e8585" providerId="LiveId" clId="{E7E5DE29-60A4-4D58-A8C4-A0E1502ACE36}" dt="2026-07-30T11:42:45.674" v="4398" actId="1076"/>
            <ac:spMkLst>
              <pc:docMk/>
              <pc:sldMasterMk cId="1279804991" sldId="2147483648"/>
              <pc:sldLayoutMk cId="3310430731" sldId="2147483708"/>
              <ac:spMk id="4" creationId="{EFD43B06-1467-49C0-5FA1-C3B727A8E315}"/>
            </ac:spMkLst>
          </pc:spChg>
          <pc:spChg chg="mod">
            <ac:chgData name="Guilherme da Costa Criscuolo" userId="ca8b11d29e1e8585" providerId="LiveId" clId="{E7E5DE29-60A4-4D58-A8C4-A0E1502ACE36}" dt="2026-07-30T11:42:45.674" v="4398" actId="1076"/>
            <ac:spMkLst>
              <pc:docMk/>
              <pc:sldMasterMk cId="1279804991" sldId="2147483648"/>
              <pc:sldLayoutMk cId="3310430731" sldId="2147483708"/>
              <ac:spMk id="5" creationId="{1E6FAC17-6677-CD84-226C-88ADA84BE7FE}"/>
            </ac:spMkLst>
          </pc:spChg>
          <pc:spChg chg="mod">
            <ac:chgData name="Guilherme da Costa Criscuolo" userId="ca8b11d29e1e8585" providerId="LiveId" clId="{E7E5DE29-60A4-4D58-A8C4-A0E1502ACE36}" dt="2026-07-30T11:42:45.674" v="4398" actId="1076"/>
            <ac:spMkLst>
              <pc:docMk/>
              <pc:sldMasterMk cId="1279804991" sldId="2147483648"/>
              <pc:sldLayoutMk cId="3310430731" sldId="2147483708"/>
              <ac:spMk id="7" creationId="{0F4BD1AB-CA50-40D5-8A41-690CC91B19F1}"/>
            </ac:spMkLst>
          </pc:spChg>
          <pc:spChg chg="mod">
            <ac:chgData name="Guilherme da Costa Criscuolo" userId="ca8b11d29e1e8585" providerId="LiveId" clId="{E7E5DE29-60A4-4D58-A8C4-A0E1502ACE36}" dt="2026-07-30T11:42:45.674" v="4398" actId="1076"/>
            <ac:spMkLst>
              <pc:docMk/>
              <pc:sldMasterMk cId="1279804991" sldId="2147483648"/>
              <pc:sldLayoutMk cId="3310430731" sldId="2147483708"/>
              <ac:spMk id="9" creationId="{10176420-AB17-1400-327A-FAD65206612E}"/>
            </ac:spMkLst>
          </pc:spChg>
          <pc:spChg chg="mod">
            <ac:chgData name="Guilherme da Costa Criscuolo" userId="ca8b11d29e1e8585" providerId="LiveId" clId="{E7E5DE29-60A4-4D58-A8C4-A0E1502ACE36}" dt="2026-07-30T11:42:45.674" v="4398" actId="1076"/>
            <ac:spMkLst>
              <pc:docMk/>
              <pc:sldMasterMk cId="1279804991" sldId="2147483648"/>
              <pc:sldLayoutMk cId="3310430731" sldId="2147483708"/>
              <ac:spMk id="10" creationId="{12D7D801-633C-CE57-E71E-374841BC9617}"/>
            </ac:spMkLst>
          </pc:spChg>
          <pc:spChg chg="mod">
            <ac:chgData name="Guilherme da Costa Criscuolo" userId="ca8b11d29e1e8585" providerId="LiveId" clId="{E7E5DE29-60A4-4D58-A8C4-A0E1502ACE36}" dt="2026-07-30T11:42:45.674" v="4398" actId="1076"/>
            <ac:spMkLst>
              <pc:docMk/>
              <pc:sldMasterMk cId="1279804991" sldId="2147483648"/>
              <pc:sldLayoutMk cId="3310430731" sldId="2147483708"/>
              <ac:spMk id="14" creationId="{EA2B6CBF-11E2-C169-EE71-30A8506FABF1}"/>
            </ac:spMkLst>
          </pc:spChg>
          <pc:spChg chg="mod">
            <ac:chgData name="Guilherme da Costa Criscuolo" userId="ca8b11d29e1e8585" providerId="LiveId" clId="{E7E5DE29-60A4-4D58-A8C4-A0E1502ACE36}" dt="2026-07-30T11:42:45.674" v="4398" actId="1076"/>
            <ac:spMkLst>
              <pc:docMk/>
              <pc:sldMasterMk cId="1279804991" sldId="2147483648"/>
              <pc:sldLayoutMk cId="3310430731" sldId="2147483708"/>
              <ac:spMk id="15" creationId="{F7A13E58-3945-ED91-F016-C261DDA4DD04}"/>
            </ac:spMkLst>
          </pc:spChg>
          <pc:spChg chg="mod">
            <ac:chgData name="Guilherme da Costa Criscuolo" userId="ca8b11d29e1e8585" providerId="LiveId" clId="{E7E5DE29-60A4-4D58-A8C4-A0E1502ACE36}" dt="2026-07-30T11:42:45.674" v="4398" actId="1076"/>
            <ac:spMkLst>
              <pc:docMk/>
              <pc:sldMasterMk cId="1279804991" sldId="2147483648"/>
              <pc:sldLayoutMk cId="3310430731" sldId="2147483708"/>
              <ac:spMk id="16" creationId="{16158CFA-56A7-C24B-73CB-1168ED3CBF4F}"/>
            </ac:spMkLst>
          </pc:spChg>
          <pc:spChg chg="add mod">
            <ac:chgData name="Guilherme da Costa Criscuolo" userId="ca8b11d29e1e8585" providerId="LiveId" clId="{E7E5DE29-60A4-4D58-A8C4-A0E1502ACE36}" dt="2026-07-30T11:42:29.910" v="4394" actId="1076"/>
            <ac:spMkLst>
              <pc:docMk/>
              <pc:sldMasterMk cId="1279804991" sldId="2147483648"/>
              <pc:sldLayoutMk cId="3310430731" sldId="2147483708"/>
              <ac:spMk id="17" creationId="{5B638258-6BAD-0504-A990-DA5853887B7C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38100"/>
          </c:spPr>
          <c:dPt>
            <c:idx val="0"/>
            <c:bubble3D val="0"/>
            <c:spPr>
              <a:solidFill>
                <a:schemeClr val="accent2"/>
              </a:solidFill>
              <a:ln w="381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D2D-4AB4-8087-B09F8B7B38E6}"/>
              </c:ext>
            </c:extLst>
          </c:dPt>
          <c:dPt>
            <c:idx val="1"/>
            <c:bubble3D val="0"/>
            <c:spPr>
              <a:solidFill>
                <a:schemeClr val="tx2"/>
              </a:solidFill>
              <a:ln w="381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D2D-4AB4-8087-B09F8B7B38E6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 w="381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D2D-4AB4-8087-B09F8B7B38E6}"/>
              </c:ext>
            </c:extLst>
          </c:dPt>
          <c:dPt>
            <c:idx val="3"/>
            <c:bubble3D val="0"/>
            <c:spPr>
              <a:solidFill>
                <a:schemeClr val="tx2"/>
              </a:solidFill>
              <a:ln w="381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D2D-4AB4-8087-B09F8B7B38E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D2D-4AB4-8087-B09F8B7B38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63-4494-A1C8-03DC6669C3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63-4494-A1C8-03DC6669C3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F63-4494-A1C8-03DC6669C3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749427136"/>
        <c:axId val="1359569424"/>
      </c:barChart>
      <c:catAx>
        <c:axId val="17494271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9569424"/>
        <c:crosses val="autoZero"/>
        <c:auto val="1"/>
        <c:lblAlgn val="ctr"/>
        <c:lblOffset val="100"/>
        <c:noMultiLvlLbl val="0"/>
      </c:catAx>
      <c:valAx>
        <c:axId val="13595694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9427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9C3-4527-8746-44D79056518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9C3-4527-8746-44D79056518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9C3-4527-8746-44D79056518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9C3-4527-8746-44D790565182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E7-431D-B182-626DF1CDE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9E-4CAC-A431-6AA0BB095A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9E-4CAC-A431-6AA0BB095AD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9E-4CAC-A431-6AA0BB095A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62320447"/>
        <c:axId val="1359570384"/>
      </c:barChart>
      <c:catAx>
        <c:axId val="146232044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9570384"/>
        <c:crosses val="autoZero"/>
        <c:auto val="1"/>
        <c:lblAlgn val="ctr"/>
        <c:lblOffset val="100"/>
        <c:noMultiLvlLbl val="0"/>
      </c:catAx>
      <c:valAx>
        <c:axId val="13595703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23204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728543251494861E-2"/>
          <c:y val="3.8553459119496855E-2"/>
          <c:w val="0.95984558834974776"/>
          <c:h val="0.737930223344723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EB-4060-937F-4B6C3475EF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EB-4060-937F-4B6C3475EF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62292607"/>
        <c:axId val="135953726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AEB-4060-937F-4B6C3475EF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62292607"/>
        <c:axId val="1359537264"/>
      </c:lineChart>
      <c:catAx>
        <c:axId val="14622926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9537264"/>
        <c:crosses val="autoZero"/>
        <c:auto val="1"/>
        <c:lblAlgn val="ctr"/>
        <c:lblOffset val="100"/>
        <c:noMultiLvlLbl val="0"/>
      </c:catAx>
      <c:valAx>
        <c:axId val="1359537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22926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DC2-4EFC-85FE-EE1A9B8E07A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DC2-4EFC-85FE-EE1A9B8E07A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DC2-4EFC-85FE-EE1A9B8E07A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DC2-4EFC-85FE-EE1A9B8E07A7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80-47AC-94F6-06EA146C0C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193-4D3B-A01C-5E551D429E4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193-4D3B-A01C-5E551D429E4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193-4D3B-A01C-5E551D429E4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193-4D3B-A01C-5E551D429E4A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EF-4094-A993-45F897AD23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5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1A32E0-59BB-482A-ADD5-0BAB5722F8F5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D6AA4CE-C4CC-44E6-B1FB-E5164052DBA7}">
      <dgm:prSet phldrT="[Text]" custT="1"/>
      <dgm:spPr/>
      <dgm:t>
        <a:bodyPr/>
        <a:lstStyle/>
        <a:p>
          <a:r>
            <a:rPr lang="pt-BR" sz="1400" b="1" dirty="0">
              <a:solidFill>
                <a:schemeClr val="accent2"/>
              </a:solidFill>
            </a:rPr>
            <a:t>Fullname</a:t>
          </a:r>
          <a:br>
            <a:rPr lang="pt-BR" sz="1400" dirty="0"/>
          </a:br>
          <a:r>
            <a:rPr lang="pt-BR" sz="1200" dirty="0"/>
            <a:t>Position</a:t>
          </a:r>
          <a:endParaRPr lang="pt-BR" sz="1400" dirty="0"/>
        </a:p>
      </dgm:t>
    </dgm:pt>
    <dgm:pt modelId="{A2266E02-47A1-4703-9C89-70ABD366C10E}" type="parTrans" cxnId="{2FCACF2B-BEDC-463B-9F05-D0A6E4FBD5E5}">
      <dgm:prSet/>
      <dgm:spPr>
        <a:ln w="12700">
          <a:solidFill>
            <a:schemeClr val="tx1">
              <a:lumMod val="50000"/>
              <a:lumOff val="50000"/>
            </a:schemeClr>
          </a:solidFill>
          <a:prstDash val="sysDash"/>
        </a:ln>
      </dgm:spPr>
      <dgm:t>
        <a:bodyPr/>
        <a:lstStyle/>
        <a:p>
          <a:endParaRPr lang="pt-BR"/>
        </a:p>
      </dgm:t>
    </dgm:pt>
    <dgm:pt modelId="{98593564-78CD-45E6-BC78-87ED87F440C8}" type="sibTrans" cxnId="{2FCACF2B-BEDC-463B-9F05-D0A6E4FBD5E5}">
      <dgm:prSet/>
      <dgm:spPr/>
      <dgm:t>
        <a:bodyPr/>
        <a:lstStyle/>
        <a:p>
          <a:endParaRPr lang="pt-BR"/>
        </a:p>
      </dgm:t>
    </dgm:pt>
    <dgm:pt modelId="{2667C693-0248-4D48-B38F-0B4B678673E0}">
      <dgm:prSet phldrT="[Text]" custT="1"/>
      <dgm:spPr/>
      <dgm:t>
        <a:bodyPr/>
        <a:lstStyle/>
        <a:p>
          <a:r>
            <a:rPr lang="pt-BR" sz="1400" b="1" dirty="0">
              <a:solidFill>
                <a:schemeClr val="accent5"/>
              </a:solidFill>
            </a:rPr>
            <a:t>Fullname</a:t>
          </a:r>
          <a:br>
            <a:rPr lang="pt-BR" sz="1400" dirty="0"/>
          </a:br>
          <a:r>
            <a:rPr lang="pt-BR" sz="1200" dirty="0"/>
            <a:t>Position</a:t>
          </a:r>
          <a:endParaRPr lang="pt-BR" sz="1400" dirty="0"/>
        </a:p>
      </dgm:t>
    </dgm:pt>
    <dgm:pt modelId="{91B1B1A9-1F64-4684-A379-09C326C8748F}" type="parTrans" cxnId="{018CAA0A-144E-44AB-8227-5A2DD49508B1}">
      <dgm:prSet/>
      <dgm:spPr>
        <a:ln w="12700">
          <a:solidFill>
            <a:schemeClr val="tx1">
              <a:lumMod val="50000"/>
              <a:lumOff val="50000"/>
            </a:schemeClr>
          </a:solidFill>
          <a:prstDash val="sysDash"/>
        </a:ln>
      </dgm:spPr>
      <dgm:t>
        <a:bodyPr/>
        <a:lstStyle/>
        <a:p>
          <a:endParaRPr lang="pt-BR"/>
        </a:p>
      </dgm:t>
    </dgm:pt>
    <dgm:pt modelId="{70F240F5-ECAC-4E16-8775-7BDF2F286E1A}" type="sibTrans" cxnId="{018CAA0A-144E-44AB-8227-5A2DD49508B1}">
      <dgm:prSet/>
      <dgm:spPr/>
      <dgm:t>
        <a:bodyPr/>
        <a:lstStyle/>
        <a:p>
          <a:endParaRPr lang="pt-BR"/>
        </a:p>
      </dgm:t>
    </dgm:pt>
    <dgm:pt modelId="{2804951D-0F44-4277-9BE9-3A62D5AECFEA}">
      <dgm:prSet phldrT="[Text]" custT="1"/>
      <dgm:spPr/>
      <dgm:t>
        <a:bodyPr/>
        <a:lstStyle/>
        <a:p>
          <a:r>
            <a:rPr lang="pt-BR" sz="1400" b="1" dirty="0">
              <a:solidFill>
                <a:schemeClr val="tx1">
                  <a:lumMod val="50000"/>
                  <a:lumOff val="50000"/>
                </a:schemeClr>
              </a:solidFill>
            </a:rPr>
            <a:t>Fullname</a:t>
          </a:r>
          <a:br>
            <a:rPr lang="pt-BR" sz="1400" dirty="0"/>
          </a:br>
          <a:r>
            <a:rPr lang="pt-BR" sz="1200" dirty="0"/>
            <a:t>Position</a:t>
          </a:r>
          <a:endParaRPr lang="pt-BR" sz="1400" dirty="0"/>
        </a:p>
      </dgm:t>
    </dgm:pt>
    <dgm:pt modelId="{A7C99766-5420-4AF8-8265-BBB60DA9DF5F}" type="parTrans" cxnId="{B97AC2F2-AA96-439D-8F06-B4C2AED45150}">
      <dgm:prSet/>
      <dgm:spPr>
        <a:ln w="12700">
          <a:solidFill>
            <a:schemeClr val="tx1">
              <a:lumMod val="50000"/>
              <a:lumOff val="50000"/>
            </a:schemeClr>
          </a:solidFill>
          <a:prstDash val="sysDash"/>
        </a:ln>
      </dgm:spPr>
      <dgm:t>
        <a:bodyPr/>
        <a:lstStyle/>
        <a:p>
          <a:endParaRPr lang="pt-BR"/>
        </a:p>
      </dgm:t>
    </dgm:pt>
    <dgm:pt modelId="{31C080E8-4293-4161-AD3F-B596F63F6E75}" type="sibTrans" cxnId="{B97AC2F2-AA96-439D-8F06-B4C2AED45150}">
      <dgm:prSet/>
      <dgm:spPr/>
      <dgm:t>
        <a:bodyPr/>
        <a:lstStyle/>
        <a:p>
          <a:endParaRPr lang="pt-BR"/>
        </a:p>
      </dgm:t>
    </dgm:pt>
    <dgm:pt modelId="{10BE4393-EC8D-403D-9BE6-A01ABCE54D14}">
      <dgm:prSet phldrT="[Text]" custT="1"/>
      <dgm:spPr/>
      <dgm:t>
        <a:bodyPr/>
        <a:lstStyle/>
        <a:p>
          <a:r>
            <a:rPr lang="pt-BR" sz="1400" b="1" dirty="0">
              <a:solidFill>
                <a:schemeClr val="tx1">
                  <a:lumMod val="50000"/>
                  <a:lumOff val="50000"/>
                </a:schemeClr>
              </a:solidFill>
            </a:rPr>
            <a:t>Fullname</a:t>
          </a:r>
          <a:br>
            <a:rPr lang="pt-BR" sz="1400" dirty="0"/>
          </a:br>
          <a:r>
            <a:rPr lang="pt-BR" sz="1200" dirty="0"/>
            <a:t>Position</a:t>
          </a:r>
          <a:endParaRPr lang="pt-BR" sz="1400" dirty="0"/>
        </a:p>
      </dgm:t>
    </dgm:pt>
    <dgm:pt modelId="{276625FC-15D0-4204-A651-F287C4037FB1}" type="parTrans" cxnId="{7CAF7B9F-2569-4758-AD6B-180325FB1E02}">
      <dgm:prSet/>
      <dgm:spPr>
        <a:ln w="12700">
          <a:solidFill>
            <a:schemeClr val="tx1">
              <a:lumMod val="50000"/>
              <a:lumOff val="50000"/>
            </a:schemeClr>
          </a:solidFill>
          <a:prstDash val="sysDash"/>
        </a:ln>
      </dgm:spPr>
      <dgm:t>
        <a:bodyPr/>
        <a:lstStyle/>
        <a:p>
          <a:endParaRPr lang="pt-BR"/>
        </a:p>
      </dgm:t>
    </dgm:pt>
    <dgm:pt modelId="{217A353F-48D4-4E33-877A-7C4F07C94CFC}" type="sibTrans" cxnId="{7CAF7B9F-2569-4758-AD6B-180325FB1E02}">
      <dgm:prSet/>
      <dgm:spPr/>
      <dgm:t>
        <a:bodyPr/>
        <a:lstStyle/>
        <a:p>
          <a:endParaRPr lang="pt-BR"/>
        </a:p>
      </dgm:t>
    </dgm:pt>
    <dgm:pt modelId="{8EC41E23-13C8-44B2-82BB-7D2D4CDD7FCA}">
      <dgm:prSet phldrT="[Text]" custT="1"/>
      <dgm:spPr/>
      <dgm:t>
        <a:bodyPr/>
        <a:lstStyle/>
        <a:p>
          <a:r>
            <a:rPr lang="pt-BR" sz="1400" b="1" dirty="0">
              <a:solidFill>
                <a:schemeClr val="accent5"/>
              </a:solidFill>
            </a:rPr>
            <a:t>Fullname</a:t>
          </a:r>
          <a:br>
            <a:rPr lang="pt-BR" sz="1400" dirty="0"/>
          </a:br>
          <a:r>
            <a:rPr lang="pt-BR" sz="1200" dirty="0"/>
            <a:t>Position</a:t>
          </a:r>
          <a:endParaRPr lang="pt-BR" sz="1400" dirty="0"/>
        </a:p>
      </dgm:t>
    </dgm:pt>
    <dgm:pt modelId="{AE832B67-78D0-4128-961F-8E4F7E85D8F6}" type="parTrans" cxnId="{8AB5584B-6B06-4210-AAF0-8E85FD1FDF98}">
      <dgm:prSet/>
      <dgm:spPr>
        <a:ln w="12700">
          <a:solidFill>
            <a:schemeClr val="tx1">
              <a:lumMod val="50000"/>
              <a:lumOff val="50000"/>
            </a:schemeClr>
          </a:solidFill>
          <a:prstDash val="sysDash"/>
        </a:ln>
      </dgm:spPr>
      <dgm:t>
        <a:bodyPr/>
        <a:lstStyle/>
        <a:p>
          <a:endParaRPr lang="pt-BR"/>
        </a:p>
      </dgm:t>
    </dgm:pt>
    <dgm:pt modelId="{D3DF86E2-F8AC-4597-A9CF-35BA5F408399}" type="sibTrans" cxnId="{8AB5584B-6B06-4210-AAF0-8E85FD1FDF98}">
      <dgm:prSet/>
      <dgm:spPr/>
      <dgm:t>
        <a:bodyPr/>
        <a:lstStyle/>
        <a:p>
          <a:endParaRPr lang="pt-BR"/>
        </a:p>
      </dgm:t>
    </dgm:pt>
    <dgm:pt modelId="{8E17AA6F-FAA0-480A-AE0E-694EAFEA88F7}">
      <dgm:prSet phldrT="[Text]" custT="1"/>
      <dgm:spPr/>
      <dgm:t>
        <a:bodyPr/>
        <a:lstStyle/>
        <a:p>
          <a:r>
            <a:rPr lang="pt-BR" sz="1400" b="1" dirty="0">
              <a:solidFill>
                <a:schemeClr val="tx1">
                  <a:lumMod val="50000"/>
                  <a:lumOff val="50000"/>
                </a:schemeClr>
              </a:solidFill>
            </a:rPr>
            <a:t>Fullname</a:t>
          </a:r>
          <a:br>
            <a:rPr lang="pt-BR" sz="1400" dirty="0"/>
          </a:br>
          <a:r>
            <a:rPr lang="pt-BR" sz="1200" dirty="0"/>
            <a:t>Position</a:t>
          </a:r>
          <a:endParaRPr lang="pt-BR" sz="1400" dirty="0"/>
        </a:p>
      </dgm:t>
    </dgm:pt>
    <dgm:pt modelId="{44BA9129-B370-48C1-B9A7-9C0696ADE6DE}" type="parTrans" cxnId="{79099F0E-5F11-4B36-9D73-2394F213D907}">
      <dgm:prSet/>
      <dgm:spPr>
        <a:ln w="12700">
          <a:solidFill>
            <a:schemeClr val="tx1">
              <a:lumMod val="50000"/>
              <a:lumOff val="50000"/>
            </a:schemeClr>
          </a:solidFill>
          <a:prstDash val="sysDash"/>
        </a:ln>
      </dgm:spPr>
      <dgm:t>
        <a:bodyPr/>
        <a:lstStyle/>
        <a:p>
          <a:endParaRPr lang="pt-BR"/>
        </a:p>
      </dgm:t>
    </dgm:pt>
    <dgm:pt modelId="{EFD09673-9E54-4B51-8C53-345DC0C8D64E}" type="sibTrans" cxnId="{79099F0E-5F11-4B36-9D73-2394F213D907}">
      <dgm:prSet/>
      <dgm:spPr/>
      <dgm:t>
        <a:bodyPr/>
        <a:lstStyle/>
        <a:p>
          <a:endParaRPr lang="pt-BR"/>
        </a:p>
      </dgm:t>
    </dgm:pt>
    <dgm:pt modelId="{8834E9BE-86AF-4A23-8B76-08E1DA68CCB2}">
      <dgm:prSet custT="1"/>
      <dgm:spPr/>
      <dgm:t>
        <a:bodyPr/>
        <a:lstStyle/>
        <a:p>
          <a:r>
            <a:rPr lang="pt-BR" sz="1400" b="1" dirty="0">
              <a:solidFill>
                <a:schemeClr val="accent5"/>
              </a:solidFill>
            </a:rPr>
            <a:t>Fullname</a:t>
          </a:r>
          <a:br>
            <a:rPr lang="pt-BR" sz="1400" dirty="0"/>
          </a:br>
          <a:r>
            <a:rPr lang="pt-BR" sz="1200" dirty="0"/>
            <a:t>Position</a:t>
          </a:r>
          <a:endParaRPr lang="pt-BR" sz="1400" dirty="0"/>
        </a:p>
      </dgm:t>
    </dgm:pt>
    <dgm:pt modelId="{A744C932-D43B-4510-85D2-C7622D85B5BD}" type="parTrans" cxnId="{48389F7E-6627-475E-8A1A-9E0845DC0058}">
      <dgm:prSet/>
      <dgm:spPr>
        <a:ln w="12700">
          <a:solidFill>
            <a:schemeClr val="tx1">
              <a:lumMod val="50000"/>
              <a:lumOff val="50000"/>
            </a:schemeClr>
          </a:solidFill>
          <a:prstDash val="sysDash"/>
        </a:ln>
      </dgm:spPr>
      <dgm:t>
        <a:bodyPr/>
        <a:lstStyle/>
        <a:p>
          <a:endParaRPr lang="pt-BR"/>
        </a:p>
      </dgm:t>
    </dgm:pt>
    <dgm:pt modelId="{AAAC6689-10C8-444D-B79B-359F352D51E4}" type="sibTrans" cxnId="{48389F7E-6627-475E-8A1A-9E0845DC0058}">
      <dgm:prSet/>
      <dgm:spPr/>
      <dgm:t>
        <a:bodyPr/>
        <a:lstStyle/>
        <a:p>
          <a:endParaRPr lang="pt-BR"/>
        </a:p>
      </dgm:t>
    </dgm:pt>
    <dgm:pt modelId="{3D4D2AB5-71E4-4BC6-ADB7-C5FBF10549C5}">
      <dgm:prSet phldrT="[Text]" custT="1"/>
      <dgm:spPr/>
      <dgm:t>
        <a:bodyPr/>
        <a:lstStyle/>
        <a:p>
          <a:r>
            <a:rPr lang="pt-BR" sz="1400" b="1" dirty="0">
              <a:solidFill>
                <a:schemeClr val="tx1">
                  <a:lumMod val="50000"/>
                  <a:lumOff val="50000"/>
                </a:schemeClr>
              </a:solidFill>
            </a:rPr>
            <a:t>Fullname</a:t>
          </a:r>
          <a:br>
            <a:rPr lang="pt-BR" sz="1400" dirty="0"/>
          </a:br>
          <a:r>
            <a:rPr lang="pt-BR" sz="1200" dirty="0"/>
            <a:t>Position</a:t>
          </a:r>
          <a:endParaRPr lang="pt-BR" sz="1400" dirty="0"/>
        </a:p>
      </dgm:t>
    </dgm:pt>
    <dgm:pt modelId="{FB12FEFD-58A0-4327-ABE7-1097E23D8DB5}" type="parTrans" cxnId="{050872FA-1C4F-4204-A068-5381641AB6B6}">
      <dgm:prSet/>
      <dgm:spPr>
        <a:ln w="12700">
          <a:solidFill>
            <a:schemeClr val="tx1">
              <a:lumMod val="50000"/>
              <a:lumOff val="50000"/>
            </a:schemeClr>
          </a:solidFill>
          <a:prstDash val="sysDash"/>
        </a:ln>
      </dgm:spPr>
      <dgm:t>
        <a:bodyPr/>
        <a:lstStyle/>
        <a:p>
          <a:endParaRPr lang="pt-BR"/>
        </a:p>
      </dgm:t>
    </dgm:pt>
    <dgm:pt modelId="{9F509602-4AF2-4709-95C0-99425A3B72C7}" type="sibTrans" cxnId="{050872FA-1C4F-4204-A068-5381641AB6B6}">
      <dgm:prSet/>
      <dgm:spPr/>
      <dgm:t>
        <a:bodyPr/>
        <a:lstStyle/>
        <a:p>
          <a:endParaRPr lang="pt-BR"/>
        </a:p>
      </dgm:t>
    </dgm:pt>
    <dgm:pt modelId="{3F8249FD-A33A-4F30-9A36-3A0DE0360EDD}">
      <dgm:prSet phldrT="[Text]" custT="1"/>
      <dgm:spPr/>
      <dgm:t>
        <a:bodyPr/>
        <a:lstStyle/>
        <a:p>
          <a:r>
            <a:rPr lang="pt-BR" sz="1400" b="1" dirty="0">
              <a:solidFill>
                <a:schemeClr val="tx1">
                  <a:lumMod val="50000"/>
                  <a:lumOff val="50000"/>
                </a:schemeClr>
              </a:solidFill>
            </a:rPr>
            <a:t>Fullname</a:t>
          </a:r>
          <a:br>
            <a:rPr lang="pt-BR" sz="1400" dirty="0"/>
          </a:br>
          <a:r>
            <a:rPr lang="pt-BR" sz="1200" dirty="0"/>
            <a:t>Position</a:t>
          </a:r>
          <a:endParaRPr lang="pt-BR" sz="1400" dirty="0"/>
        </a:p>
      </dgm:t>
    </dgm:pt>
    <dgm:pt modelId="{3BF28771-CA37-4D57-84E0-506B5469351E}" type="parTrans" cxnId="{1370D994-004B-4865-A7EC-86BBD6B2D7AD}">
      <dgm:prSet/>
      <dgm:spPr>
        <a:ln w="12700">
          <a:solidFill>
            <a:schemeClr val="tx1">
              <a:lumMod val="50000"/>
              <a:lumOff val="50000"/>
            </a:schemeClr>
          </a:solidFill>
          <a:prstDash val="sysDash"/>
        </a:ln>
      </dgm:spPr>
      <dgm:t>
        <a:bodyPr/>
        <a:lstStyle/>
        <a:p>
          <a:endParaRPr lang="pt-BR"/>
        </a:p>
      </dgm:t>
    </dgm:pt>
    <dgm:pt modelId="{F50CD594-780E-4596-979D-7592B90D277B}" type="sibTrans" cxnId="{1370D994-004B-4865-A7EC-86BBD6B2D7AD}">
      <dgm:prSet/>
      <dgm:spPr/>
      <dgm:t>
        <a:bodyPr/>
        <a:lstStyle/>
        <a:p>
          <a:endParaRPr lang="pt-BR"/>
        </a:p>
      </dgm:t>
    </dgm:pt>
    <dgm:pt modelId="{0FFA43B8-CC1E-4D51-86A8-C5536AC6AB8C}">
      <dgm:prSet phldrT="[Text]" custT="1"/>
      <dgm:spPr/>
      <dgm:t>
        <a:bodyPr/>
        <a:lstStyle/>
        <a:p>
          <a:r>
            <a:rPr lang="pt-BR" sz="1400" b="1" dirty="0">
              <a:solidFill>
                <a:schemeClr val="tx1">
                  <a:lumMod val="50000"/>
                  <a:lumOff val="50000"/>
                </a:schemeClr>
              </a:solidFill>
            </a:rPr>
            <a:t>Fullname</a:t>
          </a:r>
          <a:br>
            <a:rPr lang="pt-BR" sz="1400" dirty="0"/>
          </a:br>
          <a:r>
            <a:rPr lang="pt-BR" sz="1200" dirty="0"/>
            <a:t>Position</a:t>
          </a:r>
          <a:endParaRPr lang="pt-BR" sz="1400" dirty="0"/>
        </a:p>
      </dgm:t>
    </dgm:pt>
    <dgm:pt modelId="{75B0158B-97BF-4F5A-B285-204CFCD09DED}" type="parTrans" cxnId="{80120DDD-961D-4799-9DBB-2BD72CED72DF}">
      <dgm:prSet/>
      <dgm:spPr>
        <a:ln w="12700">
          <a:solidFill>
            <a:schemeClr val="tx1">
              <a:lumMod val="50000"/>
              <a:lumOff val="50000"/>
            </a:schemeClr>
          </a:solidFill>
          <a:prstDash val="sysDash"/>
        </a:ln>
      </dgm:spPr>
      <dgm:t>
        <a:bodyPr/>
        <a:lstStyle/>
        <a:p>
          <a:endParaRPr lang="pt-BR"/>
        </a:p>
      </dgm:t>
    </dgm:pt>
    <dgm:pt modelId="{5586E3DE-0296-4D4F-9860-95033F847AB3}" type="sibTrans" cxnId="{80120DDD-961D-4799-9DBB-2BD72CED72DF}">
      <dgm:prSet/>
      <dgm:spPr/>
      <dgm:t>
        <a:bodyPr/>
        <a:lstStyle/>
        <a:p>
          <a:endParaRPr lang="pt-BR"/>
        </a:p>
      </dgm:t>
    </dgm:pt>
    <dgm:pt modelId="{DB38799D-5C38-4B8B-BA7B-E4B0EE51A992}">
      <dgm:prSet phldrT="[Text]" custT="1"/>
      <dgm:spPr/>
      <dgm:t>
        <a:bodyPr/>
        <a:lstStyle/>
        <a:p>
          <a:r>
            <a:rPr lang="pt-BR" sz="1400" b="1" dirty="0">
              <a:solidFill>
                <a:schemeClr val="tx2"/>
              </a:solidFill>
            </a:rPr>
            <a:t>Fullname</a:t>
          </a:r>
          <a:br>
            <a:rPr lang="pt-BR" sz="1400" dirty="0"/>
          </a:br>
          <a:r>
            <a:rPr lang="pt-BR" sz="1200" dirty="0"/>
            <a:t>Position</a:t>
          </a:r>
          <a:endParaRPr lang="pt-BR" sz="1400" dirty="0"/>
        </a:p>
      </dgm:t>
    </dgm:pt>
    <dgm:pt modelId="{09F6192F-64F3-4ED6-9D60-3F6A651768DD}" type="parTrans" cxnId="{A50629F3-59F3-402A-A308-96D364699385}">
      <dgm:prSet/>
      <dgm:spPr/>
      <dgm:t>
        <a:bodyPr/>
        <a:lstStyle/>
        <a:p>
          <a:endParaRPr lang="pt-BR"/>
        </a:p>
      </dgm:t>
    </dgm:pt>
    <dgm:pt modelId="{0BE4EF4D-ECAC-4423-8664-837376CC02B4}" type="sibTrans" cxnId="{A50629F3-59F3-402A-A308-96D364699385}">
      <dgm:prSet/>
      <dgm:spPr/>
      <dgm:t>
        <a:bodyPr/>
        <a:lstStyle/>
        <a:p>
          <a:endParaRPr lang="pt-BR"/>
        </a:p>
      </dgm:t>
    </dgm:pt>
    <dgm:pt modelId="{076C22D9-B8E5-44DB-98BD-66619D962C08}">
      <dgm:prSet phldrT="[Text]" custT="1"/>
      <dgm:spPr/>
      <dgm:t>
        <a:bodyPr/>
        <a:lstStyle/>
        <a:p>
          <a:r>
            <a:rPr lang="pt-BR" sz="1400" b="1" dirty="0">
              <a:solidFill>
                <a:schemeClr val="accent2"/>
              </a:solidFill>
            </a:rPr>
            <a:t>Fullname</a:t>
          </a:r>
          <a:br>
            <a:rPr lang="pt-BR" sz="1400" dirty="0"/>
          </a:br>
          <a:r>
            <a:rPr lang="pt-BR" sz="1200" dirty="0"/>
            <a:t>Position</a:t>
          </a:r>
          <a:endParaRPr lang="pt-BR" sz="1400" dirty="0"/>
        </a:p>
      </dgm:t>
    </dgm:pt>
    <dgm:pt modelId="{C07B59D2-420A-42B9-AFA7-3372D30460F6}" type="parTrans" cxnId="{67DBBFE7-6BF4-4F05-9474-081C76247C30}">
      <dgm:prSet/>
      <dgm:spPr>
        <a:ln w="12700">
          <a:solidFill>
            <a:schemeClr val="tx1">
              <a:lumMod val="50000"/>
              <a:lumOff val="50000"/>
            </a:schemeClr>
          </a:solidFill>
          <a:prstDash val="sysDash"/>
        </a:ln>
      </dgm:spPr>
      <dgm:t>
        <a:bodyPr/>
        <a:lstStyle/>
        <a:p>
          <a:endParaRPr lang="pt-BR"/>
        </a:p>
      </dgm:t>
    </dgm:pt>
    <dgm:pt modelId="{1423EEC7-0B63-457B-897D-4EB178B6EC55}" type="sibTrans" cxnId="{67DBBFE7-6BF4-4F05-9474-081C76247C30}">
      <dgm:prSet/>
      <dgm:spPr/>
      <dgm:t>
        <a:bodyPr/>
        <a:lstStyle/>
        <a:p>
          <a:endParaRPr lang="pt-BR"/>
        </a:p>
      </dgm:t>
    </dgm:pt>
    <dgm:pt modelId="{E2605DEC-3D8C-4D7D-84CF-1C776E117CA7}">
      <dgm:prSet phldrT="[Text]" custT="1"/>
      <dgm:spPr/>
      <dgm:t>
        <a:bodyPr/>
        <a:lstStyle/>
        <a:p>
          <a:r>
            <a:rPr lang="pt-BR" sz="1400" b="1" dirty="0">
              <a:solidFill>
                <a:schemeClr val="accent2"/>
              </a:solidFill>
            </a:rPr>
            <a:t>Fullname</a:t>
          </a:r>
          <a:br>
            <a:rPr lang="pt-BR" sz="1400" dirty="0"/>
          </a:br>
          <a:r>
            <a:rPr lang="pt-BR" sz="1200" dirty="0"/>
            <a:t>Position</a:t>
          </a:r>
          <a:endParaRPr lang="pt-BR" sz="1400" dirty="0"/>
        </a:p>
      </dgm:t>
    </dgm:pt>
    <dgm:pt modelId="{BE7E6043-6B64-4BC9-B7E2-C21A84F1580E}" type="parTrans" cxnId="{A555E222-1631-4B5C-BF88-093BBB5A1A68}">
      <dgm:prSet/>
      <dgm:spPr>
        <a:ln w="12700">
          <a:solidFill>
            <a:schemeClr val="tx1">
              <a:lumMod val="50000"/>
              <a:lumOff val="50000"/>
            </a:schemeClr>
          </a:solidFill>
          <a:prstDash val="sysDash"/>
        </a:ln>
      </dgm:spPr>
      <dgm:t>
        <a:bodyPr/>
        <a:lstStyle/>
        <a:p>
          <a:endParaRPr lang="pt-BR"/>
        </a:p>
      </dgm:t>
    </dgm:pt>
    <dgm:pt modelId="{FCD8CBFE-B487-4619-AFBB-7DB1AD68158A}" type="sibTrans" cxnId="{A555E222-1631-4B5C-BF88-093BBB5A1A68}">
      <dgm:prSet/>
      <dgm:spPr/>
      <dgm:t>
        <a:bodyPr/>
        <a:lstStyle/>
        <a:p>
          <a:endParaRPr lang="pt-BR"/>
        </a:p>
      </dgm:t>
    </dgm:pt>
    <dgm:pt modelId="{14A8CB45-D78C-4F43-8C75-3143088FD16B}" type="pres">
      <dgm:prSet presAssocID="{FB1A32E0-59BB-482A-ADD5-0BAB5722F8F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C1D7707-6638-4DF1-A42D-0588D278E8FF}" type="pres">
      <dgm:prSet presAssocID="{DB38799D-5C38-4B8B-BA7B-E4B0EE51A992}" presName="hierRoot1" presStyleCnt="0"/>
      <dgm:spPr/>
    </dgm:pt>
    <dgm:pt modelId="{F25E1A36-A00C-403B-B166-D466AC22AF84}" type="pres">
      <dgm:prSet presAssocID="{DB38799D-5C38-4B8B-BA7B-E4B0EE51A992}" presName="composite" presStyleCnt="0"/>
      <dgm:spPr/>
    </dgm:pt>
    <dgm:pt modelId="{9BBED2FB-C51E-48B8-8E24-AB136E670C28}" type="pres">
      <dgm:prSet presAssocID="{DB38799D-5C38-4B8B-BA7B-E4B0EE51A992}" presName="image" presStyleLbl="node0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</dgm:pt>
    <dgm:pt modelId="{950A78AD-6D70-4D5D-BFDF-3407BCF25964}" type="pres">
      <dgm:prSet presAssocID="{DB38799D-5C38-4B8B-BA7B-E4B0EE51A992}" presName="text" presStyleLbl="revTx" presStyleIdx="0" presStyleCnt="13">
        <dgm:presLayoutVars>
          <dgm:chPref val="3"/>
        </dgm:presLayoutVars>
      </dgm:prSet>
      <dgm:spPr/>
    </dgm:pt>
    <dgm:pt modelId="{2DDB6C05-1AC1-470D-8D92-10A997A47951}" type="pres">
      <dgm:prSet presAssocID="{DB38799D-5C38-4B8B-BA7B-E4B0EE51A992}" presName="hierChild2" presStyleCnt="0"/>
      <dgm:spPr/>
    </dgm:pt>
    <dgm:pt modelId="{555D904C-300B-4780-9F8A-C7C76E4B0A0C}" type="pres">
      <dgm:prSet presAssocID="{C07B59D2-420A-42B9-AFA7-3372D30460F6}" presName="Name10" presStyleLbl="parChTrans1D2" presStyleIdx="0" presStyleCnt="3"/>
      <dgm:spPr/>
    </dgm:pt>
    <dgm:pt modelId="{22C5E002-F09F-42B1-97F0-951384629ECD}" type="pres">
      <dgm:prSet presAssocID="{076C22D9-B8E5-44DB-98BD-66619D962C08}" presName="hierRoot2" presStyleCnt="0"/>
      <dgm:spPr/>
    </dgm:pt>
    <dgm:pt modelId="{3E1C4364-3FF3-4998-9A16-859D6499377F}" type="pres">
      <dgm:prSet presAssocID="{076C22D9-B8E5-44DB-98BD-66619D962C08}" presName="composite2" presStyleCnt="0"/>
      <dgm:spPr/>
    </dgm:pt>
    <dgm:pt modelId="{F6B32060-8C13-4363-829C-C7A8C88BD236}" type="pres">
      <dgm:prSet presAssocID="{076C22D9-B8E5-44DB-98BD-66619D962C08}" presName="image2" presStyleLbl="node2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</dgm:pt>
    <dgm:pt modelId="{03B951B8-C921-45B8-ACA2-5FD929CF0CE4}" type="pres">
      <dgm:prSet presAssocID="{076C22D9-B8E5-44DB-98BD-66619D962C08}" presName="text2" presStyleLbl="revTx" presStyleIdx="1" presStyleCnt="13">
        <dgm:presLayoutVars>
          <dgm:chPref val="3"/>
        </dgm:presLayoutVars>
      </dgm:prSet>
      <dgm:spPr/>
    </dgm:pt>
    <dgm:pt modelId="{DDFFCD8A-D5EC-4F12-9028-4D77F99C5CDF}" type="pres">
      <dgm:prSet presAssocID="{076C22D9-B8E5-44DB-98BD-66619D962C08}" presName="hierChild3" presStyleCnt="0"/>
      <dgm:spPr/>
    </dgm:pt>
    <dgm:pt modelId="{7802843B-C090-4DB6-BBD2-C35BEE55DFBE}" type="pres">
      <dgm:prSet presAssocID="{A2266E02-47A1-4703-9C89-70ABD366C10E}" presName="Name10" presStyleLbl="parChTrans1D2" presStyleIdx="1" presStyleCnt="3"/>
      <dgm:spPr/>
    </dgm:pt>
    <dgm:pt modelId="{18A6CE48-AB84-4BA4-969C-302E83828254}" type="pres">
      <dgm:prSet presAssocID="{4D6AA4CE-C4CC-44E6-B1FB-E5164052DBA7}" presName="hierRoot2" presStyleCnt="0"/>
      <dgm:spPr/>
    </dgm:pt>
    <dgm:pt modelId="{05BD558F-1ABD-490E-BA6E-5CD5187311A3}" type="pres">
      <dgm:prSet presAssocID="{4D6AA4CE-C4CC-44E6-B1FB-E5164052DBA7}" presName="composite2" presStyleCnt="0"/>
      <dgm:spPr/>
    </dgm:pt>
    <dgm:pt modelId="{E74E0063-88E5-405D-BFA7-47754C0A3AC6}" type="pres">
      <dgm:prSet presAssocID="{4D6AA4CE-C4CC-44E6-B1FB-E5164052DBA7}" presName="image2" presStyleLbl="node2" presStyleIdx="1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</dgm:pt>
    <dgm:pt modelId="{DDDA3BDF-F6F9-4BAB-B563-462E819D57B3}" type="pres">
      <dgm:prSet presAssocID="{4D6AA4CE-C4CC-44E6-B1FB-E5164052DBA7}" presName="text2" presStyleLbl="revTx" presStyleIdx="2" presStyleCnt="13">
        <dgm:presLayoutVars>
          <dgm:chPref val="3"/>
        </dgm:presLayoutVars>
      </dgm:prSet>
      <dgm:spPr/>
    </dgm:pt>
    <dgm:pt modelId="{BBE9765D-B010-436F-964D-81DCAE51B681}" type="pres">
      <dgm:prSet presAssocID="{4D6AA4CE-C4CC-44E6-B1FB-E5164052DBA7}" presName="hierChild3" presStyleCnt="0"/>
      <dgm:spPr/>
    </dgm:pt>
    <dgm:pt modelId="{7D89AB1C-74D2-4971-95CE-EBC641B8094E}" type="pres">
      <dgm:prSet presAssocID="{91B1B1A9-1F64-4684-A379-09C326C8748F}" presName="Name17" presStyleLbl="parChTrans1D3" presStyleIdx="0" presStyleCnt="3"/>
      <dgm:spPr/>
    </dgm:pt>
    <dgm:pt modelId="{3CDD1A8B-5E37-4503-A4D0-39E408462013}" type="pres">
      <dgm:prSet presAssocID="{2667C693-0248-4D48-B38F-0B4B678673E0}" presName="hierRoot3" presStyleCnt="0"/>
      <dgm:spPr/>
    </dgm:pt>
    <dgm:pt modelId="{38D9378B-E39E-4CDC-85DD-FE3311E2F28B}" type="pres">
      <dgm:prSet presAssocID="{2667C693-0248-4D48-B38F-0B4B678673E0}" presName="composite3" presStyleCnt="0"/>
      <dgm:spPr/>
    </dgm:pt>
    <dgm:pt modelId="{BE2947CC-020D-4C79-A92E-7A5627951BE9}" type="pres">
      <dgm:prSet presAssocID="{2667C693-0248-4D48-B38F-0B4B678673E0}" presName="image3" presStyleLbl="node3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</dgm:pt>
    <dgm:pt modelId="{439D324C-08B3-472A-A386-700B59C37101}" type="pres">
      <dgm:prSet presAssocID="{2667C693-0248-4D48-B38F-0B4B678673E0}" presName="text3" presStyleLbl="revTx" presStyleIdx="3" presStyleCnt="13">
        <dgm:presLayoutVars>
          <dgm:chPref val="3"/>
        </dgm:presLayoutVars>
      </dgm:prSet>
      <dgm:spPr/>
    </dgm:pt>
    <dgm:pt modelId="{89A1D950-B05F-4873-BF3C-F5A1E0E3D226}" type="pres">
      <dgm:prSet presAssocID="{2667C693-0248-4D48-B38F-0B4B678673E0}" presName="hierChild4" presStyleCnt="0"/>
      <dgm:spPr/>
    </dgm:pt>
    <dgm:pt modelId="{50010C8D-4C9D-4A57-9FD0-38028FCE8087}" type="pres">
      <dgm:prSet presAssocID="{A7C99766-5420-4AF8-8265-BBB60DA9DF5F}" presName="Name23" presStyleLbl="parChTrans1D4" presStyleIdx="0" presStyleCnt="6"/>
      <dgm:spPr/>
    </dgm:pt>
    <dgm:pt modelId="{1B420E93-CBF0-4B7C-9825-653D45BE2700}" type="pres">
      <dgm:prSet presAssocID="{2804951D-0F44-4277-9BE9-3A62D5AECFEA}" presName="hierRoot4" presStyleCnt="0"/>
      <dgm:spPr/>
    </dgm:pt>
    <dgm:pt modelId="{F5C5587C-5DA2-4BF6-BAC6-17C47627AB0C}" type="pres">
      <dgm:prSet presAssocID="{2804951D-0F44-4277-9BE9-3A62D5AECFEA}" presName="composite4" presStyleCnt="0"/>
      <dgm:spPr/>
    </dgm:pt>
    <dgm:pt modelId="{85178BD0-C10C-45EB-BF5F-707341C1FF5C}" type="pres">
      <dgm:prSet presAssocID="{2804951D-0F44-4277-9BE9-3A62D5AECFEA}" presName="image4" presStyleLbl="node4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</dgm:pt>
    <dgm:pt modelId="{E143FD8F-4757-4DC9-9DBA-F64F69ABE270}" type="pres">
      <dgm:prSet presAssocID="{2804951D-0F44-4277-9BE9-3A62D5AECFEA}" presName="text4" presStyleLbl="revTx" presStyleIdx="4" presStyleCnt="13">
        <dgm:presLayoutVars>
          <dgm:chPref val="3"/>
        </dgm:presLayoutVars>
      </dgm:prSet>
      <dgm:spPr/>
    </dgm:pt>
    <dgm:pt modelId="{20F3104C-CFAA-4CAD-9612-B5BF3E45EC95}" type="pres">
      <dgm:prSet presAssocID="{2804951D-0F44-4277-9BE9-3A62D5AECFEA}" presName="hierChild5" presStyleCnt="0"/>
      <dgm:spPr/>
    </dgm:pt>
    <dgm:pt modelId="{58898E1B-CD8E-4901-87D8-B32F61872B08}" type="pres">
      <dgm:prSet presAssocID="{276625FC-15D0-4204-A651-F287C4037FB1}" presName="Name23" presStyleLbl="parChTrans1D4" presStyleIdx="1" presStyleCnt="6"/>
      <dgm:spPr/>
    </dgm:pt>
    <dgm:pt modelId="{DD463877-2D21-4AA3-A8FE-A17B8ACCFBDE}" type="pres">
      <dgm:prSet presAssocID="{10BE4393-EC8D-403D-9BE6-A01ABCE54D14}" presName="hierRoot4" presStyleCnt="0"/>
      <dgm:spPr/>
    </dgm:pt>
    <dgm:pt modelId="{5A8A33EA-ED2C-40BE-AB28-8697A16E683E}" type="pres">
      <dgm:prSet presAssocID="{10BE4393-EC8D-403D-9BE6-A01ABCE54D14}" presName="composite4" presStyleCnt="0"/>
      <dgm:spPr/>
    </dgm:pt>
    <dgm:pt modelId="{5DA1A828-A8EC-49DF-965C-B12639C010FA}" type="pres">
      <dgm:prSet presAssocID="{10BE4393-EC8D-403D-9BE6-A01ABCE54D14}" presName="image4" presStyleLbl="node4" presStyleIdx="1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</dgm:pt>
    <dgm:pt modelId="{A56421A6-7EC5-4D6D-989B-697C6839D7B8}" type="pres">
      <dgm:prSet presAssocID="{10BE4393-EC8D-403D-9BE6-A01ABCE54D14}" presName="text4" presStyleLbl="revTx" presStyleIdx="5" presStyleCnt="13">
        <dgm:presLayoutVars>
          <dgm:chPref val="3"/>
        </dgm:presLayoutVars>
      </dgm:prSet>
      <dgm:spPr/>
    </dgm:pt>
    <dgm:pt modelId="{A1DB01B1-A5FC-4B9F-9D1F-AC6BB50CFE8E}" type="pres">
      <dgm:prSet presAssocID="{10BE4393-EC8D-403D-9BE6-A01ABCE54D14}" presName="hierChild5" presStyleCnt="0"/>
      <dgm:spPr/>
    </dgm:pt>
    <dgm:pt modelId="{D236178A-87FE-4AE9-8E49-9B10A0D521E3}" type="pres">
      <dgm:prSet presAssocID="{AE832B67-78D0-4128-961F-8E4F7E85D8F6}" presName="Name17" presStyleLbl="parChTrans1D3" presStyleIdx="1" presStyleCnt="3"/>
      <dgm:spPr/>
    </dgm:pt>
    <dgm:pt modelId="{66009BB8-16E8-4C46-B8EC-C2CE4288A7B1}" type="pres">
      <dgm:prSet presAssocID="{8EC41E23-13C8-44B2-82BB-7D2D4CDD7FCA}" presName="hierRoot3" presStyleCnt="0"/>
      <dgm:spPr/>
    </dgm:pt>
    <dgm:pt modelId="{F94CCDF3-206E-4FF0-8ED4-B5EA92247054}" type="pres">
      <dgm:prSet presAssocID="{8EC41E23-13C8-44B2-82BB-7D2D4CDD7FCA}" presName="composite3" presStyleCnt="0"/>
      <dgm:spPr/>
    </dgm:pt>
    <dgm:pt modelId="{947E3322-B9A7-4ED5-96F8-8574664C89BB}" type="pres">
      <dgm:prSet presAssocID="{8EC41E23-13C8-44B2-82BB-7D2D4CDD7FCA}" presName="image3" presStyleLbl="node3" presStyleIdx="1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</dgm:pt>
    <dgm:pt modelId="{133135C3-E7E8-4070-8990-64435F560A21}" type="pres">
      <dgm:prSet presAssocID="{8EC41E23-13C8-44B2-82BB-7D2D4CDD7FCA}" presName="text3" presStyleLbl="revTx" presStyleIdx="6" presStyleCnt="13">
        <dgm:presLayoutVars>
          <dgm:chPref val="3"/>
        </dgm:presLayoutVars>
      </dgm:prSet>
      <dgm:spPr/>
    </dgm:pt>
    <dgm:pt modelId="{08D124F3-2B64-479B-B87F-698F07FBF813}" type="pres">
      <dgm:prSet presAssocID="{8EC41E23-13C8-44B2-82BB-7D2D4CDD7FCA}" presName="hierChild4" presStyleCnt="0"/>
      <dgm:spPr/>
    </dgm:pt>
    <dgm:pt modelId="{0EF2B43D-8FD4-4441-92CC-368265C515EB}" type="pres">
      <dgm:prSet presAssocID="{44BA9129-B370-48C1-B9A7-9C0696ADE6DE}" presName="Name23" presStyleLbl="parChTrans1D4" presStyleIdx="2" presStyleCnt="6"/>
      <dgm:spPr/>
    </dgm:pt>
    <dgm:pt modelId="{D37C0B19-09A9-4D00-B234-C2C6038924AF}" type="pres">
      <dgm:prSet presAssocID="{8E17AA6F-FAA0-480A-AE0E-694EAFEA88F7}" presName="hierRoot4" presStyleCnt="0"/>
      <dgm:spPr/>
    </dgm:pt>
    <dgm:pt modelId="{C1EA295D-B2C3-41F0-B173-B0B67557E1EB}" type="pres">
      <dgm:prSet presAssocID="{8E17AA6F-FAA0-480A-AE0E-694EAFEA88F7}" presName="composite4" presStyleCnt="0"/>
      <dgm:spPr/>
    </dgm:pt>
    <dgm:pt modelId="{8C88FA13-6CB1-4EC0-B84E-EBC0CC3C862B}" type="pres">
      <dgm:prSet presAssocID="{8E17AA6F-FAA0-480A-AE0E-694EAFEA88F7}" presName="image4" presStyleLbl="node4" presStyleIdx="2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</dgm:pt>
    <dgm:pt modelId="{2FFFC1CA-D909-4C3F-ADF6-CC6D50BEB473}" type="pres">
      <dgm:prSet presAssocID="{8E17AA6F-FAA0-480A-AE0E-694EAFEA88F7}" presName="text4" presStyleLbl="revTx" presStyleIdx="7" presStyleCnt="13">
        <dgm:presLayoutVars>
          <dgm:chPref val="3"/>
        </dgm:presLayoutVars>
      </dgm:prSet>
      <dgm:spPr/>
    </dgm:pt>
    <dgm:pt modelId="{ABBE4AE0-EB64-4609-A13D-1BA3DF87ED60}" type="pres">
      <dgm:prSet presAssocID="{8E17AA6F-FAA0-480A-AE0E-694EAFEA88F7}" presName="hierChild5" presStyleCnt="0"/>
      <dgm:spPr/>
    </dgm:pt>
    <dgm:pt modelId="{93F39E57-DFA4-4B9E-B6CF-14A14CA88051}" type="pres">
      <dgm:prSet presAssocID="{FB12FEFD-58A0-4327-ABE7-1097E23D8DB5}" presName="Name23" presStyleLbl="parChTrans1D4" presStyleIdx="3" presStyleCnt="6"/>
      <dgm:spPr/>
    </dgm:pt>
    <dgm:pt modelId="{3ED4A058-F468-45A9-B1A3-BE6FE445582B}" type="pres">
      <dgm:prSet presAssocID="{3D4D2AB5-71E4-4BC6-ADB7-C5FBF10549C5}" presName="hierRoot4" presStyleCnt="0"/>
      <dgm:spPr/>
    </dgm:pt>
    <dgm:pt modelId="{FA6CAFCB-1961-4D79-B8B3-5FA8627E161A}" type="pres">
      <dgm:prSet presAssocID="{3D4D2AB5-71E4-4BC6-ADB7-C5FBF10549C5}" presName="composite4" presStyleCnt="0"/>
      <dgm:spPr/>
    </dgm:pt>
    <dgm:pt modelId="{7FABFE8C-E02F-48F3-A246-F7259F35C759}" type="pres">
      <dgm:prSet presAssocID="{3D4D2AB5-71E4-4BC6-ADB7-C5FBF10549C5}" presName="image4" presStyleLbl="node4" presStyleIdx="3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</dgm:pt>
    <dgm:pt modelId="{42CBDFEA-F1BA-4888-A0FB-754343AB043F}" type="pres">
      <dgm:prSet presAssocID="{3D4D2AB5-71E4-4BC6-ADB7-C5FBF10549C5}" presName="text4" presStyleLbl="revTx" presStyleIdx="8" presStyleCnt="13">
        <dgm:presLayoutVars>
          <dgm:chPref val="3"/>
        </dgm:presLayoutVars>
      </dgm:prSet>
      <dgm:spPr/>
    </dgm:pt>
    <dgm:pt modelId="{DFB9307E-5CA7-420A-BE93-67FE218D3046}" type="pres">
      <dgm:prSet presAssocID="{3D4D2AB5-71E4-4BC6-ADB7-C5FBF10549C5}" presName="hierChild5" presStyleCnt="0"/>
      <dgm:spPr/>
    </dgm:pt>
    <dgm:pt modelId="{BEA6139C-B424-45DA-B716-0A9A2D5C8C4A}" type="pres">
      <dgm:prSet presAssocID="{A744C932-D43B-4510-85D2-C7622D85B5BD}" presName="Name17" presStyleLbl="parChTrans1D3" presStyleIdx="2" presStyleCnt="3"/>
      <dgm:spPr/>
    </dgm:pt>
    <dgm:pt modelId="{D1450787-9CF2-4F01-BF08-453EDABC3374}" type="pres">
      <dgm:prSet presAssocID="{8834E9BE-86AF-4A23-8B76-08E1DA68CCB2}" presName="hierRoot3" presStyleCnt="0"/>
      <dgm:spPr/>
    </dgm:pt>
    <dgm:pt modelId="{9266936B-70B4-45C6-B8F0-ADFECDD4E203}" type="pres">
      <dgm:prSet presAssocID="{8834E9BE-86AF-4A23-8B76-08E1DA68CCB2}" presName="composite3" presStyleCnt="0"/>
      <dgm:spPr/>
    </dgm:pt>
    <dgm:pt modelId="{FE50F31E-B13B-4D78-9538-E5CF50A4B759}" type="pres">
      <dgm:prSet presAssocID="{8834E9BE-86AF-4A23-8B76-08E1DA68CCB2}" presName="image3" presStyleLbl="node3" presStyleIdx="2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</dgm:pt>
    <dgm:pt modelId="{E72F49D0-98A3-4CC2-9498-39CD155C8853}" type="pres">
      <dgm:prSet presAssocID="{8834E9BE-86AF-4A23-8B76-08E1DA68CCB2}" presName="text3" presStyleLbl="revTx" presStyleIdx="9" presStyleCnt="13">
        <dgm:presLayoutVars>
          <dgm:chPref val="3"/>
        </dgm:presLayoutVars>
      </dgm:prSet>
      <dgm:spPr/>
    </dgm:pt>
    <dgm:pt modelId="{640E144C-F436-4138-8B2A-F940473EDC58}" type="pres">
      <dgm:prSet presAssocID="{8834E9BE-86AF-4A23-8B76-08E1DA68CCB2}" presName="hierChild4" presStyleCnt="0"/>
      <dgm:spPr/>
    </dgm:pt>
    <dgm:pt modelId="{D2B4B7C5-4943-4E57-8AEB-C090CD6704E1}" type="pres">
      <dgm:prSet presAssocID="{3BF28771-CA37-4D57-84E0-506B5469351E}" presName="Name23" presStyleLbl="parChTrans1D4" presStyleIdx="4" presStyleCnt="6"/>
      <dgm:spPr/>
    </dgm:pt>
    <dgm:pt modelId="{09DD60D8-803F-477D-9D41-68FB682D9C22}" type="pres">
      <dgm:prSet presAssocID="{3F8249FD-A33A-4F30-9A36-3A0DE0360EDD}" presName="hierRoot4" presStyleCnt="0"/>
      <dgm:spPr/>
    </dgm:pt>
    <dgm:pt modelId="{38EC661E-6271-402C-8C5A-35A622B06BB6}" type="pres">
      <dgm:prSet presAssocID="{3F8249FD-A33A-4F30-9A36-3A0DE0360EDD}" presName="composite4" presStyleCnt="0"/>
      <dgm:spPr/>
    </dgm:pt>
    <dgm:pt modelId="{E2C23927-5FE3-4591-9755-28B7C528790A}" type="pres">
      <dgm:prSet presAssocID="{3F8249FD-A33A-4F30-9A36-3A0DE0360EDD}" presName="image4" presStyleLbl="node4" presStyleIdx="4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</dgm:pt>
    <dgm:pt modelId="{42169BB6-4B93-410A-93E0-A5E075B49FC3}" type="pres">
      <dgm:prSet presAssocID="{3F8249FD-A33A-4F30-9A36-3A0DE0360EDD}" presName="text4" presStyleLbl="revTx" presStyleIdx="10" presStyleCnt="13">
        <dgm:presLayoutVars>
          <dgm:chPref val="3"/>
        </dgm:presLayoutVars>
      </dgm:prSet>
      <dgm:spPr/>
    </dgm:pt>
    <dgm:pt modelId="{633C8076-D96A-4067-9A5B-024486CF01EC}" type="pres">
      <dgm:prSet presAssocID="{3F8249FD-A33A-4F30-9A36-3A0DE0360EDD}" presName="hierChild5" presStyleCnt="0"/>
      <dgm:spPr/>
    </dgm:pt>
    <dgm:pt modelId="{4986FE21-74F9-4ED2-B0D6-13B3AA06CFDE}" type="pres">
      <dgm:prSet presAssocID="{75B0158B-97BF-4F5A-B285-204CFCD09DED}" presName="Name23" presStyleLbl="parChTrans1D4" presStyleIdx="5" presStyleCnt="6"/>
      <dgm:spPr/>
    </dgm:pt>
    <dgm:pt modelId="{4CD6B79B-FC8B-460E-9BE3-BE8C38CD3749}" type="pres">
      <dgm:prSet presAssocID="{0FFA43B8-CC1E-4D51-86A8-C5536AC6AB8C}" presName="hierRoot4" presStyleCnt="0"/>
      <dgm:spPr/>
    </dgm:pt>
    <dgm:pt modelId="{4E3A9F7C-502E-486B-B5AF-6D79CDFFE992}" type="pres">
      <dgm:prSet presAssocID="{0FFA43B8-CC1E-4D51-86A8-C5536AC6AB8C}" presName="composite4" presStyleCnt="0"/>
      <dgm:spPr/>
    </dgm:pt>
    <dgm:pt modelId="{12176DFB-D6D7-458A-A7FB-C431F9004C59}" type="pres">
      <dgm:prSet presAssocID="{0FFA43B8-CC1E-4D51-86A8-C5536AC6AB8C}" presName="image4" presStyleLbl="node4" presStyleIdx="5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</dgm:pt>
    <dgm:pt modelId="{A5D2F439-9F63-4AE7-A3E6-1CD66A9191FD}" type="pres">
      <dgm:prSet presAssocID="{0FFA43B8-CC1E-4D51-86A8-C5536AC6AB8C}" presName="text4" presStyleLbl="revTx" presStyleIdx="11" presStyleCnt="13">
        <dgm:presLayoutVars>
          <dgm:chPref val="3"/>
        </dgm:presLayoutVars>
      </dgm:prSet>
      <dgm:spPr/>
    </dgm:pt>
    <dgm:pt modelId="{AA962DCE-B596-49E7-8457-1855C00E7DA4}" type="pres">
      <dgm:prSet presAssocID="{0FFA43B8-CC1E-4D51-86A8-C5536AC6AB8C}" presName="hierChild5" presStyleCnt="0"/>
      <dgm:spPr/>
    </dgm:pt>
    <dgm:pt modelId="{59E5BA4D-40D1-409E-BACB-2E2222F58591}" type="pres">
      <dgm:prSet presAssocID="{BE7E6043-6B64-4BC9-B7E2-C21A84F1580E}" presName="Name10" presStyleLbl="parChTrans1D2" presStyleIdx="2" presStyleCnt="3"/>
      <dgm:spPr/>
    </dgm:pt>
    <dgm:pt modelId="{E2682CAF-7D2F-4D58-800A-5D74C1DCF574}" type="pres">
      <dgm:prSet presAssocID="{E2605DEC-3D8C-4D7D-84CF-1C776E117CA7}" presName="hierRoot2" presStyleCnt="0"/>
      <dgm:spPr/>
    </dgm:pt>
    <dgm:pt modelId="{E385B18D-2DC1-47CE-8412-B5106899938D}" type="pres">
      <dgm:prSet presAssocID="{E2605DEC-3D8C-4D7D-84CF-1C776E117CA7}" presName="composite2" presStyleCnt="0"/>
      <dgm:spPr/>
    </dgm:pt>
    <dgm:pt modelId="{8A95A787-8B6F-4451-BD12-229B470EAF8C}" type="pres">
      <dgm:prSet presAssocID="{E2605DEC-3D8C-4D7D-84CF-1C776E117CA7}" presName="image2" presStyleLbl="node2" presStyleIdx="2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</dgm:pt>
    <dgm:pt modelId="{E37F3103-E847-42B2-A3FB-B89FCB22BAC2}" type="pres">
      <dgm:prSet presAssocID="{E2605DEC-3D8C-4D7D-84CF-1C776E117CA7}" presName="text2" presStyleLbl="revTx" presStyleIdx="12" presStyleCnt="13">
        <dgm:presLayoutVars>
          <dgm:chPref val="3"/>
        </dgm:presLayoutVars>
      </dgm:prSet>
      <dgm:spPr/>
    </dgm:pt>
    <dgm:pt modelId="{1FB18AF5-0FC2-4B50-884C-7BB10B0B7E6D}" type="pres">
      <dgm:prSet presAssocID="{E2605DEC-3D8C-4D7D-84CF-1C776E117CA7}" presName="hierChild3" presStyleCnt="0"/>
      <dgm:spPr/>
    </dgm:pt>
  </dgm:ptLst>
  <dgm:cxnLst>
    <dgm:cxn modelId="{00148703-632B-400E-85CE-2C3EFA252985}" type="presOf" srcId="{BE7E6043-6B64-4BC9-B7E2-C21A84F1580E}" destId="{59E5BA4D-40D1-409E-BACB-2E2222F58591}" srcOrd="0" destOrd="0" presId="urn:microsoft.com/office/officeart/2009/layout/CirclePictureHierarchy"/>
    <dgm:cxn modelId="{3E507B06-ED36-48DC-8A4E-280574AD07EA}" type="presOf" srcId="{8834E9BE-86AF-4A23-8B76-08E1DA68CCB2}" destId="{E72F49D0-98A3-4CC2-9498-39CD155C8853}" srcOrd="0" destOrd="0" presId="urn:microsoft.com/office/officeart/2009/layout/CirclePictureHierarchy"/>
    <dgm:cxn modelId="{018CAA0A-144E-44AB-8227-5A2DD49508B1}" srcId="{4D6AA4CE-C4CC-44E6-B1FB-E5164052DBA7}" destId="{2667C693-0248-4D48-B38F-0B4B678673E0}" srcOrd="0" destOrd="0" parTransId="{91B1B1A9-1F64-4684-A379-09C326C8748F}" sibTransId="{70F240F5-ECAC-4E16-8775-7BDF2F286E1A}"/>
    <dgm:cxn modelId="{79099F0E-5F11-4B36-9D73-2394F213D907}" srcId="{8EC41E23-13C8-44B2-82BB-7D2D4CDD7FCA}" destId="{8E17AA6F-FAA0-480A-AE0E-694EAFEA88F7}" srcOrd="0" destOrd="0" parTransId="{44BA9129-B370-48C1-B9A7-9C0696ADE6DE}" sibTransId="{EFD09673-9E54-4B51-8C53-345DC0C8D64E}"/>
    <dgm:cxn modelId="{9823661C-08F2-487F-B3BD-45DC95CBA0ED}" type="presOf" srcId="{91B1B1A9-1F64-4684-A379-09C326C8748F}" destId="{7D89AB1C-74D2-4971-95CE-EBC641B8094E}" srcOrd="0" destOrd="0" presId="urn:microsoft.com/office/officeart/2009/layout/CirclePictureHierarchy"/>
    <dgm:cxn modelId="{DDFF2A1E-23A5-48C6-8DC5-3DED4749CE29}" type="presOf" srcId="{AE832B67-78D0-4128-961F-8E4F7E85D8F6}" destId="{D236178A-87FE-4AE9-8E49-9B10A0D521E3}" srcOrd="0" destOrd="0" presId="urn:microsoft.com/office/officeart/2009/layout/CirclePictureHierarchy"/>
    <dgm:cxn modelId="{7EF8091F-5568-44D3-AE95-19AD2C1AD866}" type="presOf" srcId="{2667C693-0248-4D48-B38F-0B4B678673E0}" destId="{439D324C-08B3-472A-A386-700B59C37101}" srcOrd="0" destOrd="0" presId="urn:microsoft.com/office/officeart/2009/layout/CirclePictureHierarchy"/>
    <dgm:cxn modelId="{A555E222-1631-4B5C-BF88-093BBB5A1A68}" srcId="{DB38799D-5C38-4B8B-BA7B-E4B0EE51A992}" destId="{E2605DEC-3D8C-4D7D-84CF-1C776E117CA7}" srcOrd="2" destOrd="0" parTransId="{BE7E6043-6B64-4BC9-B7E2-C21A84F1580E}" sibTransId="{FCD8CBFE-B487-4619-AFBB-7DB1AD68158A}"/>
    <dgm:cxn modelId="{63BAC623-C7E9-48B5-8CA2-9DBBCAC25FE5}" type="presOf" srcId="{276625FC-15D0-4204-A651-F287C4037FB1}" destId="{58898E1B-CD8E-4901-87D8-B32F61872B08}" srcOrd="0" destOrd="0" presId="urn:microsoft.com/office/officeart/2009/layout/CirclePictureHierarchy"/>
    <dgm:cxn modelId="{ADF12927-F129-4CC9-83E6-7D4FCE66DD4F}" type="presOf" srcId="{DB38799D-5C38-4B8B-BA7B-E4B0EE51A992}" destId="{950A78AD-6D70-4D5D-BFDF-3407BCF25964}" srcOrd="0" destOrd="0" presId="urn:microsoft.com/office/officeart/2009/layout/CirclePictureHierarchy"/>
    <dgm:cxn modelId="{76C1222B-CA73-4784-A3C7-CCA17CA0C757}" type="presOf" srcId="{4D6AA4CE-C4CC-44E6-B1FB-E5164052DBA7}" destId="{DDDA3BDF-F6F9-4BAB-B563-462E819D57B3}" srcOrd="0" destOrd="0" presId="urn:microsoft.com/office/officeart/2009/layout/CirclePictureHierarchy"/>
    <dgm:cxn modelId="{2FCACF2B-BEDC-463B-9F05-D0A6E4FBD5E5}" srcId="{DB38799D-5C38-4B8B-BA7B-E4B0EE51A992}" destId="{4D6AA4CE-C4CC-44E6-B1FB-E5164052DBA7}" srcOrd="1" destOrd="0" parTransId="{A2266E02-47A1-4703-9C89-70ABD366C10E}" sibTransId="{98593564-78CD-45E6-BC78-87ED87F440C8}"/>
    <dgm:cxn modelId="{9D125F2C-0351-4393-9D9D-5D7792AB349D}" type="presOf" srcId="{A744C932-D43B-4510-85D2-C7622D85B5BD}" destId="{BEA6139C-B424-45DA-B716-0A9A2D5C8C4A}" srcOrd="0" destOrd="0" presId="urn:microsoft.com/office/officeart/2009/layout/CirclePictureHierarchy"/>
    <dgm:cxn modelId="{E7950A33-60A6-46BB-B533-525B8CD1F5C6}" type="presOf" srcId="{076C22D9-B8E5-44DB-98BD-66619D962C08}" destId="{03B951B8-C921-45B8-ACA2-5FD929CF0CE4}" srcOrd="0" destOrd="0" presId="urn:microsoft.com/office/officeart/2009/layout/CirclePictureHierarchy"/>
    <dgm:cxn modelId="{E8BFBE69-345C-44A0-860A-3AADBC5E85C0}" type="presOf" srcId="{A2266E02-47A1-4703-9C89-70ABD366C10E}" destId="{7802843B-C090-4DB6-BBD2-C35BEE55DFBE}" srcOrd="0" destOrd="0" presId="urn:microsoft.com/office/officeart/2009/layout/CirclePictureHierarchy"/>
    <dgm:cxn modelId="{8AB5584B-6B06-4210-AAF0-8E85FD1FDF98}" srcId="{4D6AA4CE-C4CC-44E6-B1FB-E5164052DBA7}" destId="{8EC41E23-13C8-44B2-82BB-7D2D4CDD7FCA}" srcOrd="1" destOrd="0" parTransId="{AE832B67-78D0-4128-961F-8E4F7E85D8F6}" sibTransId="{D3DF86E2-F8AC-4597-A9CF-35BA5F408399}"/>
    <dgm:cxn modelId="{48BF224C-CF13-4942-94B4-D63CCA654B48}" type="presOf" srcId="{8E17AA6F-FAA0-480A-AE0E-694EAFEA88F7}" destId="{2FFFC1CA-D909-4C3F-ADF6-CC6D50BEB473}" srcOrd="0" destOrd="0" presId="urn:microsoft.com/office/officeart/2009/layout/CirclePictureHierarchy"/>
    <dgm:cxn modelId="{E8202C4D-099F-402E-B451-D6F82AD45E9A}" type="presOf" srcId="{0FFA43B8-CC1E-4D51-86A8-C5536AC6AB8C}" destId="{A5D2F439-9F63-4AE7-A3E6-1CD66A9191FD}" srcOrd="0" destOrd="0" presId="urn:microsoft.com/office/officeart/2009/layout/CirclePictureHierarchy"/>
    <dgm:cxn modelId="{3FE9BF77-B2F2-46F7-ACDF-3204EBE77E51}" type="presOf" srcId="{3F8249FD-A33A-4F30-9A36-3A0DE0360EDD}" destId="{42169BB6-4B93-410A-93E0-A5E075B49FC3}" srcOrd="0" destOrd="0" presId="urn:microsoft.com/office/officeart/2009/layout/CirclePictureHierarchy"/>
    <dgm:cxn modelId="{48389F7E-6627-475E-8A1A-9E0845DC0058}" srcId="{4D6AA4CE-C4CC-44E6-B1FB-E5164052DBA7}" destId="{8834E9BE-86AF-4A23-8B76-08E1DA68CCB2}" srcOrd="2" destOrd="0" parTransId="{A744C932-D43B-4510-85D2-C7622D85B5BD}" sibTransId="{AAAC6689-10C8-444D-B79B-359F352D51E4}"/>
    <dgm:cxn modelId="{B70B4B85-F018-44D7-A4D3-B92F5EDE6A2C}" type="presOf" srcId="{8EC41E23-13C8-44B2-82BB-7D2D4CDD7FCA}" destId="{133135C3-E7E8-4070-8990-64435F560A21}" srcOrd="0" destOrd="0" presId="urn:microsoft.com/office/officeart/2009/layout/CirclePictureHierarchy"/>
    <dgm:cxn modelId="{1370D994-004B-4865-A7EC-86BBD6B2D7AD}" srcId="{8834E9BE-86AF-4A23-8B76-08E1DA68CCB2}" destId="{3F8249FD-A33A-4F30-9A36-3A0DE0360EDD}" srcOrd="0" destOrd="0" parTransId="{3BF28771-CA37-4D57-84E0-506B5469351E}" sibTransId="{F50CD594-780E-4596-979D-7592B90D277B}"/>
    <dgm:cxn modelId="{7CAF7B9F-2569-4758-AD6B-180325FB1E02}" srcId="{2667C693-0248-4D48-B38F-0B4B678673E0}" destId="{10BE4393-EC8D-403D-9BE6-A01ABCE54D14}" srcOrd="1" destOrd="0" parTransId="{276625FC-15D0-4204-A651-F287C4037FB1}" sibTransId="{217A353F-48D4-4E33-877A-7C4F07C94CFC}"/>
    <dgm:cxn modelId="{A57281A8-449D-444B-8801-A7B6D5BF08CC}" type="presOf" srcId="{2804951D-0F44-4277-9BE9-3A62D5AECFEA}" destId="{E143FD8F-4757-4DC9-9DBA-F64F69ABE270}" srcOrd="0" destOrd="0" presId="urn:microsoft.com/office/officeart/2009/layout/CirclePictureHierarchy"/>
    <dgm:cxn modelId="{47AE97AA-DC70-48BC-89C1-FB78C097D167}" type="presOf" srcId="{44BA9129-B370-48C1-B9A7-9C0696ADE6DE}" destId="{0EF2B43D-8FD4-4441-92CC-368265C515EB}" srcOrd="0" destOrd="0" presId="urn:microsoft.com/office/officeart/2009/layout/CirclePictureHierarchy"/>
    <dgm:cxn modelId="{F312E9AE-C00B-4AEA-8C61-B53C0EC85762}" type="presOf" srcId="{E2605DEC-3D8C-4D7D-84CF-1C776E117CA7}" destId="{E37F3103-E847-42B2-A3FB-B89FCB22BAC2}" srcOrd="0" destOrd="0" presId="urn:microsoft.com/office/officeart/2009/layout/CirclePictureHierarchy"/>
    <dgm:cxn modelId="{4BDC6BB0-D10D-43C7-B0FC-A90413E5DBA2}" type="presOf" srcId="{75B0158B-97BF-4F5A-B285-204CFCD09DED}" destId="{4986FE21-74F9-4ED2-B0D6-13B3AA06CFDE}" srcOrd="0" destOrd="0" presId="urn:microsoft.com/office/officeart/2009/layout/CirclePictureHierarchy"/>
    <dgm:cxn modelId="{CF2C74B8-8C45-43D3-8B20-9CDBB528F0F4}" type="presOf" srcId="{3D4D2AB5-71E4-4BC6-ADB7-C5FBF10549C5}" destId="{42CBDFEA-F1BA-4888-A0FB-754343AB043F}" srcOrd="0" destOrd="0" presId="urn:microsoft.com/office/officeart/2009/layout/CirclePictureHierarchy"/>
    <dgm:cxn modelId="{119C62C9-0B2E-4ABD-8AF1-C33300A25D00}" type="presOf" srcId="{FB12FEFD-58A0-4327-ABE7-1097E23D8DB5}" destId="{93F39E57-DFA4-4B9E-B6CF-14A14CA88051}" srcOrd="0" destOrd="0" presId="urn:microsoft.com/office/officeart/2009/layout/CirclePictureHierarchy"/>
    <dgm:cxn modelId="{80120DDD-961D-4799-9DBB-2BD72CED72DF}" srcId="{8834E9BE-86AF-4A23-8B76-08E1DA68CCB2}" destId="{0FFA43B8-CC1E-4D51-86A8-C5536AC6AB8C}" srcOrd="1" destOrd="0" parTransId="{75B0158B-97BF-4F5A-B285-204CFCD09DED}" sibTransId="{5586E3DE-0296-4D4F-9860-95033F847AB3}"/>
    <dgm:cxn modelId="{1B4957DF-4419-48F6-B6F8-BAF347EE50E1}" type="presOf" srcId="{A7C99766-5420-4AF8-8265-BBB60DA9DF5F}" destId="{50010C8D-4C9D-4A57-9FD0-38028FCE8087}" srcOrd="0" destOrd="0" presId="urn:microsoft.com/office/officeart/2009/layout/CirclePictureHierarchy"/>
    <dgm:cxn modelId="{14BE0DE1-AC82-4C48-AEC3-20FBC5630D59}" type="presOf" srcId="{3BF28771-CA37-4D57-84E0-506B5469351E}" destId="{D2B4B7C5-4943-4E57-8AEB-C090CD6704E1}" srcOrd="0" destOrd="0" presId="urn:microsoft.com/office/officeart/2009/layout/CirclePictureHierarchy"/>
    <dgm:cxn modelId="{67DBBFE7-6BF4-4F05-9474-081C76247C30}" srcId="{DB38799D-5C38-4B8B-BA7B-E4B0EE51A992}" destId="{076C22D9-B8E5-44DB-98BD-66619D962C08}" srcOrd="0" destOrd="0" parTransId="{C07B59D2-420A-42B9-AFA7-3372D30460F6}" sibTransId="{1423EEC7-0B63-457B-897D-4EB178B6EC55}"/>
    <dgm:cxn modelId="{55C4FCEC-4088-4CD6-9038-BEA461FBFBA5}" type="presOf" srcId="{FB1A32E0-59BB-482A-ADD5-0BAB5722F8F5}" destId="{14A8CB45-D78C-4F43-8C75-3143088FD16B}" srcOrd="0" destOrd="0" presId="urn:microsoft.com/office/officeart/2009/layout/CirclePictureHierarchy"/>
    <dgm:cxn modelId="{B97AC2F2-AA96-439D-8F06-B4C2AED45150}" srcId="{2667C693-0248-4D48-B38F-0B4B678673E0}" destId="{2804951D-0F44-4277-9BE9-3A62D5AECFEA}" srcOrd="0" destOrd="0" parTransId="{A7C99766-5420-4AF8-8265-BBB60DA9DF5F}" sibTransId="{31C080E8-4293-4161-AD3F-B596F63F6E75}"/>
    <dgm:cxn modelId="{AA29F1F2-8D82-4F5D-9F10-3079CF28E8D3}" type="presOf" srcId="{C07B59D2-420A-42B9-AFA7-3372D30460F6}" destId="{555D904C-300B-4780-9F8A-C7C76E4B0A0C}" srcOrd="0" destOrd="0" presId="urn:microsoft.com/office/officeart/2009/layout/CirclePictureHierarchy"/>
    <dgm:cxn modelId="{A50629F3-59F3-402A-A308-96D364699385}" srcId="{FB1A32E0-59BB-482A-ADD5-0BAB5722F8F5}" destId="{DB38799D-5C38-4B8B-BA7B-E4B0EE51A992}" srcOrd="0" destOrd="0" parTransId="{09F6192F-64F3-4ED6-9D60-3F6A651768DD}" sibTransId="{0BE4EF4D-ECAC-4423-8664-837376CC02B4}"/>
    <dgm:cxn modelId="{050872FA-1C4F-4204-A068-5381641AB6B6}" srcId="{8EC41E23-13C8-44B2-82BB-7D2D4CDD7FCA}" destId="{3D4D2AB5-71E4-4BC6-ADB7-C5FBF10549C5}" srcOrd="1" destOrd="0" parTransId="{FB12FEFD-58A0-4327-ABE7-1097E23D8DB5}" sibTransId="{9F509602-4AF2-4709-95C0-99425A3B72C7}"/>
    <dgm:cxn modelId="{3AFC48FD-FCB5-4A0E-8A3C-4575C8EB5101}" type="presOf" srcId="{10BE4393-EC8D-403D-9BE6-A01ABCE54D14}" destId="{A56421A6-7EC5-4D6D-989B-697C6839D7B8}" srcOrd="0" destOrd="0" presId="urn:microsoft.com/office/officeart/2009/layout/CirclePictureHierarchy"/>
    <dgm:cxn modelId="{7D163792-EE03-46FA-B2A4-75B8C309147C}" type="presParOf" srcId="{14A8CB45-D78C-4F43-8C75-3143088FD16B}" destId="{3C1D7707-6638-4DF1-A42D-0588D278E8FF}" srcOrd="0" destOrd="0" presId="urn:microsoft.com/office/officeart/2009/layout/CirclePictureHierarchy"/>
    <dgm:cxn modelId="{C8486791-79D3-4FC5-9423-1A4595EA9766}" type="presParOf" srcId="{3C1D7707-6638-4DF1-A42D-0588D278E8FF}" destId="{F25E1A36-A00C-403B-B166-D466AC22AF84}" srcOrd="0" destOrd="0" presId="urn:microsoft.com/office/officeart/2009/layout/CirclePictureHierarchy"/>
    <dgm:cxn modelId="{5B406AE0-8052-492F-AECD-167528B592FF}" type="presParOf" srcId="{F25E1A36-A00C-403B-B166-D466AC22AF84}" destId="{9BBED2FB-C51E-48B8-8E24-AB136E670C28}" srcOrd="0" destOrd="0" presId="urn:microsoft.com/office/officeart/2009/layout/CirclePictureHierarchy"/>
    <dgm:cxn modelId="{D1A12DDD-AD62-4DB1-9EEB-7E3C9CBE691E}" type="presParOf" srcId="{F25E1A36-A00C-403B-B166-D466AC22AF84}" destId="{950A78AD-6D70-4D5D-BFDF-3407BCF25964}" srcOrd="1" destOrd="0" presId="urn:microsoft.com/office/officeart/2009/layout/CirclePictureHierarchy"/>
    <dgm:cxn modelId="{60441985-89B8-4C53-B782-9FC2A7C821AB}" type="presParOf" srcId="{3C1D7707-6638-4DF1-A42D-0588D278E8FF}" destId="{2DDB6C05-1AC1-470D-8D92-10A997A47951}" srcOrd="1" destOrd="0" presId="urn:microsoft.com/office/officeart/2009/layout/CirclePictureHierarchy"/>
    <dgm:cxn modelId="{0B2706A4-2E15-4538-8C87-794810C83870}" type="presParOf" srcId="{2DDB6C05-1AC1-470D-8D92-10A997A47951}" destId="{555D904C-300B-4780-9F8A-C7C76E4B0A0C}" srcOrd="0" destOrd="0" presId="urn:microsoft.com/office/officeart/2009/layout/CirclePictureHierarchy"/>
    <dgm:cxn modelId="{80CF6F70-59A1-4A7B-852B-1C57B1397D00}" type="presParOf" srcId="{2DDB6C05-1AC1-470D-8D92-10A997A47951}" destId="{22C5E002-F09F-42B1-97F0-951384629ECD}" srcOrd="1" destOrd="0" presId="urn:microsoft.com/office/officeart/2009/layout/CirclePictureHierarchy"/>
    <dgm:cxn modelId="{091095F8-FA51-442D-9914-540D53122D5A}" type="presParOf" srcId="{22C5E002-F09F-42B1-97F0-951384629ECD}" destId="{3E1C4364-3FF3-4998-9A16-859D6499377F}" srcOrd="0" destOrd="0" presId="urn:microsoft.com/office/officeart/2009/layout/CirclePictureHierarchy"/>
    <dgm:cxn modelId="{8CF4C212-7FE6-4ABC-822D-955DC9596ECE}" type="presParOf" srcId="{3E1C4364-3FF3-4998-9A16-859D6499377F}" destId="{F6B32060-8C13-4363-829C-C7A8C88BD236}" srcOrd="0" destOrd="0" presId="urn:microsoft.com/office/officeart/2009/layout/CirclePictureHierarchy"/>
    <dgm:cxn modelId="{DF5C9640-92C9-4CB3-B8D0-75BE6ED66992}" type="presParOf" srcId="{3E1C4364-3FF3-4998-9A16-859D6499377F}" destId="{03B951B8-C921-45B8-ACA2-5FD929CF0CE4}" srcOrd="1" destOrd="0" presId="urn:microsoft.com/office/officeart/2009/layout/CirclePictureHierarchy"/>
    <dgm:cxn modelId="{6727086E-2050-44A3-911A-04FCED430EF6}" type="presParOf" srcId="{22C5E002-F09F-42B1-97F0-951384629ECD}" destId="{DDFFCD8A-D5EC-4F12-9028-4D77F99C5CDF}" srcOrd="1" destOrd="0" presId="urn:microsoft.com/office/officeart/2009/layout/CirclePictureHierarchy"/>
    <dgm:cxn modelId="{37F19320-4794-47A1-A135-26F8E77A2848}" type="presParOf" srcId="{2DDB6C05-1AC1-470D-8D92-10A997A47951}" destId="{7802843B-C090-4DB6-BBD2-C35BEE55DFBE}" srcOrd="2" destOrd="0" presId="urn:microsoft.com/office/officeart/2009/layout/CirclePictureHierarchy"/>
    <dgm:cxn modelId="{3518FD0A-7523-489E-8B35-31FB9CE14794}" type="presParOf" srcId="{2DDB6C05-1AC1-470D-8D92-10A997A47951}" destId="{18A6CE48-AB84-4BA4-969C-302E83828254}" srcOrd="3" destOrd="0" presId="urn:microsoft.com/office/officeart/2009/layout/CirclePictureHierarchy"/>
    <dgm:cxn modelId="{99D275BE-559A-42D7-BCE3-42F26A2B8338}" type="presParOf" srcId="{18A6CE48-AB84-4BA4-969C-302E83828254}" destId="{05BD558F-1ABD-490E-BA6E-5CD5187311A3}" srcOrd="0" destOrd="0" presId="urn:microsoft.com/office/officeart/2009/layout/CirclePictureHierarchy"/>
    <dgm:cxn modelId="{82E868A3-1025-4FB9-B6FD-2338BFECCE4E}" type="presParOf" srcId="{05BD558F-1ABD-490E-BA6E-5CD5187311A3}" destId="{E74E0063-88E5-405D-BFA7-47754C0A3AC6}" srcOrd="0" destOrd="0" presId="urn:microsoft.com/office/officeart/2009/layout/CirclePictureHierarchy"/>
    <dgm:cxn modelId="{2EB633F2-3210-4042-815E-12C406E887A8}" type="presParOf" srcId="{05BD558F-1ABD-490E-BA6E-5CD5187311A3}" destId="{DDDA3BDF-F6F9-4BAB-B563-462E819D57B3}" srcOrd="1" destOrd="0" presId="urn:microsoft.com/office/officeart/2009/layout/CirclePictureHierarchy"/>
    <dgm:cxn modelId="{C2AB6D16-C788-4D48-860F-5361D6AB1882}" type="presParOf" srcId="{18A6CE48-AB84-4BA4-969C-302E83828254}" destId="{BBE9765D-B010-436F-964D-81DCAE51B681}" srcOrd="1" destOrd="0" presId="urn:microsoft.com/office/officeart/2009/layout/CirclePictureHierarchy"/>
    <dgm:cxn modelId="{CEB6530A-12A4-4F96-BFC6-E6F9D3209714}" type="presParOf" srcId="{BBE9765D-B010-436F-964D-81DCAE51B681}" destId="{7D89AB1C-74D2-4971-95CE-EBC641B8094E}" srcOrd="0" destOrd="0" presId="urn:microsoft.com/office/officeart/2009/layout/CirclePictureHierarchy"/>
    <dgm:cxn modelId="{B44B4A62-5E69-411C-816C-6E5559E105C8}" type="presParOf" srcId="{BBE9765D-B010-436F-964D-81DCAE51B681}" destId="{3CDD1A8B-5E37-4503-A4D0-39E408462013}" srcOrd="1" destOrd="0" presId="urn:microsoft.com/office/officeart/2009/layout/CirclePictureHierarchy"/>
    <dgm:cxn modelId="{9AA09A00-A4CB-4907-B331-7A421453A1B5}" type="presParOf" srcId="{3CDD1A8B-5E37-4503-A4D0-39E408462013}" destId="{38D9378B-E39E-4CDC-85DD-FE3311E2F28B}" srcOrd="0" destOrd="0" presId="urn:microsoft.com/office/officeart/2009/layout/CirclePictureHierarchy"/>
    <dgm:cxn modelId="{CBF72A53-7C59-4393-9F9A-677B2C4A5115}" type="presParOf" srcId="{38D9378B-E39E-4CDC-85DD-FE3311E2F28B}" destId="{BE2947CC-020D-4C79-A92E-7A5627951BE9}" srcOrd="0" destOrd="0" presId="urn:microsoft.com/office/officeart/2009/layout/CirclePictureHierarchy"/>
    <dgm:cxn modelId="{4AAB2BAC-AB4C-49D2-AB8C-49C84CF2E016}" type="presParOf" srcId="{38D9378B-E39E-4CDC-85DD-FE3311E2F28B}" destId="{439D324C-08B3-472A-A386-700B59C37101}" srcOrd="1" destOrd="0" presId="urn:microsoft.com/office/officeart/2009/layout/CirclePictureHierarchy"/>
    <dgm:cxn modelId="{7FA36C93-5E24-4CD0-AE84-E7F564D55994}" type="presParOf" srcId="{3CDD1A8B-5E37-4503-A4D0-39E408462013}" destId="{89A1D950-B05F-4873-BF3C-F5A1E0E3D226}" srcOrd="1" destOrd="0" presId="urn:microsoft.com/office/officeart/2009/layout/CirclePictureHierarchy"/>
    <dgm:cxn modelId="{AE800BD7-15D9-46D7-B1E1-9E6B7F39EF59}" type="presParOf" srcId="{89A1D950-B05F-4873-BF3C-F5A1E0E3D226}" destId="{50010C8D-4C9D-4A57-9FD0-38028FCE8087}" srcOrd="0" destOrd="0" presId="urn:microsoft.com/office/officeart/2009/layout/CirclePictureHierarchy"/>
    <dgm:cxn modelId="{5BC51520-8859-4414-B5B1-21EDD86B8A6F}" type="presParOf" srcId="{89A1D950-B05F-4873-BF3C-F5A1E0E3D226}" destId="{1B420E93-CBF0-4B7C-9825-653D45BE2700}" srcOrd="1" destOrd="0" presId="urn:microsoft.com/office/officeart/2009/layout/CirclePictureHierarchy"/>
    <dgm:cxn modelId="{8513693D-984C-416B-856A-A1213237108D}" type="presParOf" srcId="{1B420E93-CBF0-4B7C-9825-653D45BE2700}" destId="{F5C5587C-5DA2-4BF6-BAC6-17C47627AB0C}" srcOrd="0" destOrd="0" presId="urn:microsoft.com/office/officeart/2009/layout/CirclePictureHierarchy"/>
    <dgm:cxn modelId="{21D50829-05CD-4235-8313-DCD7BA5AE171}" type="presParOf" srcId="{F5C5587C-5DA2-4BF6-BAC6-17C47627AB0C}" destId="{85178BD0-C10C-45EB-BF5F-707341C1FF5C}" srcOrd="0" destOrd="0" presId="urn:microsoft.com/office/officeart/2009/layout/CirclePictureHierarchy"/>
    <dgm:cxn modelId="{AC90F367-BE73-480C-B0EC-05F8359B228B}" type="presParOf" srcId="{F5C5587C-5DA2-4BF6-BAC6-17C47627AB0C}" destId="{E143FD8F-4757-4DC9-9DBA-F64F69ABE270}" srcOrd="1" destOrd="0" presId="urn:microsoft.com/office/officeart/2009/layout/CirclePictureHierarchy"/>
    <dgm:cxn modelId="{226CEA85-D4BE-4166-A1DB-D19687E9252F}" type="presParOf" srcId="{1B420E93-CBF0-4B7C-9825-653D45BE2700}" destId="{20F3104C-CFAA-4CAD-9612-B5BF3E45EC95}" srcOrd="1" destOrd="0" presId="urn:microsoft.com/office/officeart/2009/layout/CirclePictureHierarchy"/>
    <dgm:cxn modelId="{ECF7A4B5-7F93-4238-867E-F2B8C07693A9}" type="presParOf" srcId="{89A1D950-B05F-4873-BF3C-F5A1E0E3D226}" destId="{58898E1B-CD8E-4901-87D8-B32F61872B08}" srcOrd="2" destOrd="0" presId="urn:microsoft.com/office/officeart/2009/layout/CirclePictureHierarchy"/>
    <dgm:cxn modelId="{9AA86AAE-4E72-4479-BF83-32546E40F410}" type="presParOf" srcId="{89A1D950-B05F-4873-BF3C-F5A1E0E3D226}" destId="{DD463877-2D21-4AA3-A8FE-A17B8ACCFBDE}" srcOrd="3" destOrd="0" presId="urn:microsoft.com/office/officeart/2009/layout/CirclePictureHierarchy"/>
    <dgm:cxn modelId="{6B77A7AC-CA9E-4D9B-BBEF-9A435568B1DF}" type="presParOf" srcId="{DD463877-2D21-4AA3-A8FE-A17B8ACCFBDE}" destId="{5A8A33EA-ED2C-40BE-AB28-8697A16E683E}" srcOrd="0" destOrd="0" presId="urn:microsoft.com/office/officeart/2009/layout/CirclePictureHierarchy"/>
    <dgm:cxn modelId="{3CA1D736-DF52-4C7D-BBDE-507BDD44F678}" type="presParOf" srcId="{5A8A33EA-ED2C-40BE-AB28-8697A16E683E}" destId="{5DA1A828-A8EC-49DF-965C-B12639C010FA}" srcOrd="0" destOrd="0" presId="urn:microsoft.com/office/officeart/2009/layout/CirclePictureHierarchy"/>
    <dgm:cxn modelId="{F28350D8-3473-44EC-A42F-0CB4B2F6A37E}" type="presParOf" srcId="{5A8A33EA-ED2C-40BE-AB28-8697A16E683E}" destId="{A56421A6-7EC5-4D6D-989B-697C6839D7B8}" srcOrd="1" destOrd="0" presId="urn:microsoft.com/office/officeart/2009/layout/CirclePictureHierarchy"/>
    <dgm:cxn modelId="{29DF67E4-FB19-4BBE-AA2F-82691DB643C7}" type="presParOf" srcId="{DD463877-2D21-4AA3-A8FE-A17B8ACCFBDE}" destId="{A1DB01B1-A5FC-4B9F-9D1F-AC6BB50CFE8E}" srcOrd="1" destOrd="0" presId="urn:microsoft.com/office/officeart/2009/layout/CirclePictureHierarchy"/>
    <dgm:cxn modelId="{3E2FC877-ABDB-45AE-9B8E-0E88E0F3E3CD}" type="presParOf" srcId="{BBE9765D-B010-436F-964D-81DCAE51B681}" destId="{D236178A-87FE-4AE9-8E49-9B10A0D521E3}" srcOrd="2" destOrd="0" presId="urn:microsoft.com/office/officeart/2009/layout/CirclePictureHierarchy"/>
    <dgm:cxn modelId="{92CB437C-9C64-42B8-A258-0A1C97F5A736}" type="presParOf" srcId="{BBE9765D-B010-436F-964D-81DCAE51B681}" destId="{66009BB8-16E8-4C46-B8EC-C2CE4288A7B1}" srcOrd="3" destOrd="0" presId="urn:microsoft.com/office/officeart/2009/layout/CirclePictureHierarchy"/>
    <dgm:cxn modelId="{47314954-8CDB-4238-AFEE-706E98C50F06}" type="presParOf" srcId="{66009BB8-16E8-4C46-B8EC-C2CE4288A7B1}" destId="{F94CCDF3-206E-4FF0-8ED4-B5EA92247054}" srcOrd="0" destOrd="0" presId="urn:microsoft.com/office/officeart/2009/layout/CirclePictureHierarchy"/>
    <dgm:cxn modelId="{0B9BF6B5-0A76-4BE5-8283-F51F5A8DE6DE}" type="presParOf" srcId="{F94CCDF3-206E-4FF0-8ED4-B5EA92247054}" destId="{947E3322-B9A7-4ED5-96F8-8574664C89BB}" srcOrd="0" destOrd="0" presId="urn:microsoft.com/office/officeart/2009/layout/CirclePictureHierarchy"/>
    <dgm:cxn modelId="{A72A7437-DE4F-44CA-96A5-30F2C5C240DB}" type="presParOf" srcId="{F94CCDF3-206E-4FF0-8ED4-B5EA92247054}" destId="{133135C3-E7E8-4070-8990-64435F560A21}" srcOrd="1" destOrd="0" presId="urn:microsoft.com/office/officeart/2009/layout/CirclePictureHierarchy"/>
    <dgm:cxn modelId="{007976BD-33EC-4EF5-86D6-8814C63608F5}" type="presParOf" srcId="{66009BB8-16E8-4C46-B8EC-C2CE4288A7B1}" destId="{08D124F3-2B64-479B-B87F-698F07FBF813}" srcOrd="1" destOrd="0" presId="urn:microsoft.com/office/officeart/2009/layout/CirclePictureHierarchy"/>
    <dgm:cxn modelId="{01FBD259-237A-4718-BD84-BD8DFCD576FE}" type="presParOf" srcId="{08D124F3-2B64-479B-B87F-698F07FBF813}" destId="{0EF2B43D-8FD4-4441-92CC-368265C515EB}" srcOrd="0" destOrd="0" presId="urn:microsoft.com/office/officeart/2009/layout/CirclePictureHierarchy"/>
    <dgm:cxn modelId="{DB2C415E-EF84-4A19-9E7F-CD83CB720563}" type="presParOf" srcId="{08D124F3-2B64-479B-B87F-698F07FBF813}" destId="{D37C0B19-09A9-4D00-B234-C2C6038924AF}" srcOrd="1" destOrd="0" presId="urn:microsoft.com/office/officeart/2009/layout/CirclePictureHierarchy"/>
    <dgm:cxn modelId="{F51133F9-D94C-4832-9896-B13BFF976887}" type="presParOf" srcId="{D37C0B19-09A9-4D00-B234-C2C6038924AF}" destId="{C1EA295D-B2C3-41F0-B173-B0B67557E1EB}" srcOrd="0" destOrd="0" presId="urn:microsoft.com/office/officeart/2009/layout/CirclePictureHierarchy"/>
    <dgm:cxn modelId="{99B3CC3A-272F-42DA-BA3F-035881F95C58}" type="presParOf" srcId="{C1EA295D-B2C3-41F0-B173-B0B67557E1EB}" destId="{8C88FA13-6CB1-4EC0-B84E-EBC0CC3C862B}" srcOrd="0" destOrd="0" presId="urn:microsoft.com/office/officeart/2009/layout/CirclePictureHierarchy"/>
    <dgm:cxn modelId="{B426EF26-49C6-4A9E-A89D-19E5CD3F9D04}" type="presParOf" srcId="{C1EA295D-B2C3-41F0-B173-B0B67557E1EB}" destId="{2FFFC1CA-D909-4C3F-ADF6-CC6D50BEB473}" srcOrd="1" destOrd="0" presId="urn:microsoft.com/office/officeart/2009/layout/CirclePictureHierarchy"/>
    <dgm:cxn modelId="{71EA6740-E7E0-47E5-8EE2-84B01F061EE2}" type="presParOf" srcId="{D37C0B19-09A9-4D00-B234-C2C6038924AF}" destId="{ABBE4AE0-EB64-4609-A13D-1BA3DF87ED60}" srcOrd="1" destOrd="0" presId="urn:microsoft.com/office/officeart/2009/layout/CirclePictureHierarchy"/>
    <dgm:cxn modelId="{58B8B6FD-3F30-480A-90C1-86069A1252F6}" type="presParOf" srcId="{08D124F3-2B64-479B-B87F-698F07FBF813}" destId="{93F39E57-DFA4-4B9E-B6CF-14A14CA88051}" srcOrd="2" destOrd="0" presId="urn:microsoft.com/office/officeart/2009/layout/CirclePictureHierarchy"/>
    <dgm:cxn modelId="{511E18F7-4F6A-496D-936E-1B501CC69B91}" type="presParOf" srcId="{08D124F3-2B64-479B-B87F-698F07FBF813}" destId="{3ED4A058-F468-45A9-B1A3-BE6FE445582B}" srcOrd="3" destOrd="0" presId="urn:microsoft.com/office/officeart/2009/layout/CirclePictureHierarchy"/>
    <dgm:cxn modelId="{69E73834-8727-46C8-8971-45222936D408}" type="presParOf" srcId="{3ED4A058-F468-45A9-B1A3-BE6FE445582B}" destId="{FA6CAFCB-1961-4D79-B8B3-5FA8627E161A}" srcOrd="0" destOrd="0" presId="urn:microsoft.com/office/officeart/2009/layout/CirclePictureHierarchy"/>
    <dgm:cxn modelId="{0D0B843D-FC74-4AA2-A54F-F198398B9F9C}" type="presParOf" srcId="{FA6CAFCB-1961-4D79-B8B3-5FA8627E161A}" destId="{7FABFE8C-E02F-48F3-A246-F7259F35C759}" srcOrd="0" destOrd="0" presId="urn:microsoft.com/office/officeart/2009/layout/CirclePictureHierarchy"/>
    <dgm:cxn modelId="{8563BA3D-AE8B-4AE6-BD1F-12BD85E999AA}" type="presParOf" srcId="{FA6CAFCB-1961-4D79-B8B3-5FA8627E161A}" destId="{42CBDFEA-F1BA-4888-A0FB-754343AB043F}" srcOrd="1" destOrd="0" presId="urn:microsoft.com/office/officeart/2009/layout/CirclePictureHierarchy"/>
    <dgm:cxn modelId="{2E29DCFB-A2EC-487D-A7A0-10D78CD277AE}" type="presParOf" srcId="{3ED4A058-F468-45A9-B1A3-BE6FE445582B}" destId="{DFB9307E-5CA7-420A-BE93-67FE218D3046}" srcOrd="1" destOrd="0" presId="urn:microsoft.com/office/officeart/2009/layout/CirclePictureHierarchy"/>
    <dgm:cxn modelId="{5E7959D4-AB5E-4209-A9DD-2C6585900833}" type="presParOf" srcId="{BBE9765D-B010-436F-964D-81DCAE51B681}" destId="{BEA6139C-B424-45DA-B716-0A9A2D5C8C4A}" srcOrd="4" destOrd="0" presId="urn:microsoft.com/office/officeart/2009/layout/CirclePictureHierarchy"/>
    <dgm:cxn modelId="{E212207E-0315-487A-A6A2-CCAA1EF1DD89}" type="presParOf" srcId="{BBE9765D-B010-436F-964D-81DCAE51B681}" destId="{D1450787-9CF2-4F01-BF08-453EDABC3374}" srcOrd="5" destOrd="0" presId="urn:microsoft.com/office/officeart/2009/layout/CirclePictureHierarchy"/>
    <dgm:cxn modelId="{D7F97146-FBAD-49EB-BFE9-CE25E9371C55}" type="presParOf" srcId="{D1450787-9CF2-4F01-BF08-453EDABC3374}" destId="{9266936B-70B4-45C6-B8F0-ADFECDD4E203}" srcOrd="0" destOrd="0" presId="urn:microsoft.com/office/officeart/2009/layout/CirclePictureHierarchy"/>
    <dgm:cxn modelId="{E29D5992-1661-4FFE-8518-B7AB2D470CB5}" type="presParOf" srcId="{9266936B-70B4-45C6-B8F0-ADFECDD4E203}" destId="{FE50F31E-B13B-4D78-9538-E5CF50A4B759}" srcOrd="0" destOrd="0" presId="urn:microsoft.com/office/officeart/2009/layout/CirclePictureHierarchy"/>
    <dgm:cxn modelId="{F730D44B-EF99-4A76-8D88-622EC327F413}" type="presParOf" srcId="{9266936B-70B4-45C6-B8F0-ADFECDD4E203}" destId="{E72F49D0-98A3-4CC2-9498-39CD155C8853}" srcOrd="1" destOrd="0" presId="urn:microsoft.com/office/officeart/2009/layout/CirclePictureHierarchy"/>
    <dgm:cxn modelId="{27C810A6-B39E-4C06-81E6-507E8FD35A10}" type="presParOf" srcId="{D1450787-9CF2-4F01-BF08-453EDABC3374}" destId="{640E144C-F436-4138-8B2A-F940473EDC58}" srcOrd="1" destOrd="0" presId="urn:microsoft.com/office/officeart/2009/layout/CirclePictureHierarchy"/>
    <dgm:cxn modelId="{A51024F2-9F27-4388-AE0F-01B4B9F0E9D2}" type="presParOf" srcId="{640E144C-F436-4138-8B2A-F940473EDC58}" destId="{D2B4B7C5-4943-4E57-8AEB-C090CD6704E1}" srcOrd="0" destOrd="0" presId="urn:microsoft.com/office/officeart/2009/layout/CirclePictureHierarchy"/>
    <dgm:cxn modelId="{F3AE9297-6C21-44B3-AF00-5E4071882EE2}" type="presParOf" srcId="{640E144C-F436-4138-8B2A-F940473EDC58}" destId="{09DD60D8-803F-477D-9D41-68FB682D9C22}" srcOrd="1" destOrd="0" presId="urn:microsoft.com/office/officeart/2009/layout/CirclePictureHierarchy"/>
    <dgm:cxn modelId="{D9BBF1F6-E087-4C76-800D-B4D88CB7D5BE}" type="presParOf" srcId="{09DD60D8-803F-477D-9D41-68FB682D9C22}" destId="{38EC661E-6271-402C-8C5A-35A622B06BB6}" srcOrd="0" destOrd="0" presId="urn:microsoft.com/office/officeart/2009/layout/CirclePictureHierarchy"/>
    <dgm:cxn modelId="{A51F6A03-6AE4-4843-925B-648ED8A5B06B}" type="presParOf" srcId="{38EC661E-6271-402C-8C5A-35A622B06BB6}" destId="{E2C23927-5FE3-4591-9755-28B7C528790A}" srcOrd="0" destOrd="0" presId="urn:microsoft.com/office/officeart/2009/layout/CirclePictureHierarchy"/>
    <dgm:cxn modelId="{E21ECBA6-6768-43FD-83A4-D1743B44F812}" type="presParOf" srcId="{38EC661E-6271-402C-8C5A-35A622B06BB6}" destId="{42169BB6-4B93-410A-93E0-A5E075B49FC3}" srcOrd="1" destOrd="0" presId="urn:microsoft.com/office/officeart/2009/layout/CirclePictureHierarchy"/>
    <dgm:cxn modelId="{400C0ADE-2A8E-40A1-8F25-044DDC1BDE43}" type="presParOf" srcId="{09DD60D8-803F-477D-9D41-68FB682D9C22}" destId="{633C8076-D96A-4067-9A5B-024486CF01EC}" srcOrd="1" destOrd="0" presId="urn:microsoft.com/office/officeart/2009/layout/CirclePictureHierarchy"/>
    <dgm:cxn modelId="{8C4FF13D-389F-4CD0-9DFA-5E1209009539}" type="presParOf" srcId="{640E144C-F436-4138-8B2A-F940473EDC58}" destId="{4986FE21-74F9-4ED2-B0D6-13B3AA06CFDE}" srcOrd="2" destOrd="0" presId="urn:microsoft.com/office/officeart/2009/layout/CirclePictureHierarchy"/>
    <dgm:cxn modelId="{D827F3E9-4591-4594-ABFE-B40DA4020776}" type="presParOf" srcId="{640E144C-F436-4138-8B2A-F940473EDC58}" destId="{4CD6B79B-FC8B-460E-9BE3-BE8C38CD3749}" srcOrd="3" destOrd="0" presId="urn:microsoft.com/office/officeart/2009/layout/CirclePictureHierarchy"/>
    <dgm:cxn modelId="{905E6118-A320-4521-90C1-EB12CC596861}" type="presParOf" srcId="{4CD6B79B-FC8B-460E-9BE3-BE8C38CD3749}" destId="{4E3A9F7C-502E-486B-B5AF-6D79CDFFE992}" srcOrd="0" destOrd="0" presId="urn:microsoft.com/office/officeart/2009/layout/CirclePictureHierarchy"/>
    <dgm:cxn modelId="{7B5F761A-310E-40EB-AB36-FEF881A8143D}" type="presParOf" srcId="{4E3A9F7C-502E-486B-B5AF-6D79CDFFE992}" destId="{12176DFB-D6D7-458A-A7FB-C431F9004C59}" srcOrd="0" destOrd="0" presId="urn:microsoft.com/office/officeart/2009/layout/CirclePictureHierarchy"/>
    <dgm:cxn modelId="{130C1D8A-4CD8-44BE-B233-CF00711C1C1E}" type="presParOf" srcId="{4E3A9F7C-502E-486B-B5AF-6D79CDFFE992}" destId="{A5D2F439-9F63-4AE7-A3E6-1CD66A9191FD}" srcOrd="1" destOrd="0" presId="urn:microsoft.com/office/officeart/2009/layout/CirclePictureHierarchy"/>
    <dgm:cxn modelId="{CBE6C082-B811-43D0-B104-BE52F2A3F112}" type="presParOf" srcId="{4CD6B79B-FC8B-460E-9BE3-BE8C38CD3749}" destId="{AA962DCE-B596-49E7-8457-1855C00E7DA4}" srcOrd="1" destOrd="0" presId="urn:microsoft.com/office/officeart/2009/layout/CirclePictureHierarchy"/>
    <dgm:cxn modelId="{14E67756-C336-4475-A6BF-5D9A8D6C352B}" type="presParOf" srcId="{2DDB6C05-1AC1-470D-8D92-10A997A47951}" destId="{59E5BA4D-40D1-409E-BACB-2E2222F58591}" srcOrd="4" destOrd="0" presId="urn:microsoft.com/office/officeart/2009/layout/CirclePictureHierarchy"/>
    <dgm:cxn modelId="{9A133AA9-790B-4834-A859-95E9E3B33593}" type="presParOf" srcId="{2DDB6C05-1AC1-470D-8D92-10A997A47951}" destId="{E2682CAF-7D2F-4D58-800A-5D74C1DCF574}" srcOrd="5" destOrd="0" presId="urn:microsoft.com/office/officeart/2009/layout/CirclePictureHierarchy"/>
    <dgm:cxn modelId="{FDB9228E-C460-4DC5-89C3-8FBCA3BA0399}" type="presParOf" srcId="{E2682CAF-7D2F-4D58-800A-5D74C1DCF574}" destId="{E385B18D-2DC1-47CE-8412-B5106899938D}" srcOrd="0" destOrd="0" presId="urn:microsoft.com/office/officeart/2009/layout/CirclePictureHierarchy"/>
    <dgm:cxn modelId="{FB018C03-F512-476B-AE7C-B0E85C196EB4}" type="presParOf" srcId="{E385B18D-2DC1-47CE-8412-B5106899938D}" destId="{8A95A787-8B6F-4451-BD12-229B470EAF8C}" srcOrd="0" destOrd="0" presId="urn:microsoft.com/office/officeart/2009/layout/CirclePictureHierarchy"/>
    <dgm:cxn modelId="{033E3D03-D406-4DF8-ACA5-6C454E5E7086}" type="presParOf" srcId="{E385B18D-2DC1-47CE-8412-B5106899938D}" destId="{E37F3103-E847-42B2-A3FB-B89FCB22BAC2}" srcOrd="1" destOrd="0" presId="urn:microsoft.com/office/officeart/2009/layout/CirclePictureHierarchy"/>
    <dgm:cxn modelId="{8D0EDD46-9AD1-4CB1-A583-4CF0D79624C3}" type="presParOf" srcId="{E2682CAF-7D2F-4D58-800A-5D74C1DCF574}" destId="{1FB18AF5-0FC2-4B50-884C-7BB10B0B7E6D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E5BA4D-40D1-409E-BACB-2E2222F58591}">
      <dsp:nvSpPr>
        <dsp:cNvPr id="0" name=""/>
        <dsp:cNvSpPr/>
      </dsp:nvSpPr>
      <dsp:spPr>
        <a:xfrm>
          <a:off x="4986691" y="1383388"/>
          <a:ext cx="1858944" cy="2129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311"/>
              </a:lnTo>
              <a:lnTo>
                <a:pt x="1858944" y="107311"/>
              </a:lnTo>
              <a:lnTo>
                <a:pt x="1858944" y="212933"/>
              </a:lnTo>
            </a:path>
          </a:pathLst>
        </a:custGeom>
        <a:noFill/>
        <a:ln w="12700" cap="flat" cmpd="sng" algn="ctr">
          <a:solidFill>
            <a:schemeClr val="tx1">
              <a:lumMod val="50000"/>
              <a:lumOff val="50000"/>
            </a:schemeClr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86FE21-74F9-4ED2-B0D6-13B3AA06CFDE}">
      <dsp:nvSpPr>
        <dsp:cNvPr id="0" name=""/>
        <dsp:cNvSpPr/>
      </dsp:nvSpPr>
      <dsp:spPr>
        <a:xfrm>
          <a:off x="8704579" y="3161214"/>
          <a:ext cx="929472" cy="2129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311"/>
              </a:lnTo>
              <a:lnTo>
                <a:pt x="929472" y="107311"/>
              </a:lnTo>
              <a:lnTo>
                <a:pt x="929472" y="212933"/>
              </a:lnTo>
            </a:path>
          </a:pathLst>
        </a:custGeom>
        <a:noFill/>
        <a:ln w="12700" cap="flat" cmpd="sng" algn="ctr">
          <a:solidFill>
            <a:schemeClr val="tx1">
              <a:lumMod val="50000"/>
              <a:lumOff val="50000"/>
            </a:schemeClr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B4B7C5-4943-4E57-8AEB-C090CD6704E1}">
      <dsp:nvSpPr>
        <dsp:cNvPr id="0" name=""/>
        <dsp:cNvSpPr/>
      </dsp:nvSpPr>
      <dsp:spPr>
        <a:xfrm>
          <a:off x="7775107" y="3161214"/>
          <a:ext cx="929472" cy="212933"/>
        </a:xfrm>
        <a:custGeom>
          <a:avLst/>
          <a:gdLst/>
          <a:ahLst/>
          <a:cxnLst/>
          <a:rect l="0" t="0" r="0" b="0"/>
          <a:pathLst>
            <a:path>
              <a:moveTo>
                <a:pt x="929472" y="0"/>
              </a:moveTo>
              <a:lnTo>
                <a:pt x="929472" y="107311"/>
              </a:lnTo>
              <a:lnTo>
                <a:pt x="0" y="107311"/>
              </a:lnTo>
              <a:lnTo>
                <a:pt x="0" y="212933"/>
              </a:lnTo>
            </a:path>
          </a:pathLst>
        </a:custGeom>
        <a:noFill/>
        <a:ln w="12700" cap="flat" cmpd="sng" algn="ctr">
          <a:solidFill>
            <a:schemeClr val="tx1">
              <a:lumMod val="50000"/>
              <a:lumOff val="50000"/>
            </a:schemeClr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A6139C-B424-45DA-B716-0A9A2D5C8C4A}">
      <dsp:nvSpPr>
        <dsp:cNvPr id="0" name=""/>
        <dsp:cNvSpPr/>
      </dsp:nvSpPr>
      <dsp:spPr>
        <a:xfrm>
          <a:off x="4986691" y="2272301"/>
          <a:ext cx="3717888" cy="2129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311"/>
              </a:lnTo>
              <a:lnTo>
                <a:pt x="3717888" y="107311"/>
              </a:lnTo>
              <a:lnTo>
                <a:pt x="3717888" y="212933"/>
              </a:lnTo>
            </a:path>
          </a:pathLst>
        </a:custGeom>
        <a:noFill/>
        <a:ln w="12700" cap="flat" cmpd="sng" algn="ctr">
          <a:solidFill>
            <a:schemeClr val="tx1">
              <a:lumMod val="50000"/>
              <a:lumOff val="50000"/>
            </a:schemeClr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F39E57-DFA4-4B9E-B6CF-14A14CA88051}">
      <dsp:nvSpPr>
        <dsp:cNvPr id="0" name=""/>
        <dsp:cNvSpPr/>
      </dsp:nvSpPr>
      <dsp:spPr>
        <a:xfrm>
          <a:off x="4986691" y="3161214"/>
          <a:ext cx="929472" cy="2129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311"/>
              </a:lnTo>
              <a:lnTo>
                <a:pt x="929472" y="107311"/>
              </a:lnTo>
              <a:lnTo>
                <a:pt x="929472" y="212933"/>
              </a:lnTo>
            </a:path>
          </a:pathLst>
        </a:custGeom>
        <a:noFill/>
        <a:ln w="12700" cap="flat" cmpd="sng" algn="ctr">
          <a:solidFill>
            <a:schemeClr val="tx1">
              <a:lumMod val="50000"/>
              <a:lumOff val="50000"/>
            </a:schemeClr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F2B43D-8FD4-4441-92CC-368265C515EB}">
      <dsp:nvSpPr>
        <dsp:cNvPr id="0" name=""/>
        <dsp:cNvSpPr/>
      </dsp:nvSpPr>
      <dsp:spPr>
        <a:xfrm>
          <a:off x="4057219" y="3161214"/>
          <a:ext cx="929472" cy="212933"/>
        </a:xfrm>
        <a:custGeom>
          <a:avLst/>
          <a:gdLst/>
          <a:ahLst/>
          <a:cxnLst/>
          <a:rect l="0" t="0" r="0" b="0"/>
          <a:pathLst>
            <a:path>
              <a:moveTo>
                <a:pt x="929472" y="0"/>
              </a:moveTo>
              <a:lnTo>
                <a:pt x="929472" y="107311"/>
              </a:lnTo>
              <a:lnTo>
                <a:pt x="0" y="107311"/>
              </a:lnTo>
              <a:lnTo>
                <a:pt x="0" y="212933"/>
              </a:lnTo>
            </a:path>
          </a:pathLst>
        </a:custGeom>
        <a:noFill/>
        <a:ln w="12700" cap="flat" cmpd="sng" algn="ctr">
          <a:solidFill>
            <a:schemeClr val="tx1">
              <a:lumMod val="50000"/>
              <a:lumOff val="50000"/>
            </a:schemeClr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36178A-87FE-4AE9-8E49-9B10A0D521E3}">
      <dsp:nvSpPr>
        <dsp:cNvPr id="0" name=""/>
        <dsp:cNvSpPr/>
      </dsp:nvSpPr>
      <dsp:spPr>
        <a:xfrm>
          <a:off x="4940971" y="2272301"/>
          <a:ext cx="91440" cy="21293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2933"/>
              </a:lnTo>
            </a:path>
          </a:pathLst>
        </a:custGeom>
        <a:noFill/>
        <a:ln w="12700" cap="flat" cmpd="sng" algn="ctr">
          <a:solidFill>
            <a:schemeClr val="tx1">
              <a:lumMod val="50000"/>
              <a:lumOff val="50000"/>
            </a:schemeClr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898E1B-CD8E-4901-87D8-B32F61872B08}">
      <dsp:nvSpPr>
        <dsp:cNvPr id="0" name=""/>
        <dsp:cNvSpPr/>
      </dsp:nvSpPr>
      <dsp:spPr>
        <a:xfrm>
          <a:off x="1268803" y="3161214"/>
          <a:ext cx="929472" cy="2129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311"/>
              </a:lnTo>
              <a:lnTo>
                <a:pt x="929472" y="107311"/>
              </a:lnTo>
              <a:lnTo>
                <a:pt x="929472" y="212933"/>
              </a:lnTo>
            </a:path>
          </a:pathLst>
        </a:custGeom>
        <a:noFill/>
        <a:ln w="12700" cap="flat" cmpd="sng" algn="ctr">
          <a:solidFill>
            <a:schemeClr val="tx1">
              <a:lumMod val="50000"/>
              <a:lumOff val="50000"/>
            </a:schemeClr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010C8D-4C9D-4A57-9FD0-38028FCE8087}">
      <dsp:nvSpPr>
        <dsp:cNvPr id="0" name=""/>
        <dsp:cNvSpPr/>
      </dsp:nvSpPr>
      <dsp:spPr>
        <a:xfrm>
          <a:off x="339331" y="3161214"/>
          <a:ext cx="929472" cy="212933"/>
        </a:xfrm>
        <a:custGeom>
          <a:avLst/>
          <a:gdLst/>
          <a:ahLst/>
          <a:cxnLst/>
          <a:rect l="0" t="0" r="0" b="0"/>
          <a:pathLst>
            <a:path>
              <a:moveTo>
                <a:pt x="929472" y="0"/>
              </a:moveTo>
              <a:lnTo>
                <a:pt x="929472" y="107311"/>
              </a:lnTo>
              <a:lnTo>
                <a:pt x="0" y="107311"/>
              </a:lnTo>
              <a:lnTo>
                <a:pt x="0" y="212933"/>
              </a:lnTo>
            </a:path>
          </a:pathLst>
        </a:custGeom>
        <a:noFill/>
        <a:ln w="12700" cap="flat" cmpd="sng" algn="ctr">
          <a:solidFill>
            <a:schemeClr val="tx1">
              <a:lumMod val="50000"/>
              <a:lumOff val="50000"/>
            </a:schemeClr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89AB1C-74D2-4971-95CE-EBC641B8094E}">
      <dsp:nvSpPr>
        <dsp:cNvPr id="0" name=""/>
        <dsp:cNvSpPr/>
      </dsp:nvSpPr>
      <dsp:spPr>
        <a:xfrm>
          <a:off x="1268803" y="2272301"/>
          <a:ext cx="3717888" cy="212933"/>
        </a:xfrm>
        <a:custGeom>
          <a:avLst/>
          <a:gdLst/>
          <a:ahLst/>
          <a:cxnLst/>
          <a:rect l="0" t="0" r="0" b="0"/>
          <a:pathLst>
            <a:path>
              <a:moveTo>
                <a:pt x="3717888" y="0"/>
              </a:moveTo>
              <a:lnTo>
                <a:pt x="3717888" y="107311"/>
              </a:lnTo>
              <a:lnTo>
                <a:pt x="0" y="107311"/>
              </a:lnTo>
              <a:lnTo>
                <a:pt x="0" y="212933"/>
              </a:lnTo>
            </a:path>
          </a:pathLst>
        </a:custGeom>
        <a:noFill/>
        <a:ln w="12700" cap="flat" cmpd="sng" algn="ctr">
          <a:solidFill>
            <a:schemeClr val="tx1">
              <a:lumMod val="50000"/>
              <a:lumOff val="50000"/>
            </a:schemeClr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02843B-C090-4DB6-BBD2-C35BEE55DFBE}">
      <dsp:nvSpPr>
        <dsp:cNvPr id="0" name=""/>
        <dsp:cNvSpPr/>
      </dsp:nvSpPr>
      <dsp:spPr>
        <a:xfrm>
          <a:off x="4940971" y="1383388"/>
          <a:ext cx="91440" cy="21293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2933"/>
              </a:lnTo>
            </a:path>
          </a:pathLst>
        </a:custGeom>
        <a:noFill/>
        <a:ln w="12700" cap="flat" cmpd="sng" algn="ctr">
          <a:solidFill>
            <a:schemeClr val="tx1">
              <a:lumMod val="50000"/>
              <a:lumOff val="50000"/>
            </a:schemeClr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5D904C-300B-4780-9F8A-C7C76E4B0A0C}">
      <dsp:nvSpPr>
        <dsp:cNvPr id="0" name=""/>
        <dsp:cNvSpPr/>
      </dsp:nvSpPr>
      <dsp:spPr>
        <a:xfrm>
          <a:off x="3127747" y="1383388"/>
          <a:ext cx="1858944" cy="212933"/>
        </a:xfrm>
        <a:custGeom>
          <a:avLst/>
          <a:gdLst/>
          <a:ahLst/>
          <a:cxnLst/>
          <a:rect l="0" t="0" r="0" b="0"/>
          <a:pathLst>
            <a:path>
              <a:moveTo>
                <a:pt x="1858944" y="0"/>
              </a:moveTo>
              <a:lnTo>
                <a:pt x="1858944" y="107311"/>
              </a:lnTo>
              <a:lnTo>
                <a:pt x="0" y="107311"/>
              </a:lnTo>
              <a:lnTo>
                <a:pt x="0" y="212933"/>
              </a:lnTo>
            </a:path>
          </a:pathLst>
        </a:custGeom>
        <a:noFill/>
        <a:ln w="12700" cap="flat" cmpd="sng" algn="ctr">
          <a:solidFill>
            <a:schemeClr val="tx1">
              <a:lumMod val="50000"/>
              <a:lumOff val="50000"/>
            </a:schemeClr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BED2FB-C51E-48B8-8E24-AB136E670C28}">
      <dsp:nvSpPr>
        <dsp:cNvPr id="0" name=""/>
        <dsp:cNvSpPr/>
      </dsp:nvSpPr>
      <dsp:spPr>
        <a:xfrm>
          <a:off x="4648701" y="707408"/>
          <a:ext cx="675979" cy="67597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0A78AD-6D70-4D5D-BFDF-3407BCF25964}">
      <dsp:nvSpPr>
        <dsp:cNvPr id="0" name=""/>
        <dsp:cNvSpPr/>
      </dsp:nvSpPr>
      <dsp:spPr>
        <a:xfrm>
          <a:off x="5324681" y="705718"/>
          <a:ext cx="1013969" cy="675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tx2"/>
              </a:solidFill>
            </a:rPr>
            <a:t>Fullname</a:t>
          </a:r>
          <a:br>
            <a:rPr lang="pt-BR" sz="1400" kern="1200" dirty="0"/>
          </a:br>
          <a:r>
            <a:rPr lang="pt-BR" sz="1200" kern="1200" dirty="0"/>
            <a:t>Position</a:t>
          </a:r>
          <a:endParaRPr lang="pt-BR" sz="1400" kern="1200" dirty="0"/>
        </a:p>
      </dsp:txBody>
      <dsp:txXfrm>
        <a:off x="5324681" y="705718"/>
        <a:ext cx="1013969" cy="675979"/>
      </dsp:txXfrm>
    </dsp:sp>
    <dsp:sp modelId="{F6B32060-8C13-4363-829C-C7A8C88BD236}">
      <dsp:nvSpPr>
        <dsp:cNvPr id="0" name=""/>
        <dsp:cNvSpPr/>
      </dsp:nvSpPr>
      <dsp:spPr>
        <a:xfrm>
          <a:off x="2789757" y="1596322"/>
          <a:ext cx="675979" cy="67597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B951B8-C921-45B8-ACA2-5FD929CF0CE4}">
      <dsp:nvSpPr>
        <dsp:cNvPr id="0" name=""/>
        <dsp:cNvSpPr/>
      </dsp:nvSpPr>
      <dsp:spPr>
        <a:xfrm>
          <a:off x="3465737" y="1594632"/>
          <a:ext cx="1013969" cy="675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2"/>
              </a:solidFill>
            </a:rPr>
            <a:t>Fullname</a:t>
          </a:r>
          <a:br>
            <a:rPr lang="pt-BR" sz="1400" kern="1200" dirty="0"/>
          </a:br>
          <a:r>
            <a:rPr lang="pt-BR" sz="1200" kern="1200" dirty="0"/>
            <a:t>Position</a:t>
          </a:r>
          <a:endParaRPr lang="pt-BR" sz="1400" kern="1200" dirty="0"/>
        </a:p>
      </dsp:txBody>
      <dsp:txXfrm>
        <a:off x="3465737" y="1594632"/>
        <a:ext cx="1013969" cy="675979"/>
      </dsp:txXfrm>
    </dsp:sp>
    <dsp:sp modelId="{E74E0063-88E5-405D-BFA7-47754C0A3AC6}">
      <dsp:nvSpPr>
        <dsp:cNvPr id="0" name=""/>
        <dsp:cNvSpPr/>
      </dsp:nvSpPr>
      <dsp:spPr>
        <a:xfrm>
          <a:off x="4648701" y="1596322"/>
          <a:ext cx="675979" cy="67597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DA3BDF-F6F9-4BAB-B563-462E819D57B3}">
      <dsp:nvSpPr>
        <dsp:cNvPr id="0" name=""/>
        <dsp:cNvSpPr/>
      </dsp:nvSpPr>
      <dsp:spPr>
        <a:xfrm>
          <a:off x="5324681" y="1594632"/>
          <a:ext cx="1013969" cy="675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2"/>
              </a:solidFill>
            </a:rPr>
            <a:t>Fullname</a:t>
          </a:r>
          <a:br>
            <a:rPr lang="pt-BR" sz="1400" kern="1200" dirty="0"/>
          </a:br>
          <a:r>
            <a:rPr lang="pt-BR" sz="1200" kern="1200" dirty="0"/>
            <a:t>Position</a:t>
          </a:r>
          <a:endParaRPr lang="pt-BR" sz="1400" kern="1200" dirty="0"/>
        </a:p>
      </dsp:txBody>
      <dsp:txXfrm>
        <a:off x="5324681" y="1594632"/>
        <a:ext cx="1013969" cy="675979"/>
      </dsp:txXfrm>
    </dsp:sp>
    <dsp:sp modelId="{BE2947CC-020D-4C79-A92E-7A5627951BE9}">
      <dsp:nvSpPr>
        <dsp:cNvPr id="0" name=""/>
        <dsp:cNvSpPr/>
      </dsp:nvSpPr>
      <dsp:spPr>
        <a:xfrm>
          <a:off x="930813" y="2485235"/>
          <a:ext cx="675979" cy="67597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D324C-08B3-472A-A386-700B59C37101}">
      <dsp:nvSpPr>
        <dsp:cNvPr id="0" name=""/>
        <dsp:cNvSpPr/>
      </dsp:nvSpPr>
      <dsp:spPr>
        <a:xfrm>
          <a:off x="1606792" y="2483545"/>
          <a:ext cx="1013969" cy="675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5"/>
              </a:solidFill>
            </a:rPr>
            <a:t>Fullname</a:t>
          </a:r>
          <a:br>
            <a:rPr lang="pt-BR" sz="1400" kern="1200" dirty="0"/>
          </a:br>
          <a:r>
            <a:rPr lang="pt-BR" sz="1200" kern="1200" dirty="0"/>
            <a:t>Position</a:t>
          </a:r>
          <a:endParaRPr lang="pt-BR" sz="1400" kern="1200" dirty="0"/>
        </a:p>
      </dsp:txBody>
      <dsp:txXfrm>
        <a:off x="1606792" y="2483545"/>
        <a:ext cx="1013969" cy="675979"/>
      </dsp:txXfrm>
    </dsp:sp>
    <dsp:sp modelId="{85178BD0-C10C-45EB-BF5F-707341C1FF5C}">
      <dsp:nvSpPr>
        <dsp:cNvPr id="0" name=""/>
        <dsp:cNvSpPr/>
      </dsp:nvSpPr>
      <dsp:spPr>
        <a:xfrm>
          <a:off x="1341" y="3374148"/>
          <a:ext cx="675979" cy="67597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3FD8F-4757-4DC9-9DBA-F64F69ABE270}">
      <dsp:nvSpPr>
        <dsp:cNvPr id="0" name=""/>
        <dsp:cNvSpPr/>
      </dsp:nvSpPr>
      <dsp:spPr>
        <a:xfrm>
          <a:off x="677320" y="3372458"/>
          <a:ext cx="1013969" cy="675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tx1">
                  <a:lumMod val="50000"/>
                  <a:lumOff val="50000"/>
                </a:schemeClr>
              </a:solidFill>
            </a:rPr>
            <a:t>Fullname</a:t>
          </a:r>
          <a:br>
            <a:rPr lang="pt-BR" sz="1400" kern="1200" dirty="0"/>
          </a:br>
          <a:r>
            <a:rPr lang="pt-BR" sz="1200" kern="1200" dirty="0"/>
            <a:t>Position</a:t>
          </a:r>
          <a:endParaRPr lang="pt-BR" sz="1400" kern="1200" dirty="0"/>
        </a:p>
      </dsp:txBody>
      <dsp:txXfrm>
        <a:off x="677320" y="3372458"/>
        <a:ext cx="1013969" cy="675979"/>
      </dsp:txXfrm>
    </dsp:sp>
    <dsp:sp modelId="{5DA1A828-A8EC-49DF-965C-B12639C010FA}">
      <dsp:nvSpPr>
        <dsp:cNvPr id="0" name=""/>
        <dsp:cNvSpPr/>
      </dsp:nvSpPr>
      <dsp:spPr>
        <a:xfrm>
          <a:off x="1860285" y="3374148"/>
          <a:ext cx="675979" cy="67597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6421A6-7EC5-4D6D-989B-697C6839D7B8}">
      <dsp:nvSpPr>
        <dsp:cNvPr id="0" name=""/>
        <dsp:cNvSpPr/>
      </dsp:nvSpPr>
      <dsp:spPr>
        <a:xfrm>
          <a:off x="2536264" y="3372458"/>
          <a:ext cx="1013969" cy="675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tx1">
                  <a:lumMod val="50000"/>
                  <a:lumOff val="50000"/>
                </a:schemeClr>
              </a:solidFill>
            </a:rPr>
            <a:t>Fullname</a:t>
          </a:r>
          <a:br>
            <a:rPr lang="pt-BR" sz="1400" kern="1200" dirty="0"/>
          </a:br>
          <a:r>
            <a:rPr lang="pt-BR" sz="1200" kern="1200" dirty="0"/>
            <a:t>Position</a:t>
          </a:r>
          <a:endParaRPr lang="pt-BR" sz="1400" kern="1200" dirty="0"/>
        </a:p>
      </dsp:txBody>
      <dsp:txXfrm>
        <a:off x="2536264" y="3372458"/>
        <a:ext cx="1013969" cy="675979"/>
      </dsp:txXfrm>
    </dsp:sp>
    <dsp:sp modelId="{947E3322-B9A7-4ED5-96F8-8574664C89BB}">
      <dsp:nvSpPr>
        <dsp:cNvPr id="0" name=""/>
        <dsp:cNvSpPr/>
      </dsp:nvSpPr>
      <dsp:spPr>
        <a:xfrm>
          <a:off x="4648701" y="2485235"/>
          <a:ext cx="675979" cy="67597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135C3-E7E8-4070-8990-64435F560A21}">
      <dsp:nvSpPr>
        <dsp:cNvPr id="0" name=""/>
        <dsp:cNvSpPr/>
      </dsp:nvSpPr>
      <dsp:spPr>
        <a:xfrm>
          <a:off x="5324681" y="2483545"/>
          <a:ext cx="1013969" cy="675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5"/>
              </a:solidFill>
            </a:rPr>
            <a:t>Fullname</a:t>
          </a:r>
          <a:br>
            <a:rPr lang="pt-BR" sz="1400" kern="1200" dirty="0"/>
          </a:br>
          <a:r>
            <a:rPr lang="pt-BR" sz="1200" kern="1200" dirty="0"/>
            <a:t>Position</a:t>
          </a:r>
          <a:endParaRPr lang="pt-BR" sz="1400" kern="1200" dirty="0"/>
        </a:p>
      </dsp:txBody>
      <dsp:txXfrm>
        <a:off x="5324681" y="2483545"/>
        <a:ext cx="1013969" cy="675979"/>
      </dsp:txXfrm>
    </dsp:sp>
    <dsp:sp modelId="{8C88FA13-6CB1-4EC0-B84E-EBC0CC3C862B}">
      <dsp:nvSpPr>
        <dsp:cNvPr id="0" name=""/>
        <dsp:cNvSpPr/>
      </dsp:nvSpPr>
      <dsp:spPr>
        <a:xfrm>
          <a:off x="3719229" y="3374148"/>
          <a:ext cx="675979" cy="67597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FFC1CA-D909-4C3F-ADF6-CC6D50BEB473}">
      <dsp:nvSpPr>
        <dsp:cNvPr id="0" name=""/>
        <dsp:cNvSpPr/>
      </dsp:nvSpPr>
      <dsp:spPr>
        <a:xfrm>
          <a:off x="4395209" y="3372458"/>
          <a:ext cx="1013969" cy="675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tx1">
                  <a:lumMod val="50000"/>
                  <a:lumOff val="50000"/>
                </a:schemeClr>
              </a:solidFill>
            </a:rPr>
            <a:t>Fullname</a:t>
          </a:r>
          <a:br>
            <a:rPr lang="pt-BR" sz="1400" kern="1200" dirty="0"/>
          </a:br>
          <a:r>
            <a:rPr lang="pt-BR" sz="1200" kern="1200" dirty="0"/>
            <a:t>Position</a:t>
          </a:r>
          <a:endParaRPr lang="pt-BR" sz="1400" kern="1200" dirty="0"/>
        </a:p>
      </dsp:txBody>
      <dsp:txXfrm>
        <a:off x="4395209" y="3372458"/>
        <a:ext cx="1013969" cy="675979"/>
      </dsp:txXfrm>
    </dsp:sp>
    <dsp:sp modelId="{7FABFE8C-E02F-48F3-A246-F7259F35C759}">
      <dsp:nvSpPr>
        <dsp:cNvPr id="0" name=""/>
        <dsp:cNvSpPr/>
      </dsp:nvSpPr>
      <dsp:spPr>
        <a:xfrm>
          <a:off x="5578173" y="3374148"/>
          <a:ext cx="675979" cy="67597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CBDFEA-F1BA-4888-A0FB-754343AB043F}">
      <dsp:nvSpPr>
        <dsp:cNvPr id="0" name=""/>
        <dsp:cNvSpPr/>
      </dsp:nvSpPr>
      <dsp:spPr>
        <a:xfrm>
          <a:off x="6254153" y="3372458"/>
          <a:ext cx="1013969" cy="675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tx1">
                  <a:lumMod val="50000"/>
                  <a:lumOff val="50000"/>
                </a:schemeClr>
              </a:solidFill>
            </a:rPr>
            <a:t>Fullname</a:t>
          </a:r>
          <a:br>
            <a:rPr lang="pt-BR" sz="1400" kern="1200" dirty="0"/>
          </a:br>
          <a:r>
            <a:rPr lang="pt-BR" sz="1200" kern="1200" dirty="0"/>
            <a:t>Position</a:t>
          </a:r>
          <a:endParaRPr lang="pt-BR" sz="1400" kern="1200" dirty="0"/>
        </a:p>
      </dsp:txBody>
      <dsp:txXfrm>
        <a:off x="6254153" y="3372458"/>
        <a:ext cx="1013969" cy="675979"/>
      </dsp:txXfrm>
    </dsp:sp>
    <dsp:sp modelId="{FE50F31E-B13B-4D78-9538-E5CF50A4B759}">
      <dsp:nvSpPr>
        <dsp:cNvPr id="0" name=""/>
        <dsp:cNvSpPr/>
      </dsp:nvSpPr>
      <dsp:spPr>
        <a:xfrm>
          <a:off x="8366589" y="2485235"/>
          <a:ext cx="675979" cy="67597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F49D0-98A3-4CC2-9498-39CD155C8853}">
      <dsp:nvSpPr>
        <dsp:cNvPr id="0" name=""/>
        <dsp:cNvSpPr/>
      </dsp:nvSpPr>
      <dsp:spPr>
        <a:xfrm>
          <a:off x="9042569" y="2483545"/>
          <a:ext cx="1013969" cy="675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5"/>
              </a:solidFill>
            </a:rPr>
            <a:t>Fullname</a:t>
          </a:r>
          <a:br>
            <a:rPr lang="pt-BR" sz="1400" kern="1200" dirty="0"/>
          </a:br>
          <a:r>
            <a:rPr lang="pt-BR" sz="1200" kern="1200" dirty="0"/>
            <a:t>Position</a:t>
          </a:r>
          <a:endParaRPr lang="pt-BR" sz="1400" kern="1200" dirty="0"/>
        </a:p>
      </dsp:txBody>
      <dsp:txXfrm>
        <a:off x="9042569" y="2483545"/>
        <a:ext cx="1013969" cy="675979"/>
      </dsp:txXfrm>
    </dsp:sp>
    <dsp:sp modelId="{E2C23927-5FE3-4591-9755-28B7C528790A}">
      <dsp:nvSpPr>
        <dsp:cNvPr id="0" name=""/>
        <dsp:cNvSpPr/>
      </dsp:nvSpPr>
      <dsp:spPr>
        <a:xfrm>
          <a:off x="7437117" y="3374148"/>
          <a:ext cx="675979" cy="67597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169BB6-4B93-410A-93E0-A5E075B49FC3}">
      <dsp:nvSpPr>
        <dsp:cNvPr id="0" name=""/>
        <dsp:cNvSpPr/>
      </dsp:nvSpPr>
      <dsp:spPr>
        <a:xfrm>
          <a:off x="8113097" y="3372458"/>
          <a:ext cx="1013969" cy="675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tx1">
                  <a:lumMod val="50000"/>
                  <a:lumOff val="50000"/>
                </a:schemeClr>
              </a:solidFill>
            </a:rPr>
            <a:t>Fullname</a:t>
          </a:r>
          <a:br>
            <a:rPr lang="pt-BR" sz="1400" kern="1200" dirty="0"/>
          </a:br>
          <a:r>
            <a:rPr lang="pt-BR" sz="1200" kern="1200" dirty="0"/>
            <a:t>Position</a:t>
          </a:r>
          <a:endParaRPr lang="pt-BR" sz="1400" kern="1200" dirty="0"/>
        </a:p>
      </dsp:txBody>
      <dsp:txXfrm>
        <a:off x="8113097" y="3372458"/>
        <a:ext cx="1013969" cy="675979"/>
      </dsp:txXfrm>
    </dsp:sp>
    <dsp:sp modelId="{12176DFB-D6D7-458A-A7FB-C431F9004C59}">
      <dsp:nvSpPr>
        <dsp:cNvPr id="0" name=""/>
        <dsp:cNvSpPr/>
      </dsp:nvSpPr>
      <dsp:spPr>
        <a:xfrm>
          <a:off x="9296061" y="3374148"/>
          <a:ext cx="675979" cy="67597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2F439-9F63-4AE7-A3E6-1CD66A9191FD}">
      <dsp:nvSpPr>
        <dsp:cNvPr id="0" name=""/>
        <dsp:cNvSpPr/>
      </dsp:nvSpPr>
      <dsp:spPr>
        <a:xfrm>
          <a:off x="9972041" y="3372458"/>
          <a:ext cx="1013969" cy="675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tx1">
                  <a:lumMod val="50000"/>
                  <a:lumOff val="50000"/>
                </a:schemeClr>
              </a:solidFill>
            </a:rPr>
            <a:t>Fullname</a:t>
          </a:r>
          <a:br>
            <a:rPr lang="pt-BR" sz="1400" kern="1200" dirty="0"/>
          </a:br>
          <a:r>
            <a:rPr lang="pt-BR" sz="1200" kern="1200" dirty="0"/>
            <a:t>Position</a:t>
          </a:r>
          <a:endParaRPr lang="pt-BR" sz="1400" kern="1200" dirty="0"/>
        </a:p>
      </dsp:txBody>
      <dsp:txXfrm>
        <a:off x="9972041" y="3372458"/>
        <a:ext cx="1013969" cy="675979"/>
      </dsp:txXfrm>
    </dsp:sp>
    <dsp:sp modelId="{8A95A787-8B6F-4451-BD12-229B470EAF8C}">
      <dsp:nvSpPr>
        <dsp:cNvPr id="0" name=""/>
        <dsp:cNvSpPr/>
      </dsp:nvSpPr>
      <dsp:spPr>
        <a:xfrm>
          <a:off x="6507645" y="1596322"/>
          <a:ext cx="675979" cy="67597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7F3103-E847-42B2-A3FB-B89FCB22BAC2}">
      <dsp:nvSpPr>
        <dsp:cNvPr id="0" name=""/>
        <dsp:cNvSpPr/>
      </dsp:nvSpPr>
      <dsp:spPr>
        <a:xfrm>
          <a:off x="7183625" y="1594632"/>
          <a:ext cx="1013969" cy="675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2"/>
              </a:solidFill>
            </a:rPr>
            <a:t>Fullname</a:t>
          </a:r>
          <a:br>
            <a:rPr lang="pt-BR" sz="1400" kern="1200" dirty="0"/>
          </a:br>
          <a:r>
            <a:rPr lang="pt-BR" sz="1200" kern="1200" dirty="0"/>
            <a:t>Position</a:t>
          </a:r>
          <a:endParaRPr lang="pt-BR" sz="1400" kern="1200" dirty="0"/>
        </a:p>
      </dsp:txBody>
      <dsp:txXfrm>
        <a:off x="7183625" y="1594632"/>
        <a:ext cx="1013969" cy="6759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C679B9-9690-F61B-DEFE-3E7E662BE6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04F27B-90B2-AF7B-6BCC-DD963FF4B7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52EF8C-E7FC-43C4-889C-21BD5D87D49C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DBC656-F143-DBE6-837B-8FA92E3FD4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A4531-73D4-CB5F-5FA8-2D81DBE463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24763-6CC5-4B4B-B77F-5F75F6462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31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3A3B2-C96A-4823-93AE-F431AD48ED6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317EC-4A6B-4726-9C1E-64A254A8E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46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gradFill>
          <a:gsLst>
            <a:gs pos="20000">
              <a:schemeClr val="tx2"/>
            </a:gs>
            <a:gs pos="100000">
              <a:schemeClr val="accent2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DA42DE5-3E17-FFD2-F0D6-5DA0F37114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0" y="4952999"/>
            <a:ext cx="1905001" cy="190500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7DC38C2-7FCE-EAE6-809B-26B9B462E3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999" y="-1"/>
            <a:ext cx="1905001" cy="190500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D0B0E3A-66AB-304F-B1D3-D37EDE6044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9420" y="2869550"/>
            <a:ext cx="6213158" cy="114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64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-Cover-01">
    <p:bg>
      <p:bgPr>
        <a:gradFill>
          <a:gsLst>
            <a:gs pos="20000">
              <a:schemeClr val="tx2"/>
            </a:gs>
            <a:gs pos="100000">
              <a:schemeClr val="accent2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7C54690C-3688-553C-F014-D4C5BA9397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492" r="46939" b="2492"/>
          <a:stretch>
            <a:fillRect/>
          </a:stretch>
        </p:blipFill>
        <p:spPr>
          <a:xfrm>
            <a:off x="6570336" y="1"/>
            <a:ext cx="5621664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E976FE1-A585-6A54-3D3F-D115192C97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331" y="2593077"/>
            <a:ext cx="9019451" cy="2406571"/>
          </a:xfrm>
        </p:spPr>
        <p:txBody>
          <a:bodyPr anchor="b">
            <a:normAutofit/>
          </a:bodyPr>
          <a:lstStyle>
            <a:lvl1pPr>
              <a:defRPr lang="en-US" sz="5400" kern="12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9B8F18CF-BBC3-5027-C763-758AE6609A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8330" y="5146037"/>
            <a:ext cx="9019452" cy="93101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183B191-C122-5614-E99E-0123C241FE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330" y="1042691"/>
            <a:ext cx="4030505" cy="740852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DD4F595-92E3-3F05-58FC-3873EAC9EB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0" y="-1"/>
            <a:ext cx="1905002" cy="1905001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C475CA9C-06C7-F911-4710-BB62D10775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 flipH="1">
            <a:off x="-1" y="4952998"/>
            <a:ext cx="1905002" cy="1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69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01">
    <p:bg>
      <p:bgPr>
        <a:gradFill>
          <a:gsLst>
            <a:gs pos="20000">
              <a:schemeClr val="tx2"/>
            </a:gs>
            <a:gs pos="100000">
              <a:schemeClr val="accent2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E20A11E-B555-DE20-C449-F2F5BB2AF3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8526" y="2849954"/>
            <a:ext cx="6157731" cy="1588127"/>
          </a:xfrm>
        </p:spPr>
        <p:txBody>
          <a:bodyPr wrap="square" anchor="ctr">
            <a:sp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34455CB-5146-90CB-E263-AFF7DA54320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745620" cy="6858000"/>
          </a:xfrm>
          <a:prstGeom prst="round1Rect">
            <a:avLst>
              <a:gd name="adj" fmla="val 23740"/>
            </a:avLst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50800" indent="0" algn="ctr">
              <a:buClr>
                <a:schemeClr val="bg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CB93B5F-3768-564F-DAB6-D6D6783F57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1853" y="776184"/>
            <a:ext cx="2853770" cy="52455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3F531A6-709B-82A7-6EA9-DE102CCF3A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6999" y="-1"/>
            <a:ext cx="1905001" cy="1905001"/>
          </a:xfrm>
          <a:prstGeom prst="rect">
            <a:avLst/>
          </a:prstGeom>
        </p:spPr>
      </p:pic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552F607-C457-4DDA-C8F9-A99A57D0E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54642" y="6366903"/>
            <a:ext cx="5447669" cy="230832"/>
          </a:xfrm>
          <a:prstGeom prst="rect">
            <a:avLst/>
          </a:prstGeom>
        </p:spPr>
        <p:txBody>
          <a:bodyPr anchor="b">
            <a:spAutoFit/>
          </a:bodyPr>
          <a:lstStyle>
            <a:lvl1pPr algn="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YOUR PRESENTATION DNA SCALED BY IA       |     © 2026 </a:t>
            </a:r>
            <a:r>
              <a:rPr lang="en-US" dirty="0" err="1"/>
              <a:t>Codeck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899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Single Corner Rounded 13">
            <a:extLst>
              <a:ext uri="{FF2B5EF4-FFF2-40B4-BE49-F238E27FC236}">
                <a16:creationId xmlns:a16="http://schemas.microsoft.com/office/drawing/2014/main" id="{56A4F782-76AC-C2A5-9771-A1E6982F594C}"/>
              </a:ext>
            </a:extLst>
          </p:cNvPr>
          <p:cNvSpPr/>
          <p:nvPr userDrawn="1"/>
        </p:nvSpPr>
        <p:spPr>
          <a:xfrm>
            <a:off x="0" y="0"/>
            <a:ext cx="4791074" cy="6858000"/>
          </a:xfrm>
          <a:prstGeom prst="round1Rect">
            <a:avLst>
              <a:gd name="adj" fmla="val 2391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EB4A4D-FB33-943C-924F-7F966C21A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90" y="3078132"/>
            <a:ext cx="3329719" cy="701731"/>
          </a:xfrm>
        </p:spPr>
        <p:txBody>
          <a:bodyPr wrap="square" anchor="ctr">
            <a:sp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135F258F-ADFB-E4F2-2959-2C1A3EDD6D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39655" y="578735"/>
            <a:ext cx="6330046" cy="5700528"/>
          </a:xfrm>
        </p:spPr>
        <p:txBody>
          <a:bodyPr wrap="square" anchor="ctr">
            <a:normAutofit/>
          </a:bodyPr>
          <a:lstStyle>
            <a:lvl1pPr marL="622300" indent="-622300">
              <a:lnSpc>
                <a:spcPct val="100000"/>
              </a:lnSpc>
              <a:spcBef>
                <a:spcPts val="0"/>
              </a:spcBef>
              <a:spcAft>
                <a:spcPts val="4200"/>
              </a:spcAft>
              <a:buClr>
                <a:schemeClr val="accent1"/>
              </a:buClr>
              <a:buSzPct val="165000"/>
              <a:buFont typeface="+mj-lt"/>
              <a:buAutoNum type="arabicPeriod"/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A453192C-EA3F-972D-1CF8-0ABFF3D40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54642" y="6366903"/>
            <a:ext cx="5447669" cy="230832"/>
          </a:xfrm>
          <a:prstGeom prst="rect">
            <a:avLst/>
          </a:prstGeom>
        </p:spPr>
        <p:txBody>
          <a:bodyPr anchor="b">
            <a:spAutoFit/>
          </a:bodyPr>
          <a:lstStyle>
            <a:lvl1pPr algn="r">
              <a:defRPr lang="pt-BR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YOUR PRESENTATION DNA SCALED BY IA       |     © 2026 Codeck 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833F800-BECD-9364-0AA4-34D8779350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290" y="550977"/>
            <a:ext cx="2561725" cy="47087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610BB55-81B3-53B6-839B-715AF7057A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6999" y="-1"/>
            <a:ext cx="1905001" cy="1905001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1C1F2B6-FB73-61C3-A269-761FCEF669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2174" t="85" r="22439" b="63207"/>
          <a:stretch>
            <a:fillRect/>
          </a:stretch>
        </p:blipFill>
        <p:spPr>
          <a:xfrm>
            <a:off x="-2" y="4687746"/>
            <a:ext cx="4791075" cy="217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900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420891"/>
            <a:ext cx="11153171" cy="701731"/>
          </a:xfrm>
        </p:spPr>
        <p:txBody>
          <a:bodyPr anchor="t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284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420891"/>
            <a:ext cx="11153171" cy="701731"/>
          </a:xfrm>
        </p:spPr>
        <p:txBody>
          <a:bodyPr anchor="t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6BFB510-B88B-59F7-95A4-481D180469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810" y="1357341"/>
            <a:ext cx="11153170" cy="4499450"/>
          </a:xfrm>
        </p:spPr>
        <p:txBody>
          <a:bodyPr wrap="square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5430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4pPr>
            <a:lvl5pPr marL="20002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225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033" y="1469838"/>
            <a:ext cx="6423948" cy="701731"/>
          </a:xfrm>
        </p:spPr>
        <p:txBody>
          <a:bodyPr anchor="b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6BFB510-B88B-59F7-95A4-481D180469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97032" y="2371686"/>
            <a:ext cx="6423947" cy="3333510"/>
          </a:xfrm>
        </p:spPr>
        <p:txBody>
          <a:bodyPr wrap="square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5430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4pPr>
            <a:lvl5pPr marL="20002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82AA3305-C7B0-4DB7-6909-34800A1DBA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583575" cy="6250330"/>
          </a:xfrm>
          <a:prstGeom prst="round1Rect">
            <a:avLst>
              <a:gd name="adj" fmla="val 23740"/>
            </a:avLst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50800" indent="0" algn="ctr">
              <a:buClr>
                <a:schemeClr val="bg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419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1" y="1242693"/>
            <a:ext cx="6430700" cy="701731"/>
          </a:xfrm>
        </p:spPr>
        <p:txBody>
          <a:bodyPr anchor="b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6BFB510-B88B-59F7-95A4-481D180469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810" y="2179143"/>
            <a:ext cx="6430701" cy="3376705"/>
          </a:xfrm>
        </p:spPr>
        <p:txBody>
          <a:bodyPr wrap="square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5430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0002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334D76B-050D-7EB6-01CC-18552E070C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54096" y="0"/>
            <a:ext cx="4737903" cy="6250330"/>
          </a:xfrm>
          <a:custGeom>
            <a:avLst/>
            <a:gdLst>
              <a:gd name="csX0" fmla="*/ 1577996 w 4737903"/>
              <a:gd name="csY0" fmla="*/ 0 h 6229032"/>
              <a:gd name="csX1" fmla="*/ 4737903 w 4737903"/>
              <a:gd name="csY1" fmla="*/ 0 h 6229032"/>
              <a:gd name="csX2" fmla="*/ 4737903 w 4737903"/>
              <a:gd name="csY2" fmla="*/ 6229032 h 6229032"/>
              <a:gd name="csX3" fmla="*/ 0 w 4737903"/>
              <a:gd name="csY3" fmla="*/ 6229032 h 6229032"/>
              <a:gd name="csX4" fmla="*/ 0 w 4737903"/>
              <a:gd name="csY4" fmla="*/ 1578014 h 6229032"/>
              <a:gd name="csX5" fmla="*/ 1416747 w 4737903"/>
              <a:gd name="csY5" fmla="*/ 8151 h 62290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737903" h="6229032">
                <a:moveTo>
                  <a:pt x="1577996" y="0"/>
                </a:moveTo>
                <a:lnTo>
                  <a:pt x="4737903" y="0"/>
                </a:lnTo>
                <a:lnTo>
                  <a:pt x="4737903" y="6229032"/>
                </a:lnTo>
                <a:lnTo>
                  <a:pt x="0" y="6229032"/>
                </a:lnTo>
                <a:lnTo>
                  <a:pt x="0" y="1578014"/>
                </a:lnTo>
                <a:cubicBezTo>
                  <a:pt x="0" y="761392"/>
                  <a:pt x="621344" y="89009"/>
                  <a:pt x="1416747" y="8151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50800" indent="0" algn="ctr">
              <a:buClr>
                <a:schemeClr val="bg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21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2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033" y="1333513"/>
            <a:ext cx="6423948" cy="701731"/>
          </a:xfrm>
        </p:spPr>
        <p:txBody>
          <a:bodyPr anchor="b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82AA3305-C7B0-4DB7-6909-34800A1DBA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583575" cy="6250330"/>
          </a:xfrm>
          <a:prstGeom prst="round1Rect">
            <a:avLst>
              <a:gd name="adj" fmla="val 23740"/>
            </a:avLst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50800" indent="0" algn="ctr">
              <a:buClr>
                <a:schemeClr val="bg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FD43B06-1467-49C0-5FA1-C3B727A8E315}"/>
              </a:ext>
            </a:extLst>
          </p:cNvPr>
          <p:cNvSpPr/>
          <p:nvPr userDrawn="1"/>
        </p:nvSpPr>
        <p:spPr>
          <a:xfrm>
            <a:off x="5248225" y="2635754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E6FAC17-6677-CD84-226C-88ADA84BE7FE}"/>
              </a:ext>
            </a:extLst>
          </p:cNvPr>
          <p:cNvSpPr/>
          <p:nvPr userDrawn="1"/>
        </p:nvSpPr>
        <p:spPr>
          <a:xfrm>
            <a:off x="5248225" y="4374879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F4BD1AB-CA50-40D5-8A41-690CC91B19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8158" y="4153703"/>
            <a:ext cx="5319486" cy="13567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/>
            </a:lvl1pPr>
            <a:lvl2pPr marL="742950" indent="-285750">
              <a:spcBef>
                <a:spcPts val="0"/>
              </a:spcBef>
              <a:buFont typeface="Arial" panose="020B0604020202020204" pitchFamily="34" charset="0"/>
              <a:buChar char="•"/>
              <a:defRPr sz="2000"/>
            </a:lvl2pPr>
            <a:lvl3pPr marL="1200150" indent="-285750">
              <a:buFont typeface="Arial" panose="020B0604020202020204" pitchFamily="34" charset="0"/>
              <a:buNone/>
              <a:defRPr sz="1800"/>
            </a:lvl3pPr>
            <a:lvl4pPr marL="1543050" indent="-171450">
              <a:buFont typeface="Arial" panose="020B0604020202020204" pitchFamily="34" charset="0"/>
              <a:buChar char="•"/>
              <a:defRPr sz="1600"/>
            </a:lvl4pPr>
            <a:lvl5pPr marL="20002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0176420-AB17-1400-327A-FAD6520661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08158" y="2414578"/>
            <a:ext cx="5319486" cy="13567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/>
            </a:lvl1pPr>
            <a:lvl2pPr marL="742950" indent="-285750">
              <a:spcBef>
                <a:spcPts val="0"/>
              </a:spcBef>
              <a:buFont typeface="Arial" panose="020B0604020202020204" pitchFamily="34" charset="0"/>
              <a:buChar char="•"/>
              <a:defRPr sz="2000"/>
            </a:lvl2pPr>
            <a:lvl3pPr marL="1200150" indent="-285750">
              <a:buFont typeface="Arial" panose="020B0604020202020204" pitchFamily="34" charset="0"/>
              <a:buChar char="•"/>
              <a:defRPr sz="1800"/>
            </a:lvl3pPr>
            <a:lvl4pPr marL="1543050" indent="-171450">
              <a:buFont typeface="Arial" panose="020B0604020202020204" pitchFamily="34" charset="0"/>
              <a:buChar char="•"/>
              <a:defRPr sz="1600"/>
            </a:lvl4pPr>
            <a:lvl5pPr marL="20002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2D7D801-633C-CE57-E71E-374841BC961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400" y="4568419"/>
            <a:ext cx="580051" cy="52731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A2B6CBF-11E2-C169-EE71-30A8506FABF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415400" y="2829295"/>
            <a:ext cx="580051" cy="52731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94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3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033" y="881825"/>
            <a:ext cx="6423948" cy="701731"/>
          </a:xfrm>
        </p:spPr>
        <p:txBody>
          <a:bodyPr anchor="b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82AA3305-C7B0-4DB7-6909-34800A1DBA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583575" cy="6250330"/>
          </a:xfrm>
          <a:prstGeom prst="round1Rect">
            <a:avLst>
              <a:gd name="adj" fmla="val 23740"/>
            </a:avLst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50800" indent="0" algn="ctr">
              <a:buClr>
                <a:schemeClr val="bg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FD43B06-1467-49C0-5FA1-C3B727A8E315}"/>
              </a:ext>
            </a:extLst>
          </p:cNvPr>
          <p:cNvSpPr/>
          <p:nvPr userDrawn="1"/>
        </p:nvSpPr>
        <p:spPr>
          <a:xfrm>
            <a:off x="5248225" y="1937437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E6FAC17-6677-CD84-226C-88ADA84BE7FE}"/>
              </a:ext>
            </a:extLst>
          </p:cNvPr>
          <p:cNvSpPr/>
          <p:nvPr userDrawn="1"/>
        </p:nvSpPr>
        <p:spPr>
          <a:xfrm>
            <a:off x="5248225" y="3351445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F4BD1AB-CA50-40D5-8A41-690CC91B19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8158" y="3248004"/>
            <a:ext cx="5319486" cy="1121283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/>
            </a:lvl1pPr>
            <a:lvl2pPr marL="742950" indent="-285750">
              <a:spcBef>
                <a:spcPts val="0"/>
              </a:spcBef>
              <a:buFont typeface="Arial" panose="020B0604020202020204" pitchFamily="34" charset="0"/>
              <a:buChar char="•"/>
              <a:defRPr sz="2000"/>
            </a:lvl2pPr>
            <a:lvl3pPr marL="1200150" indent="-285750">
              <a:buFont typeface="Arial" panose="020B0604020202020204" pitchFamily="34" charset="0"/>
              <a:buNone/>
              <a:defRPr sz="1800"/>
            </a:lvl3pPr>
            <a:lvl4pPr marL="1543050" indent="-171450">
              <a:buFont typeface="Arial" panose="020B0604020202020204" pitchFamily="34" charset="0"/>
              <a:buChar char="•"/>
              <a:defRPr sz="1600"/>
            </a:lvl4pPr>
            <a:lvl5pPr marL="20002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0176420-AB17-1400-327A-FAD6520661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08158" y="1833996"/>
            <a:ext cx="5319486" cy="1121283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/>
            </a:lvl1pPr>
            <a:lvl2pPr marL="742950" indent="-285750">
              <a:spcBef>
                <a:spcPts val="0"/>
              </a:spcBef>
              <a:buFont typeface="Arial" panose="020B0604020202020204" pitchFamily="34" charset="0"/>
              <a:buChar char="•"/>
              <a:defRPr sz="2000"/>
            </a:lvl2pPr>
            <a:lvl3pPr marL="1200150" indent="-285750">
              <a:buFont typeface="Arial" panose="020B0604020202020204" pitchFamily="34" charset="0"/>
              <a:buChar char="•"/>
              <a:defRPr sz="1800"/>
            </a:lvl3pPr>
            <a:lvl4pPr marL="1543050" indent="-171450">
              <a:buFont typeface="Arial" panose="020B0604020202020204" pitchFamily="34" charset="0"/>
              <a:buChar char="•"/>
              <a:defRPr sz="1600"/>
            </a:lvl4pPr>
            <a:lvl5pPr marL="20002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2D7D801-633C-CE57-E71E-374841BC961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400" y="3544985"/>
            <a:ext cx="580051" cy="52731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A2B6CBF-11E2-C169-EE71-30A8506FABF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415400" y="2130978"/>
            <a:ext cx="580051" cy="52731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190C877-8A5F-89AA-D981-D9AF1CDA8985}"/>
              </a:ext>
            </a:extLst>
          </p:cNvPr>
          <p:cNvSpPr/>
          <p:nvPr userDrawn="1"/>
        </p:nvSpPr>
        <p:spPr>
          <a:xfrm>
            <a:off x="5248225" y="4766725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7A13E58-3945-ED91-F016-C261DDA4DD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08158" y="4663284"/>
            <a:ext cx="5319486" cy="1121283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/>
            </a:lvl1pPr>
            <a:lvl2pPr marL="742950" indent="-285750">
              <a:spcBef>
                <a:spcPts val="0"/>
              </a:spcBef>
              <a:buFont typeface="Arial" panose="020B0604020202020204" pitchFamily="34" charset="0"/>
              <a:buChar char="•"/>
              <a:defRPr sz="2000"/>
            </a:lvl2pPr>
            <a:lvl3pPr marL="1200150" indent="-285750">
              <a:buFont typeface="Arial" panose="020B0604020202020204" pitchFamily="34" charset="0"/>
              <a:buNone/>
              <a:defRPr sz="1800"/>
            </a:lvl3pPr>
            <a:lvl4pPr marL="1543050" indent="-171450">
              <a:buFont typeface="Arial" panose="020B0604020202020204" pitchFamily="34" charset="0"/>
              <a:buChar char="•"/>
              <a:defRPr sz="1600"/>
            </a:lvl4pPr>
            <a:lvl5pPr marL="20002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6158CFA-56A7-C24B-73CB-1168ED3CBF4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415400" y="4960265"/>
            <a:ext cx="580051" cy="52731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5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description + 2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033" y="1163730"/>
            <a:ext cx="6423948" cy="701731"/>
          </a:xfrm>
        </p:spPr>
        <p:txBody>
          <a:bodyPr anchor="b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82AA3305-C7B0-4DB7-6909-34800A1DBA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583575" cy="6250330"/>
          </a:xfrm>
          <a:prstGeom prst="round1Rect">
            <a:avLst>
              <a:gd name="adj" fmla="val 23740"/>
            </a:avLst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50800" indent="0" algn="ctr">
              <a:buClr>
                <a:schemeClr val="bg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FD43B06-1467-49C0-5FA1-C3B727A8E315}"/>
              </a:ext>
            </a:extLst>
          </p:cNvPr>
          <p:cNvSpPr/>
          <p:nvPr userDrawn="1"/>
        </p:nvSpPr>
        <p:spPr>
          <a:xfrm>
            <a:off x="5248225" y="3154200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E6FAC17-6677-CD84-226C-88ADA84BE7FE}"/>
              </a:ext>
            </a:extLst>
          </p:cNvPr>
          <p:cNvSpPr/>
          <p:nvPr userDrawn="1"/>
        </p:nvSpPr>
        <p:spPr>
          <a:xfrm>
            <a:off x="5248225" y="4704581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F4BD1AB-CA50-40D5-8A41-690CC91B19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8158" y="4545076"/>
            <a:ext cx="5319486" cy="1233411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spcBef>
                <a:spcPts val="0"/>
              </a:spcBef>
              <a:buFont typeface="Arial" panose="020B0604020202020204" pitchFamily="34" charset="0"/>
              <a:buChar char="•"/>
              <a:defRPr sz="1800"/>
            </a:lvl2pPr>
            <a:lvl3pPr marL="1200150" indent="-285750">
              <a:buFont typeface="Arial" panose="020B0604020202020204" pitchFamily="34" charset="0"/>
              <a:buNone/>
              <a:defRPr sz="1800"/>
            </a:lvl3pPr>
            <a:lvl4pPr marL="1543050" indent="-171450">
              <a:buFont typeface="Arial" panose="020B0604020202020204" pitchFamily="34" charset="0"/>
              <a:buChar char="•"/>
              <a:defRPr sz="1600"/>
            </a:lvl4pPr>
            <a:lvl5pPr marL="20002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0176420-AB17-1400-327A-FAD6520661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08158" y="2994695"/>
            <a:ext cx="5319486" cy="1233411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spcBef>
                <a:spcPts val="0"/>
              </a:spcBef>
              <a:buFont typeface="Arial" panose="020B0604020202020204" pitchFamily="34" charset="0"/>
              <a:buChar char="•"/>
              <a:defRPr sz="1800"/>
            </a:lvl2pPr>
            <a:lvl3pPr marL="1200150" indent="-285750">
              <a:buFont typeface="Arial" panose="020B0604020202020204" pitchFamily="34" charset="0"/>
              <a:buChar char="•"/>
              <a:defRPr sz="1800"/>
            </a:lvl3pPr>
            <a:lvl4pPr marL="1543050" indent="-171450">
              <a:buFont typeface="Arial" panose="020B0604020202020204" pitchFamily="34" charset="0"/>
              <a:buChar char="•"/>
              <a:defRPr sz="1600"/>
            </a:lvl4pPr>
            <a:lvl5pPr marL="20002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2D7D801-633C-CE57-E71E-374841BC961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400" y="4898121"/>
            <a:ext cx="580051" cy="52731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A2B6CBF-11E2-C169-EE71-30A8506FABF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415400" y="3347741"/>
            <a:ext cx="580051" cy="52731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35D75F77-06FC-D172-162A-C656FF1827C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7032" y="1934252"/>
            <a:ext cx="6423947" cy="730483"/>
          </a:xfrm>
        </p:spPr>
        <p:txBody>
          <a:bodyPr wrap="square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 marL="15430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4pPr>
            <a:lvl5pPr marL="20002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4220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description + 3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033" y="881825"/>
            <a:ext cx="6423948" cy="701731"/>
          </a:xfrm>
        </p:spPr>
        <p:txBody>
          <a:bodyPr anchor="b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82AA3305-C7B0-4DB7-6909-34800A1DBA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583575" cy="6250330"/>
          </a:xfrm>
          <a:prstGeom prst="round1Rect">
            <a:avLst>
              <a:gd name="adj" fmla="val 23740"/>
            </a:avLst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50800" indent="0" algn="ctr">
              <a:buClr>
                <a:schemeClr val="bg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FD43B06-1467-49C0-5FA1-C3B727A8E315}"/>
              </a:ext>
            </a:extLst>
          </p:cNvPr>
          <p:cNvSpPr/>
          <p:nvPr userDrawn="1"/>
        </p:nvSpPr>
        <p:spPr>
          <a:xfrm>
            <a:off x="5248225" y="2727642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E6FAC17-6677-CD84-226C-88ADA84BE7FE}"/>
              </a:ext>
            </a:extLst>
          </p:cNvPr>
          <p:cNvSpPr/>
          <p:nvPr userDrawn="1"/>
        </p:nvSpPr>
        <p:spPr>
          <a:xfrm>
            <a:off x="5248225" y="3877778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F4BD1AB-CA50-40D5-8A41-690CC91B19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8158" y="3871638"/>
            <a:ext cx="5319486" cy="926680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spcBef>
                <a:spcPts val="0"/>
              </a:spcBef>
              <a:buFont typeface="Arial" panose="020B0604020202020204" pitchFamily="34" charset="0"/>
              <a:buChar char="•"/>
              <a:defRPr sz="1800"/>
            </a:lvl2pPr>
            <a:lvl3pPr marL="1200150" indent="-285750">
              <a:buFont typeface="Arial" panose="020B0604020202020204" pitchFamily="34" charset="0"/>
              <a:buNone/>
              <a:defRPr sz="1800"/>
            </a:lvl3pPr>
            <a:lvl4pPr marL="1543050" indent="-171450">
              <a:buFont typeface="Arial" panose="020B0604020202020204" pitchFamily="34" charset="0"/>
              <a:buChar char="•"/>
              <a:defRPr sz="1600"/>
            </a:lvl4pPr>
            <a:lvl5pPr marL="20002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0176420-AB17-1400-327A-FAD6520661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08158" y="2721502"/>
            <a:ext cx="5319486" cy="926680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spcBef>
                <a:spcPts val="0"/>
              </a:spcBef>
              <a:buFont typeface="Arial" panose="020B0604020202020204" pitchFamily="34" charset="0"/>
              <a:buChar char="•"/>
              <a:defRPr sz="1800"/>
            </a:lvl2pPr>
            <a:lvl3pPr marL="1200150" indent="-285750">
              <a:buFont typeface="Arial" panose="020B0604020202020204" pitchFamily="34" charset="0"/>
              <a:buChar char="•"/>
              <a:defRPr sz="1800"/>
            </a:lvl3pPr>
            <a:lvl4pPr marL="1543050" indent="-171450">
              <a:buFont typeface="Arial" panose="020B0604020202020204" pitchFamily="34" charset="0"/>
              <a:buChar char="•"/>
              <a:defRPr sz="1600"/>
            </a:lvl4pPr>
            <a:lvl5pPr marL="20002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2D7D801-633C-CE57-E71E-374841BC961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400" y="4071318"/>
            <a:ext cx="580051" cy="52731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A2B6CBF-11E2-C169-EE71-30A8506FABF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415400" y="2921183"/>
            <a:ext cx="580051" cy="52731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190C877-8A5F-89AA-D981-D9AF1CDA8985}"/>
              </a:ext>
            </a:extLst>
          </p:cNvPr>
          <p:cNvSpPr/>
          <p:nvPr userDrawn="1"/>
        </p:nvSpPr>
        <p:spPr>
          <a:xfrm>
            <a:off x="5248225" y="4997998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7A13E58-3945-ED91-F016-C261DDA4DD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08158" y="4991858"/>
            <a:ext cx="5319486" cy="926680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spcBef>
                <a:spcPts val="0"/>
              </a:spcBef>
              <a:buFont typeface="Arial" panose="020B0604020202020204" pitchFamily="34" charset="0"/>
              <a:buChar char="•"/>
              <a:defRPr sz="1800"/>
            </a:lvl2pPr>
            <a:lvl3pPr marL="1200150" indent="-285750">
              <a:buFont typeface="Arial" panose="020B0604020202020204" pitchFamily="34" charset="0"/>
              <a:buNone/>
              <a:defRPr sz="1800"/>
            </a:lvl3pPr>
            <a:lvl4pPr marL="1543050" indent="-171450">
              <a:buFont typeface="Arial" panose="020B0604020202020204" pitchFamily="34" charset="0"/>
              <a:buChar char="•"/>
              <a:defRPr sz="1600"/>
            </a:lvl4pPr>
            <a:lvl5pPr marL="20002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6158CFA-56A7-C24B-73CB-1168ED3CBF4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415400" y="5191538"/>
            <a:ext cx="580051" cy="52731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B638258-6BAD-0504-A990-DA5853887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97032" y="1659227"/>
            <a:ext cx="6423947" cy="730483"/>
          </a:xfrm>
        </p:spPr>
        <p:txBody>
          <a:bodyPr wrap="square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 marL="15430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4pPr>
            <a:lvl5pPr marL="20002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043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Single Corner Rounded 27">
            <a:extLst>
              <a:ext uri="{FF2B5EF4-FFF2-40B4-BE49-F238E27FC236}">
                <a16:creationId xmlns:a16="http://schemas.microsoft.com/office/drawing/2014/main" id="{F0C31279-E187-26CC-FFDA-5230D0446CCB}"/>
              </a:ext>
            </a:extLst>
          </p:cNvPr>
          <p:cNvSpPr/>
          <p:nvPr userDrawn="1"/>
        </p:nvSpPr>
        <p:spPr>
          <a:xfrm flipV="1">
            <a:off x="0" y="1"/>
            <a:ext cx="12191998" cy="3102014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09A0A5A-B7B5-D299-6311-ACF924F97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891" y="626385"/>
            <a:ext cx="10360218" cy="1356942"/>
          </a:xfrm>
        </p:spPr>
        <p:txBody>
          <a:bodyPr anchor="ctr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2B8369F-E5B6-6180-5A61-ECACF5368B95}"/>
              </a:ext>
            </a:extLst>
          </p:cNvPr>
          <p:cNvSpPr/>
          <p:nvPr userDrawn="1"/>
        </p:nvSpPr>
        <p:spPr>
          <a:xfrm>
            <a:off x="5542788" y="2563032"/>
            <a:ext cx="1106424" cy="11064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619C5F4-3A7D-EE0F-9EF2-F200851445EB}"/>
              </a:ext>
            </a:extLst>
          </p:cNvPr>
          <p:cNvSpPr/>
          <p:nvPr userDrawn="1"/>
        </p:nvSpPr>
        <p:spPr>
          <a:xfrm>
            <a:off x="9428098" y="2563032"/>
            <a:ext cx="1106424" cy="11064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E59457E-334D-42DF-FB87-7DE747164882}"/>
              </a:ext>
            </a:extLst>
          </p:cNvPr>
          <p:cNvSpPr/>
          <p:nvPr userDrawn="1"/>
        </p:nvSpPr>
        <p:spPr>
          <a:xfrm>
            <a:off x="1660133" y="2563032"/>
            <a:ext cx="1106424" cy="11064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2D6244B-0AC5-F228-4E86-837C6701E4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114" y="3917870"/>
            <a:ext cx="2863134" cy="1985090"/>
          </a:xfrm>
        </p:spPr>
        <p:txBody>
          <a:bodyPr wrap="square" anchor="t">
            <a:norm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457200" indent="0" algn="ctr">
              <a:buFont typeface="Arial" panose="020B0604020202020204" pitchFamily="34" charset="0"/>
              <a:buNone/>
              <a:defRPr sz="1600"/>
            </a:lvl2pPr>
            <a:lvl3pPr marL="1200150" indent="-285750" algn="ctr">
              <a:buFont typeface="Arial" panose="020B0604020202020204" pitchFamily="34" charset="0"/>
              <a:buChar char="•"/>
              <a:defRPr sz="1400"/>
            </a:lvl3pPr>
            <a:lvl4pPr marL="1543050" indent="-171450" algn="ctr">
              <a:buFont typeface="Arial" panose="020B0604020202020204" pitchFamily="34" charset="0"/>
              <a:buChar char="•"/>
              <a:defRPr sz="1200"/>
            </a:lvl4pPr>
            <a:lvl5pPr marL="2000250" indent="-171450" algn="ctr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4398E153-8538-295B-7CB9-FC2FDD378A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862413" y="2796142"/>
            <a:ext cx="701862" cy="63805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D94ADBC6-1345-7670-EF4D-6B099EC0D82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64428" y="3917870"/>
            <a:ext cx="2863134" cy="1985090"/>
          </a:xfrm>
        </p:spPr>
        <p:txBody>
          <a:bodyPr wrap="square" anchor="t">
            <a:normAutofit/>
          </a:bodyPr>
          <a:lstStyle>
            <a:lvl1pPr marL="0" indent="0" algn="ctr">
              <a:spcBef>
                <a:spcPts val="600"/>
              </a:spcBef>
              <a:buFont typeface="Arial" panose="020B0604020202020204" pitchFamily="34" charset="0"/>
              <a:buNone/>
              <a:defRPr sz="2000"/>
            </a:lvl1pPr>
            <a:lvl2pPr marL="457200" indent="0" algn="ctr">
              <a:buFont typeface="Arial" panose="020B0604020202020204" pitchFamily="34" charset="0"/>
              <a:buNone/>
              <a:defRPr sz="1600"/>
            </a:lvl2pPr>
            <a:lvl3pPr marL="1200150" indent="-285750" algn="ctr">
              <a:buFont typeface="Arial" panose="020B0604020202020204" pitchFamily="34" charset="0"/>
              <a:buChar char="•"/>
              <a:defRPr sz="1400"/>
            </a:lvl3pPr>
            <a:lvl4pPr marL="1543050" indent="-171450" algn="ctr">
              <a:buFont typeface="Arial" panose="020B0604020202020204" pitchFamily="34" charset="0"/>
              <a:buChar char="•"/>
              <a:defRPr sz="1200"/>
            </a:lvl4pPr>
            <a:lvl5pPr marL="2000250" indent="-171450" algn="ctr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5768D983-B70B-BC5C-E016-190510E8F49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49742" y="3917870"/>
            <a:ext cx="2863134" cy="1985090"/>
          </a:xfrm>
        </p:spPr>
        <p:txBody>
          <a:bodyPr wrap="square" anchor="t">
            <a:normAutofit/>
          </a:bodyPr>
          <a:lstStyle>
            <a:lvl1pPr marL="0" indent="0" algn="ctr">
              <a:spcBef>
                <a:spcPts val="600"/>
              </a:spcBef>
              <a:buFont typeface="Arial" panose="020B0604020202020204" pitchFamily="34" charset="0"/>
              <a:buNone/>
              <a:defRPr sz="2000"/>
            </a:lvl1pPr>
            <a:lvl2pPr marL="457200" indent="0" algn="ctr">
              <a:buFont typeface="Arial" panose="020B0604020202020204" pitchFamily="34" charset="0"/>
              <a:buNone/>
              <a:defRPr sz="1600"/>
            </a:lvl2pPr>
            <a:lvl3pPr marL="1200150" indent="-285750" algn="ctr">
              <a:buFont typeface="Arial" panose="020B0604020202020204" pitchFamily="34" charset="0"/>
              <a:buChar char="•"/>
              <a:defRPr sz="1400"/>
            </a:lvl3pPr>
            <a:lvl4pPr marL="1543050" indent="-171450" algn="ctr">
              <a:buFont typeface="Arial" panose="020B0604020202020204" pitchFamily="34" charset="0"/>
              <a:buChar char="•"/>
              <a:defRPr sz="1200"/>
            </a:lvl4pPr>
            <a:lvl5pPr marL="2000250" indent="-171450" algn="ctr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363D4B34-A93E-F1D3-043B-AB171C8AD34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745064" y="2796142"/>
            <a:ext cx="701862" cy="63805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6B2AD497-21E1-8DED-3775-19F027AD860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630378" y="2796142"/>
            <a:ext cx="701862" cy="63805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20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42652471-1B40-279E-6DD4-11C315B6CFB1}"/>
              </a:ext>
            </a:extLst>
          </p:cNvPr>
          <p:cNvSpPr/>
          <p:nvPr userDrawn="1"/>
        </p:nvSpPr>
        <p:spPr>
          <a:xfrm flipV="1">
            <a:off x="0" y="-1"/>
            <a:ext cx="12191998" cy="1607379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91F6C3-648F-8F55-4711-6E418AE43A7C}"/>
              </a:ext>
            </a:extLst>
          </p:cNvPr>
          <p:cNvSpPr/>
          <p:nvPr userDrawn="1"/>
        </p:nvSpPr>
        <p:spPr>
          <a:xfrm>
            <a:off x="467810" y="2421303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060F0AA-CE02-D9A9-63A7-70FBB3298B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743" y="2292872"/>
            <a:ext cx="4097541" cy="1275034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64E20E30-2E12-31D8-6D89-F6DC7E9B186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4985" y="2589030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AAC5193-4332-C34D-7CA5-8CB5698C57AB}"/>
              </a:ext>
            </a:extLst>
          </p:cNvPr>
          <p:cNvSpPr/>
          <p:nvPr userDrawn="1"/>
        </p:nvSpPr>
        <p:spPr>
          <a:xfrm>
            <a:off x="467810" y="4418233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A16C4BDF-C18C-5960-5263-A10B786767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527743" y="4289802"/>
            <a:ext cx="4097541" cy="1275034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51714601-C03D-F602-D25E-EF62BB79327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34985" y="4585960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FE8CD5C-6E67-0C6C-1419-FB09FDF34CD6}"/>
              </a:ext>
            </a:extLst>
          </p:cNvPr>
          <p:cNvSpPr/>
          <p:nvPr userDrawn="1"/>
        </p:nvSpPr>
        <p:spPr>
          <a:xfrm>
            <a:off x="6307607" y="2421303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1954FF80-A605-E9AE-86C1-A19D5CD10A7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367540" y="2292872"/>
            <a:ext cx="4097541" cy="1275034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325E5B77-6A6B-6B48-B2A4-A3522581D8E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474782" y="2589030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1989EE9-4C7C-935E-5D80-52F64240206C}"/>
              </a:ext>
            </a:extLst>
          </p:cNvPr>
          <p:cNvSpPr/>
          <p:nvPr userDrawn="1"/>
        </p:nvSpPr>
        <p:spPr>
          <a:xfrm>
            <a:off x="6307607" y="4418233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7EC9EAB3-2CF0-69E9-674C-9390A65CFE6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367540" y="4289802"/>
            <a:ext cx="4097541" cy="1275034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85446E67-04DC-8011-9455-52A454DB8E8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474782" y="4585960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500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cons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42652471-1B40-279E-6DD4-11C315B6CFB1}"/>
              </a:ext>
            </a:extLst>
          </p:cNvPr>
          <p:cNvSpPr/>
          <p:nvPr userDrawn="1"/>
        </p:nvSpPr>
        <p:spPr>
          <a:xfrm flipV="1">
            <a:off x="0" y="-1"/>
            <a:ext cx="12191998" cy="1607379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91F6C3-648F-8F55-4711-6E418AE43A7C}"/>
              </a:ext>
            </a:extLst>
          </p:cNvPr>
          <p:cNvSpPr/>
          <p:nvPr userDrawn="1"/>
        </p:nvSpPr>
        <p:spPr>
          <a:xfrm>
            <a:off x="467810" y="2072078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060F0AA-CE02-D9A9-63A7-70FBB3298B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743" y="2051482"/>
            <a:ext cx="409754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64E20E30-2E12-31D8-6D89-F6DC7E9B186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4985" y="2239805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AAC5193-4332-C34D-7CA5-8CB5698C57AB}"/>
              </a:ext>
            </a:extLst>
          </p:cNvPr>
          <p:cNvSpPr/>
          <p:nvPr userDrawn="1"/>
        </p:nvSpPr>
        <p:spPr>
          <a:xfrm>
            <a:off x="467810" y="3464135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A16C4BDF-C18C-5960-5263-A10B786767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527743" y="3443539"/>
            <a:ext cx="409754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51714601-C03D-F602-D25E-EF62BB79327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34985" y="3631862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9AAEC73-A144-19B4-AFA4-44268AAAFB43}"/>
              </a:ext>
            </a:extLst>
          </p:cNvPr>
          <p:cNvSpPr/>
          <p:nvPr userDrawn="1"/>
        </p:nvSpPr>
        <p:spPr>
          <a:xfrm>
            <a:off x="467810" y="4879140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A0B2D593-3EBA-9342-71AD-EA6B2ED08EA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527743" y="4858544"/>
            <a:ext cx="409754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Picture Placeholder 3">
            <a:extLst>
              <a:ext uri="{FF2B5EF4-FFF2-40B4-BE49-F238E27FC236}">
                <a16:creationId xmlns:a16="http://schemas.microsoft.com/office/drawing/2014/main" id="{F7E36379-6FB5-26B8-EA28-27B09E8CCE8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34985" y="5046867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FE8CD5C-6E67-0C6C-1419-FB09FDF34CD6}"/>
              </a:ext>
            </a:extLst>
          </p:cNvPr>
          <p:cNvSpPr/>
          <p:nvPr userDrawn="1"/>
        </p:nvSpPr>
        <p:spPr>
          <a:xfrm>
            <a:off x="6307607" y="2072078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1954FF80-A605-E9AE-86C1-A19D5CD10A7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367540" y="2051482"/>
            <a:ext cx="409754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325E5B77-6A6B-6B48-B2A4-A3522581D8E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474782" y="2239805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1989EE9-4C7C-935E-5D80-52F64240206C}"/>
              </a:ext>
            </a:extLst>
          </p:cNvPr>
          <p:cNvSpPr/>
          <p:nvPr userDrawn="1"/>
        </p:nvSpPr>
        <p:spPr>
          <a:xfrm>
            <a:off x="6307607" y="3464135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7EC9EAB3-2CF0-69E9-674C-9390A65CFE6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367540" y="3443539"/>
            <a:ext cx="409754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85446E67-04DC-8011-9455-52A454DB8E8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474782" y="3631862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378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cons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42652471-1B40-279E-6DD4-11C315B6CFB1}"/>
              </a:ext>
            </a:extLst>
          </p:cNvPr>
          <p:cNvSpPr/>
          <p:nvPr userDrawn="1"/>
        </p:nvSpPr>
        <p:spPr>
          <a:xfrm flipV="1">
            <a:off x="0" y="-1"/>
            <a:ext cx="12191998" cy="1607379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91F6C3-648F-8F55-4711-6E418AE43A7C}"/>
              </a:ext>
            </a:extLst>
          </p:cNvPr>
          <p:cNvSpPr/>
          <p:nvPr userDrawn="1"/>
        </p:nvSpPr>
        <p:spPr>
          <a:xfrm>
            <a:off x="467810" y="2072078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060F0AA-CE02-D9A9-63A7-70FBB3298B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743" y="2051482"/>
            <a:ext cx="409754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64E20E30-2E12-31D8-6D89-F6DC7E9B186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4985" y="2239805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AAC5193-4332-C34D-7CA5-8CB5698C57AB}"/>
              </a:ext>
            </a:extLst>
          </p:cNvPr>
          <p:cNvSpPr/>
          <p:nvPr userDrawn="1"/>
        </p:nvSpPr>
        <p:spPr>
          <a:xfrm>
            <a:off x="467810" y="3464135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A16C4BDF-C18C-5960-5263-A10B786767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527743" y="3443539"/>
            <a:ext cx="409754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51714601-C03D-F602-D25E-EF62BB79327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34985" y="3631862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9AAEC73-A144-19B4-AFA4-44268AAAFB43}"/>
              </a:ext>
            </a:extLst>
          </p:cNvPr>
          <p:cNvSpPr/>
          <p:nvPr userDrawn="1"/>
        </p:nvSpPr>
        <p:spPr>
          <a:xfrm>
            <a:off x="467810" y="4879140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A0B2D593-3EBA-9342-71AD-EA6B2ED08EA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527743" y="4858544"/>
            <a:ext cx="409754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Picture Placeholder 3">
            <a:extLst>
              <a:ext uri="{FF2B5EF4-FFF2-40B4-BE49-F238E27FC236}">
                <a16:creationId xmlns:a16="http://schemas.microsoft.com/office/drawing/2014/main" id="{F7E36379-6FB5-26B8-EA28-27B09E8CCE8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34985" y="5046867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FE8CD5C-6E67-0C6C-1419-FB09FDF34CD6}"/>
              </a:ext>
            </a:extLst>
          </p:cNvPr>
          <p:cNvSpPr/>
          <p:nvPr userDrawn="1"/>
        </p:nvSpPr>
        <p:spPr>
          <a:xfrm>
            <a:off x="6307607" y="2072078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1954FF80-A605-E9AE-86C1-A19D5CD10A7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367540" y="2051482"/>
            <a:ext cx="409754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325E5B77-6A6B-6B48-B2A4-A3522581D8E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474782" y="2239805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1989EE9-4C7C-935E-5D80-52F64240206C}"/>
              </a:ext>
            </a:extLst>
          </p:cNvPr>
          <p:cNvSpPr/>
          <p:nvPr userDrawn="1"/>
        </p:nvSpPr>
        <p:spPr>
          <a:xfrm>
            <a:off x="6307607" y="3464135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7EC9EAB3-2CF0-69E9-674C-9390A65CFE6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367540" y="3443539"/>
            <a:ext cx="409754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85446E67-04DC-8011-9455-52A454DB8E8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474782" y="3631862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9718F52-4453-3412-F3C4-3837A075AFA6}"/>
              </a:ext>
            </a:extLst>
          </p:cNvPr>
          <p:cNvSpPr/>
          <p:nvPr userDrawn="1"/>
        </p:nvSpPr>
        <p:spPr>
          <a:xfrm>
            <a:off x="6307607" y="4879140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EB7142F2-E692-1D07-6A23-3568A58058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367540" y="4858544"/>
            <a:ext cx="409754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Picture Placeholder 3">
            <a:extLst>
              <a:ext uri="{FF2B5EF4-FFF2-40B4-BE49-F238E27FC236}">
                <a16:creationId xmlns:a16="http://schemas.microsoft.com/office/drawing/2014/main" id="{D7756E78-6B5D-F24D-7FF7-899F1A56488F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474782" y="5046867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19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icons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42652471-1B40-279E-6DD4-11C315B6CFB1}"/>
              </a:ext>
            </a:extLst>
          </p:cNvPr>
          <p:cNvSpPr/>
          <p:nvPr userDrawn="1"/>
        </p:nvSpPr>
        <p:spPr>
          <a:xfrm flipV="1">
            <a:off x="0" y="-1"/>
            <a:ext cx="12191998" cy="1607379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91F6C3-648F-8F55-4711-6E418AE43A7C}"/>
              </a:ext>
            </a:extLst>
          </p:cNvPr>
          <p:cNvSpPr/>
          <p:nvPr userDrawn="1"/>
        </p:nvSpPr>
        <p:spPr>
          <a:xfrm>
            <a:off x="509374" y="1847066"/>
            <a:ext cx="831273" cy="832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060F0AA-CE02-D9A9-63A7-70FBB3298B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743" y="1828396"/>
            <a:ext cx="4097541" cy="870865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64E20E30-2E12-31D8-6D89-F6DC7E9B186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1351" y="1999575"/>
            <a:ext cx="527319" cy="5279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AAC5193-4332-C34D-7CA5-8CB5698C57AB}"/>
              </a:ext>
            </a:extLst>
          </p:cNvPr>
          <p:cNvSpPr/>
          <p:nvPr userDrawn="1"/>
        </p:nvSpPr>
        <p:spPr>
          <a:xfrm>
            <a:off x="509374" y="2960682"/>
            <a:ext cx="831273" cy="832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A16C4BDF-C18C-5960-5263-A10B786767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527743" y="2942012"/>
            <a:ext cx="4097541" cy="870865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51714601-C03D-F602-D25E-EF62BB79327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61351" y="3113191"/>
            <a:ext cx="527319" cy="5279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9AAEC73-A144-19B4-AFA4-44268AAAFB43}"/>
              </a:ext>
            </a:extLst>
          </p:cNvPr>
          <p:cNvSpPr/>
          <p:nvPr userDrawn="1"/>
        </p:nvSpPr>
        <p:spPr>
          <a:xfrm>
            <a:off x="509374" y="4074298"/>
            <a:ext cx="831273" cy="832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A0B2D593-3EBA-9342-71AD-EA6B2ED08EA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527743" y="4055628"/>
            <a:ext cx="4097541" cy="870865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Picture Placeholder 3">
            <a:extLst>
              <a:ext uri="{FF2B5EF4-FFF2-40B4-BE49-F238E27FC236}">
                <a16:creationId xmlns:a16="http://schemas.microsoft.com/office/drawing/2014/main" id="{F7E36379-6FB5-26B8-EA28-27B09E8CCE8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1351" y="4226807"/>
            <a:ext cx="527319" cy="5279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1D76561-F800-A063-EA70-F3B0915671E1}"/>
              </a:ext>
            </a:extLst>
          </p:cNvPr>
          <p:cNvSpPr/>
          <p:nvPr userDrawn="1"/>
        </p:nvSpPr>
        <p:spPr>
          <a:xfrm>
            <a:off x="509374" y="5187948"/>
            <a:ext cx="831273" cy="832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6032B64A-4A48-5DE6-EB47-3C3EEABAF95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527743" y="5169278"/>
            <a:ext cx="4097541" cy="870865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D4396A59-C134-57A6-E30C-F4832550C50B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61351" y="5340457"/>
            <a:ext cx="527319" cy="5279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FE8CD5C-6E67-0C6C-1419-FB09FDF34CD6}"/>
              </a:ext>
            </a:extLst>
          </p:cNvPr>
          <p:cNvSpPr/>
          <p:nvPr userDrawn="1"/>
        </p:nvSpPr>
        <p:spPr>
          <a:xfrm>
            <a:off x="6349171" y="1847066"/>
            <a:ext cx="831273" cy="832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1954FF80-A605-E9AE-86C1-A19D5CD10A7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367540" y="1828396"/>
            <a:ext cx="4097541" cy="870865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325E5B77-6A6B-6B48-B2A4-A3522581D8E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501148" y="1999575"/>
            <a:ext cx="527319" cy="5279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1989EE9-4C7C-935E-5D80-52F64240206C}"/>
              </a:ext>
            </a:extLst>
          </p:cNvPr>
          <p:cNvSpPr/>
          <p:nvPr userDrawn="1"/>
        </p:nvSpPr>
        <p:spPr>
          <a:xfrm>
            <a:off x="6349171" y="2960682"/>
            <a:ext cx="831273" cy="832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7EC9EAB3-2CF0-69E9-674C-9390A65CFE6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367540" y="2942012"/>
            <a:ext cx="4097541" cy="870865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85446E67-04DC-8011-9455-52A454DB8E8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501148" y="3113191"/>
            <a:ext cx="527319" cy="5279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9718F52-4453-3412-F3C4-3837A075AFA6}"/>
              </a:ext>
            </a:extLst>
          </p:cNvPr>
          <p:cNvSpPr/>
          <p:nvPr userDrawn="1"/>
        </p:nvSpPr>
        <p:spPr>
          <a:xfrm>
            <a:off x="6349171" y="4074298"/>
            <a:ext cx="831273" cy="832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EB7142F2-E692-1D07-6A23-3568A58058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367540" y="4055628"/>
            <a:ext cx="4097541" cy="870865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Picture Placeholder 3">
            <a:extLst>
              <a:ext uri="{FF2B5EF4-FFF2-40B4-BE49-F238E27FC236}">
                <a16:creationId xmlns:a16="http://schemas.microsoft.com/office/drawing/2014/main" id="{D7756E78-6B5D-F24D-7FF7-899F1A56488F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501148" y="4226807"/>
            <a:ext cx="527319" cy="5279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5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icons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42652471-1B40-279E-6DD4-11C315B6CFB1}"/>
              </a:ext>
            </a:extLst>
          </p:cNvPr>
          <p:cNvSpPr/>
          <p:nvPr userDrawn="1"/>
        </p:nvSpPr>
        <p:spPr>
          <a:xfrm flipV="1">
            <a:off x="0" y="-1"/>
            <a:ext cx="12191998" cy="1607379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91F6C3-648F-8F55-4711-6E418AE43A7C}"/>
              </a:ext>
            </a:extLst>
          </p:cNvPr>
          <p:cNvSpPr/>
          <p:nvPr userDrawn="1"/>
        </p:nvSpPr>
        <p:spPr>
          <a:xfrm>
            <a:off x="509374" y="1847066"/>
            <a:ext cx="831273" cy="832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060F0AA-CE02-D9A9-63A7-70FBB3298B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743" y="1828396"/>
            <a:ext cx="4097541" cy="870865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64E20E30-2E12-31D8-6D89-F6DC7E9B186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1351" y="1999575"/>
            <a:ext cx="527319" cy="5279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AAC5193-4332-C34D-7CA5-8CB5698C57AB}"/>
              </a:ext>
            </a:extLst>
          </p:cNvPr>
          <p:cNvSpPr/>
          <p:nvPr userDrawn="1"/>
        </p:nvSpPr>
        <p:spPr>
          <a:xfrm>
            <a:off x="509374" y="2960682"/>
            <a:ext cx="831273" cy="832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A16C4BDF-C18C-5960-5263-A10B786767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527743" y="2942012"/>
            <a:ext cx="4097541" cy="870865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51714601-C03D-F602-D25E-EF62BB79327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61351" y="3113191"/>
            <a:ext cx="527319" cy="5279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9AAEC73-A144-19B4-AFA4-44268AAAFB43}"/>
              </a:ext>
            </a:extLst>
          </p:cNvPr>
          <p:cNvSpPr/>
          <p:nvPr userDrawn="1"/>
        </p:nvSpPr>
        <p:spPr>
          <a:xfrm>
            <a:off x="509374" y="4074298"/>
            <a:ext cx="831273" cy="832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A0B2D593-3EBA-9342-71AD-EA6B2ED08EA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527743" y="4055628"/>
            <a:ext cx="4097541" cy="870865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Picture Placeholder 3">
            <a:extLst>
              <a:ext uri="{FF2B5EF4-FFF2-40B4-BE49-F238E27FC236}">
                <a16:creationId xmlns:a16="http://schemas.microsoft.com/office/drawing/2014/main" id="{F7E36379-6FB5-26B8-EA28-27B09E8CCE8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1351" y="4226807"/>
            <a:ext cx="527319" cy="5279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1D76561-F800-A063-EA70-F3B0915671E1}"/>
              </a:ext>
            </a:extLst>
          </p:cNvPr>
          <p:cNvSpPr/>
          <p:nvPr userDrawn="1"/>
        </p:nvSpPr>
        <p:spPr>
          <a:xfrm>
            <a:off x="509374" y="5187948"/>
            <a:ext cx="831273" cy="832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6032B64A-4A48-5DE6-EB47-3C3EEABAF95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527743" y="5169278"/>
            <a:ext cx="4097541" cy="870865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D4396A59-C134-57A6-E30C-F4832550C50B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61351" y="5340457"/>
            <a:ext cx="527319" cy="5279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FE8CD5C-6E67-0C6C-1419-FB09FDF34CD6}"/>
              </a:ext>
            </a:extLst>
          </p:cNvPr>
          <p:cNvSpPr/>
          <p:nvPr userDrawn="1"/>
        </p:nvSpPr>
        <p:spPr>
          <a:xfrm>
            <a:off x="6349171" y="1847066"/>
            <a:ext cx="831273" cy="832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1954FF80-A605-E9AE-86C1-A19D5CD10A7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367540" y="1828396"/>
            <a:ext cx="4097541" cy="870865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325E5B77-6A6B-6B48-B2A4-A3522581D8E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501148" y="1999575"/>
            <a:ext cx="527319" cy="5279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1989EE9-4C7C-935E-5D80-52F64240206C}"/>
              </a:ext>
            </a:extLst>
          </p:cNvPr>
          <p:cNvSpPr/>
          <p:nvPr userDrawn="1"/>
        </p:nvSpPr>
        <p:spPr>
          <a:xfrm>
            <a:off x="6349171" y="2960682"/>
            <a:ext cx="831273" cy="832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7EC9EAB3-2CF0-69E9-674C-9390A65CFE6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367540" y="2942012"/>
            <a:ext cx="4097541" cy="870865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85446E67-04DC-8011-9455-52A454DB8E8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501148" y="3113191"/>
            <a:ext cx="527319" cy="5279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9718F52-4453-3412-F3C4-3837A075AFA6}"/>
              </a:ext>
            </a:extLst>
          </p:cNvPr>
          <p:cNvSpPr/>
          <p:nvPr userDrawn="1"/>
        </p:nvSpPr>
        <p:spPr>
          <a:xfrm>
            <a:off x="6349171" y="4074298"/>
            <a:ext cx="831273" cy="832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EB7142F2-E692-1D07-6A23-3568A58058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367540" y="4055628"/>
            <a:ext cx="4097541" cy="870865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Picture Placeholder 3">
            <a:extLst>
              <a:ext uri="{FF2B5EF4-FFF2-40B4-BE49-F238E27FC236}">
                <a16:creationId xmlns:a16="http://schemas.microsoft.com/office/drawing/2014/main" id="{D7756E78-6B5D-F24D-7FF7-899F1A56488F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501148" y="4226807"/>
            <a:ext cx="527319" cy="5279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6CB021E-1874-440C-F2B6-66C9A87196FA}"/>
              </a:ext>
            </a:extLst>
          </p:cNvPr>
          <p:cNvSpPr/>
          <p:nvPr userDrawn="1"/>
        </p:nvSpPr>
        <p:spPr>
          <a:xfrm>
            <a:off x="6349171" y="5187948"/>
            <a:ext cx="831273" cy="832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Text Placeholder 14">
            <a:extLst>
              <a:ext uri="{FF2B5EF4-FFF2-40B4-BE49-F238E27FC236}">
                <a16:creationId xmlns:a16="http://schemas.microsoft.com/office/drawing/2014/main" id="{35888075-302C-3430-7B1E-56406063CE9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367540" y="5169278"/>
            <a:ext cx="4097541" cy="870865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1" name="Picture Placeholder 3">
            <a:extLst>
              <a:ext uri="{FF2B5EF4-FFF2-40B4-BE49-F238E27FC236}">
                <a16:creationId xmlns:a16="http://schemas.microsoft.com/office/drawing/2014/main" id="{2D51C851-E2CB-67F3-C06C-28403A11E3C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501148" y="5340457"/>
            <a:ext cx="527319" cy="5279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1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 + 2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BD05B29E-9C03-4195-471C-5AFE4BDD9A87}"/>
              </a:ext>
            </a:extLst>
          </p:cNvPr>
          <p:cNvSpPr/>
          <p:nvPr userDrawn="1"/>
        </p:nvSpPr>
        <p:spPr>
          <a:xfrm>
            <a:off x="1" y="0"/>
            <a:ext cx="4795520" cy="6250330"/>
          </a:xfrm>
          <a:prstGeom prst="round1Rect">
            <a:avLst>
              <a:gd name="adj" fmla="val 2391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1" y="1193834"/>
            <a:ext cx="3905405" cy="1357973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6BFB510-B88B-59F7-95A4-481D180469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811" y="2643072"/>
            <a:ext cx="3905406" cy="2691376"/>
          </a:xfrm>
        </p:spPr>
        <p:txBody>
          <a:bodyPr wrap="square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 marL="15430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4pPr>
            <a:lvl5pPr marL="20002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0CB236C-2DBC-C2C0-3E78-1873ECB46475}"/>
              </a:ext>
            </a:extLst>
          </p:cNvPr>
          <p:cNvSpPr/>
          <p:nvPr userDrawn="1"/>
        </p:nvSpPr>
        <p:spPr>
          <a:xfrm>
            <a:off x="5121970" y="1727492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1050B186-48E0-ECDD-7450-185C314F21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1903" y="1337337"/>
            <a:ext cx="5542285" cy="1697070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7BFF062-D454-C9F7-E82C-1560B9A4025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89145" y="1895219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3A9243-4B62-E891-31F4-C22D8BFDEA20}"/>
              </a:ext>
            </a:extLst>
          </p:cNvPr>
          <p:cNvSpPr/>
          <p:nvPr userDrawn="1"/>
        </p:nvSpPr>
        <p:spPr>
          <a:xfrm>
            <a:off x="5121970" y="4173547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259BE751-FDBE-867F-394A-2FCBDD8DF69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181903" y="3782802"/>
            <a:ext cx="5542285" cy="1697070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592B481-5495-4529-DFDE-3DC6E521BA7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289145" y="4340938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28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 + 3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BD05B29E-9C03-4195-471C-5AFE4BDD9A87}"/>
              </a:ext>
            </a:extLst>
          </p:cNvPr>
          <p:cNvSpPr/>
          <p:nvPr userDrawn="1"/>
        </p:nvSpPr>
        <p:spPr>
          <a:xfrm>
            <a:off x="1" y="0"/>
            <a:ext cx="4795520" cy="6250330"/>
          </a:xfrm>
          <a:prstGeom prst="round1Rect">
            <a:avLst>
              <a:gd name="adj" fmla="val 2391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1" y="1193834"/>
            <a:ext cx="3905405" cy="1357973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6BFB510-B88B-59F7-95A4-481D180469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811" y="2643530"/>
            <a:ext cx="3905406" cy="2691376"/>
          </a:xfrm>
        </p:spPr>
        <p:txBody>
          <a:bodyPr wrap="square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 marL="15430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4pPr>
            <a:lvl5pPr marL="20002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0CB236C-2DBC-C2C0-3E78-1873ECB46475}"/>
              </a:ext>
            </a:extLst>
          </p:cNvPr>
          <p:cNvSpPr/>
          <p:nvPr userDrawn="1"/>
        </p:nvSpPr>
        <p:spPr>
          <a:xfrm>
            <a:off x="5121970" y="733186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1050B186-48E0-ECDD-7450-185C314F21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1903" y="420171"/>
            <a:ext cx="5542285" cy="1542791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7BFF062-D454-C9F7-E82C-1560B9A4025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89145" y="900913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3A9243-4B62-E891-31F4-C22D8BFDEA20}"/>
              </a:ext>
            </a:extLst>
          </p:cNvPr>
          <p:cNvSpPr/>
          <p:nvPr userDrawn="1"/>
        </p:nvSpPr>
        <p:spPr>
          <a:xfrm>
            <a:off x="5121970" y="2667375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259BE751-FDBE-867F-394A-2FCBDD8DF69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181903" y="2353770"/>
            <a:ext cx="5542285" cy="1542791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592B481-5495-4529-DFDE-3DC6E521BA7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289145" y="2834766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A975C01-7203-8298-CD1A-676BE464A9D1}"/>
              </a:ext>
            </a:extLst>
          </p:cNvPr>
          <p:cNvSpPr/>
          <p:nvPr userDrawn="1"/>
        </p:nvSpPr>
        <p:spPr>
          <a:xfrm>
            <a:off x="5121970" y="4600974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2B861A9-2D71-3A7E-8572-F37746C5094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181903" y="4287369"/>
            <a:ext cx="5542285" cy="1542791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91E3EB18-3A3F-B04D-EF9F-06682F695EA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289145" y="4768365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68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scription +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BD05B29E-9C03-4195-471C-5AFE4BDD9A87}"/>
              </a:ext>
            </a:extLst>
          </p:cNvPr>
          <p:cNvSpPr/>
          <p:nvPr userDrawn="1"/>
        </p:nvSpPr>
        <p:spPr>
          <a:xfrm>
            <a:off x="1" y="0"/>
            <a:ext cx="4795520" cy="6250330"/>
          </a:xfrm>
          <a:prstGeom prst="round1Rect">
            <a:avLst>
              <a:gd name="adj" fmla="val 2391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1" y="1193834"/>
            <a:ext cx="3905405" cy="1357973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6BFB510-B88B-59F7-95A4-481D180469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811" y="2644678"/>
            <a:ext cx="3905406" cy="2691376"/>
          </a:xfrm>
        </p:spPr>
        <p:txBody>
          <a:bodyPr wrap="square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 marL="15430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4pPr>
            <a:lvl5pPr marL="20002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0CB236C-2DBC-C2C0-3E78-1873ECB46475}"/>
              </a:ext>
            </a:extLst>
          </p:cNvPr>
          <p:cNvSpPr/>
          <p:nvPr userDrawn="1"/>
        </p:nvSpPr>
        <p:spPr>
          <a:xfrm>
            <a:off x="5121970" y="474925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1050B186-48E0-ECDD-7450-185C314F21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1903" y="454329"/>
            <a:ext cx="5542285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7BFF062-D454-C9F7-E82C-1560B9A4025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89145" y="642652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3A9243-4B62-E891-31F4-C22D8BFDEA20}"/>
              </a:ext>
            </a:extLst>
          </p:cNvPr>
          <p:cNvSpPr/>
          <p:nvPr userDrawn="1"/>
        </p:nvSpPr>
        <p:spPr>
          <a:xfrm>
            <a:off x="5121970" y="1959942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259BE751-FDBE-867F-394A-2FCBDD8DF69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181903" y="1938756"/>
            <a:ext cx="5542285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592B481-5495-4529-DFDE-3DC6E521BA7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289145" y="2127333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A975C01-7203-8298-CD1A-676BE464A9D1}"/>
              </a:ext>
            </a:extLst>
          </p:cNvPr>
          <p:cNvSpPr/>
          <p:nvPr userDrawn="1"/>
        </p:nvSpPr>
        <p:spPr>
          <a:xfrm>
            <a:off x="5121970" y="3444371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2B861A9-2D71-3A7E-8572-F37746C5094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181903" y="3423185"/>
            <a:ext cx="5542285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91E3EB18-3A3F-B04D-EF9F-06682F695EA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289145" y="3611762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A0D69DC-80A8-1BC2-C5F1-32490EC44CF8}"/>
              </a:ext>
            </a:extLst>
          </p:cNvPr>
          <p:cNvSpPr/>
          <p:nvPr userDrawn="1"/>
        </p:nvSpPr>
        <p:spPr>
          <a:xfrm>
            <a:off x="5121970" y="4928208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72DC11F-4934-3D80-0ADD-0FE02D7F68F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181903" y="4907612"/>
            <a:ext cx="5542285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875EFB5-2BE9-E567-950D-218842594417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5289145" y="5095935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338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 +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BD05B29E-9C03-4195-471C-5AFE4BDD9A87}"/>
              </a:ext>
            </a:extLst>
          </p:cNvPr>
          <p:cNvSpPr/>
          <p:nvPr userDrawn="1"/>
        </p:nvSpPr>
        <p:spPr>
          <a:xfrm>
            <a:off x="1" y="0"/>
            <a:ext cx="4795520" cy="6250330"/>
          </a:xfrm>
          <a:prstGeom prst="round1Rect">
            <a:avLst>
              <a:gd name="adj" fmla="val 2391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1" y="1193834"/>
            <a:ext cx="3905405" cy="1357973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6BFB510-B88B-59F7-95A4-481D180469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811" y="2644221"/>
            <a:ext cx="3905406" cy="2691376"/>
          </a:xfrm>
        </p:spPr>
        <p:txBody>
          <a:bodyPr wrap="square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 marL="15430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4pPr>
            <a:lvl5pPr marL="20002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0CB236C-2DBC-C2C0-3E78-1873ECB46475}"/>
              </a:ext>
            </a:extLst>
          </p:cNvPr>
          <p:cNvSpPr/>
          <p:nvPr userDrawn="1"/>
        </p:nvSpPr>
        <p:spPr>
          <a:xfrm>
            <a:off x="5121970" y="953901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1050B186-48E0-ECDD-7450-185C314F21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1904" y="933305"/>
            <a:ext cx="207795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7BFF062-D454-C9F7-E82C-1560B9A4025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89145" y="1121628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3A9243-4B62-E891-31F4-C22D8BFDEA20}"/>
              </a:ext>
            </a:extLst>
          </p:cNvPr>
          <p:cNvSpPr/>
          <p:nvPr userDrawn="1"/>
        </p:nvSpPr>
        <p:spPr>
          <a:xfrm>
            <a:off x="5121970" y="2697119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259BE751-FDBE-867F-394A-2FCBDD8DF69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181904" y="2676523"/>
            <a:ext cx="207795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592B481-5495-4529-DFDE-3DC6E521BA7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289145" y="2864846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A975C01-7203-8298-CD1A-676BE464A9D1}"/>
              </a:ext>
            </a:extLst>
          </p:cNvPr>
          <p:cNvSpPr/>
          <p:nvPr userDrawn="1"/>
        </p:nvSpPr>
        <p:spPr>
          <a:xfrm>
            <a:off x="5121970" y="4440337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2B861A9-2D71-3A7E-8572-F37746C5094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181904" y="4419741"/>
            <a:ext cx="207795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91E3EB18-3A3F-B04D-EF9F-06682F695EA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289145" y="4608064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A0D69DC-80A8-1BC2-C5F1-32490EC44CF8}"/>
              </a:ext>
            </a:extLst>
          </p:cNvPr>
          <p:cNvSpPr/>
          <p:nvPr userDrawn="1"/>
        </p:nvSpPr>
        <p:spPr>
          <a:xfrm>
            <a:off x="8586304" y="953901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72DC11F-4934-3D80-0ADD-0FE02D7F68F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646238" y="933305"/>
            <a:ext cx="207795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875EFB5-2BE9-E567-950D-218842594417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753479" y="1121628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1C2FC3A-2BCF-F67B-86E7-DD0317DA8E44}"/>
              </a:ext>
            </a:extLst>
          </p:cNvPr>
          <p:cNvSpPr/>
          <p:nvPr userDrawn="1"/>
        </p:nvSpPr>
        <p:spPr>
          <a:xfrm>
            <a:off x="8586304" y="2697119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1BD5CDCD-89F7-36A0-456E-67A607C5BB5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646238" y="2676523"/>
            <a:ext cx="207795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297713D0-2651-13CF-91BE-080EEC7F9C4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753479" y="2864846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612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 +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BD05B29E-9C03-4195-471C-5AFE4BDD9A87}"/>
              </a:ext>
            </a:extLst>
          </p:cNvPr>
          <p:cNvSpPr/>
          <p:nvPr userDrawn="1"/>
        </p:nvSpPr>
        <p:spPr>
          <a:xfrm>
            <a:off x="1" y="0"/>
            <a:ext cx="4795520" cy="6250330"/>
          </a:xfrm>
          <a:prstGeom prst="round1Rect">
            <a:avLst>
              <a:gd name="adj" fmla="val 2391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1" y="1193834"/>
            <a:ext cx="3905405" cy="1357973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6BFB510-B88B-59F7-95A4-481D180469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811" y="2651576"/>
            <a:ext cx="3905406" cy="2691376"/>
          </a:xfrm>
        </p:spPr>
        <p:txBody>
          <a:bodyPr wrap="square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 marL="15430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4pPr>
            <a:lvl5pPr marL="20002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0CB236C-2DBC-C2C0-3E78-1873ECB46475}"/>
              </a:ext>
            </a:extLst>
          </p:cNvPr>
          <p:cNvSpPr/>
          <p:nvPr userDrawn="1"/>
        </p:nvSpPr>
        <p:spPr>
          <a:xfrm>
            <a:off x="5121970" y="953901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1050B186-48E0-ECDD-7450-185C314F21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1904" y="933305"/>
            <a:ext cx="207795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7BFF062-D454-C9F7-E82C-1560B9A4025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89145" y="1121628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3A9243-4B62-E891-31F4-C22D8BFDEA20}"/>
              </a:ext>
            </a:extLst>
          </p:cNvPr>
          <p:cNvSpPr/>
          <p:nvPr userDrawn="1"/>
        </p:nvSpPr>
        <p:spPr>
          <a:xfrm>
            <a:off x="5121970" y="2697119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259BE751-FDBE-867F-394A-2FCBDD8DF69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181904" y="2676523"/>
            <a:ext cx="207795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592B481-5495-4529-DFDE-3DC6E521BA7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289145" y="2864846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A975C01-7203-8298-CD1A-676BE464A9D1}"/>
              </a:ext>
            </a:extLst>
          </p:cNvPr>
          <p:cNvSpPr/>
          <p:nvPr userDrawn="1"/>
        </p:nvSpPr>
        <p:spPr>
          <a:xfrm>
            <a:off x="5121970" y="4440337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2B861A9-2D71-3A7E-8572-F37746C5094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181904" y="4419741"/>
            <a:ext cx="207795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91E3EB18-3A3F-B04D-EF9F-06682F695EA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289145" y="4608064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A0D69DC-80A8-1BC2-C5F1-32490EC44CF8}"/>
              </a:ext>
            </a:extLst>
          </p:cNvPr>
          <p:cNvSpPr/>
          <p:nvPr userDrawn="1"/>
        </p:nvSpPr>
        <p:spPr>
          <a:xfrm>
            <a:off x="8586304" y="953901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72DC11F-4934-3D80-0ADD-0FE02D7F68F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646238" y="933305"/>
            <a:ext cx="207795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875EFB5-2BE9-E567-950D-218842594417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753479" y="1121628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1C2FC3A-2BCF-F67B-86E7-DD0317DA8E44}"/>
              </a:ext>
            </a:extLst>
          </p:cNvPr>
          <p:cNvSpPr/>
          <p:nvPr userDrawn="1"/>
        </p:nvSpPr>
        <p:spPr>
          <a:xfrm>
            <a:off x="8586304" y="2697119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1BD5CDCD-89F7-36A0-456E-67A607C5BB5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646238" y="2676523"/>
            <a:ext cx="207795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297713D0-2651-13CF-91BE-080EEC7F9C4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753479" y="2864846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8F34707-D442-C86C-D909-BEFA891EA433}"/>
              </a:ext>
            </a:extLst>
          </p:cNvPr>
          <p:cNvSpPr/>
          <p:nvPr userDrawn="1"/>
        </p:nvSpPr>
        <p:spPr>
          <a:xfrm>
            <a:off x="8586304" y="4440337"/>
            <a:ext cx="914400" cy="915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F6585187-9838-396B-83A3-68C82275D6FD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646238" y="4419741"/>
            <a:ext cx="2077951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CF6DF74-DFF4-F90B-C78F-4A636B7D90A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753479" y="4608064"/>
            <a:ext cx="580051" cy="580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73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3C3DF769-1DE4-4F7E-3A71-C3D164D29246}"/>
              </a:ext>
            </a:extLst>
          </p:cNvPr>
          <p:cNvSpPr/>
          <p:nvPr userDrawn="1"/>
        </p:nvSpPr>
        <p:spPr>
          <a:xfrm>
            <a:off x="0" y="0"/>
            <a:ext cx="2743200" cy="6250330"/>
          </a:xfrm>
          <a:prstGeom prst="round1Rect">
            <a:avLst>
              <a:gd name="adj" fmla="val 2391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80C5CD50-D036-33AB-5DA5-75F34F9BE58C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532731" y="1100782"/>
            <a:ext cx="4239744" cy="4239744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pt-BR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B26469-BDDE-FA41-D604-778633BA3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5207" y="1929019"/>
            <a:ext cx="6153872" cy="701731"/>
          </a:xfrm>
        </p:spPr>
        <p:txBody>
          <a:bodyPr anchor="b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E866F557-CA6E-26D2-EB51-7F7DAE4876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05206" y="2830866"/>
            <a:ext cx="6153871" cy="2321335"/>
          </a:xfrm>
        </p:spPr>
        <p:txBody>
          <a:bodyPr wrap="square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5430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4pPr>
            <a:lvl5pPr marL="20002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48315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Single Corner Rounded 27">
            <a:extLst>
              <a:ext uri="{FF2B5EF4-FFF2-40B4-BE49-F238E27FC236}">
                <a16:creationId xmlns:a16="http://schemas.microsoft.com/office/drawing/2014/main" id="{F0C31279-E187-26CC-FFDA-5230D0446CCB}"/>
              </a:ext>
            </a:extLst>
          </p:cNvPr>
          <p:cNvSpPr/>
          <p:nvPr userDrawn="1"/>
        </p:nvSpPr>
        <p:spPr>
          <a:xfrm flipV="1">
            <a:off x="0" y="0"/>
            <a:ext cx="12191998" cy="2453832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09A0A5A-B7B5-D299-6311-ACF924F97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891" y="380705"/>
            <a:ext cx="10360218" cy="894984"/>
          </a:xfrm>
        </p:spPr>
        <p:txBody>
          <a:bodyPr anchor="ctr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16ECE4-174B-5A27-91F0-ABF694528D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46318" y="3943350"/>
            <a:ext cx="3810831" cy="1971313"/>
          </a:xfrm>
        </p:spPr>
        <p:txBody>
          <a:bodyPr wrap="square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  <a:lvl2pPr marL="457200" indent="0" algn="ctr">
              <a:buFont typeface="Arial" panose="020B0604020202020204" pitchFamily="34" charset="0"/>
              <a:buNone/>
              <a:defRPr sz="1600"/>
            </a:lvl2pPr>
            <a:lvl3pPr marL="1200150" indent="-285750" algn="ctr">
              <a:buFont typeface="Arial" panose="020B0604020202020204" pitchFamily="34" charset="0"/>
              <a:buChar char="•"/>
              <a:defRPr sz="1400"/>
            </a:lvl3pPr>
            <a:lvl4pPr marL="1543050" indent="-171450" algn="ctr">
              <a:buFont typeface="Arial" panose="020B0604020202020204" pitchFamily="34" charset="0"/>
              <a:buChar char="•"/>
              <a:defRPr sz="1200"/>
            </a:lvl4pPr>
            <a:lvl5pPr marL="2000250" indent="-171450" algn="ctr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8423426-7CE6-6863-6223-316EEFEBE4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34853" y="3943350"/>
            <a:ext cx="3810831" cy="1971313"/>
          </a:xfrm>
        </p:spPr>
        <p:txBody>
          <a:bodyPr wrap="square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  <a:lvl2pPr marL="457200" indent="0" algn="ctr">
              <a:buFont typeface="Arial" panose="020B0604020202020204" pitchFamily="34" charset="0"/>
              <a:buNone/>
              <a:defRPr sz="1600"/>
            </a:lvl2pPr>
            <a:lvl3pPr marL="1200150" indent="-285750" algn="ctr">
              <a:buFont typeface="Arial" panose="020B0604020202020204" pitchFamily="34" charset="0"/>
              <a:buChar char="•"/>
              <a:defRPr sz="1400"/>
            </a:lvl3pPr>
            <a:lvl4pPr marL="1543050" indent="-171450" algn="ctr">
              <a:buFont typeface="Arial" panose="020B0604020202020204" pitchFamily="34" charset="0"/>
              <a:buChar char="•"/>
              <a:defRPr sz="1200"/>
            </a:lvl4pPr>
            <a:lvl5pPr marL="2000250" indent="-171450" algn="ctr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94E134BE-2F74-2DE6-F62D-2AF2A41CEE0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2715408" y="1701905"/>
            <a:ext cx="1472650" cy="14726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59777D7A-9326-0AE6-9FA8-FCDA10200D6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8003943" y="1701905"/>
            <a:ext cx="1472650" cy="14726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8592A406-38C0-8ACF-45E4-4C701B5980D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546318" y="3340462"/>
            <a:ext cx="3810831" cy="513737"/>
          </a:xfrm>
        </p:spPr>
        <p:txBody>
          <a:bodyPr wrap="square"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Font typeface="Arial" panose="020B0604020202020204" pitchFamily="34" charset="0"/>
              <a:buNone/>
              <a:defRPr sz="1600"/>
            </a:lvl2pPr>
            <a:lvl3pPr marL="1200150" indent="-285750" algn="ctr">
              <a:buFont typeface="Arial" panose="020B0604020202020204" pitchFamily="34" charset="0"/>
              <a:buChar char="•"/>
              <a:defRPr sz="1400"/>
            </a:lvl3pPr>
            <a:lvl4pPr marL="1543050" indent="-171450" algn="ctr">
              <a:buFont typeface="Arial" panose="020B0604020202020204" pitchFamily="34" charset="0"/>
              <a:buChar char="•"/>
              <a:defRPr sz="1200"/>
            </a:lvl4pPr>
            <a:lvl5pPr marL="2000250" indent="-171450" algn="ctr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Name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82C75928-B24A-427E-DD35-A3D7F629BAF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834853" y="3340462"/>
            <a:ext cx="3810831" cy="513737"/>
          </a:xfrm>
        </p:spPr>
        <p:txBody>
          <a:bodyPr wrap="square"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Font typeface="Arial" panose="020B0604020202020204" pitchFamily="34" charset="0"/>
              <a:buNone/>
              <a:defRPr sz="1600"/>
            </a:lvl2pPr>
            <a:lvl3pPr marL="1200150" indent="-285750" algn="ctr">
              <a:buFont typeface="Arial" panose="020B0604020202020204" pitchFamily="34" charset="0"/>
              <a:buChar char="•"/>
              <a:defRPr sz="1400"/>
            </a:lvl3pPr>
            <a:lvl4pPr marL="1543050" indent="-171450" algn="ctr">
              <a:buFont typeface="Arial" panose="020B0604020202020204" pitchFamily="34" charset="0"/>
              <a:buChar char="•"/>
              <a:defRPr sz="1200"/>
            </a:lvl4pPr>
            <a:lvl5pPr marL="2000250" indent="-171450" algn="ctr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Name</a:t>
            </a:r>
          </a:p>
        </p:txBody>
      </p:sp>
    </p:spTree>
    <p:extLst>
      <p:ext uri="{BB962C8B-B14F-4D97-AF65-F5344CB8AC3E}">
        <p14:creationId xmlns:p14="http://schemas.microsoft.com/office/powerpoint/2010/main" val="227430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Single Corner Rounded 27">
            <a:extLst>
              <a:ext uri="{FF2B5EF4-FFF2-40B4-BE49-F238E27FC236}">
                <a16:creationId xmlns:a16="http://schemas.microsoft.com/office/drawing/2014/main" id="{F0C31279-E187-26CC-FFDA-5230D0446CCB}"/>
              </a:ext>
            </a:extLst>
          </p:cNvPr>
          <p:cNvSpPr/>
          <p:nvPr userDrawn="1"/>
        </p:nvSpPr>
        <p:spPr>
          <a:xfrm flipV="1">
            <a:off x="0" y="0"/>
            <a:ext cx="12191998" cy="2453832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09A0A5A-B7B5-D299-6311-ACF924F97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891" y="380705"/>
            <a:ext cx="10360218" cy="894984"/>
          </a:xfrm>
        </p:spPr>
        <p:txBody>
          <a:bodyPr anchor="ctr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16ECE4-174B-5A27-91F0-ABF694528D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3708" y="4061186"/>
            <a:ext cx="3149447" cy="1853478"/>
          </a:xfrm>
        </p:spPr>
        <p:txBody>
          <a:bodyPr wrap="square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  <a:lvl2pPr marL="457200" indent="0" algn="ctr">
              <a:buFont typeface="Arial" panose="020B0604020202020204" pitchFamily="34" charset="0"/>
              <a:buNone/>
              <a:defRPr sz="1600"/>
            </a:lvl2pPr>
            <a:lvl3pPr marL="1200150" indent="-285750" algn="ctr">
              <a:buFont typeface="Arial" panose="020B0604020202020204" pitchFamily="34" charset="0"/>
              <a:buChar char="•"/>
              <a:defRPr sz="1400"/>
            </a:lvl3pPr>
            <a:lvl4pPr marL="1543050" indent="-171450" algn="ctr">
              <a:buFont typeface="Arial" panose="020B0604020202020204" pitchFamily="34" charset="0"/>
              <a:buChar char="•"/>
              <a:defRPr sz="1200"/>
            </a:lvl4pPr>
            <a:lvl5pPr marL="2000250" indent="-171450" algn="ctr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8423426-7CE6-6863-6223-316EEFEBE4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21276" y="4061186"/>
            <a:ext cx="3149447" cy="1853478"/>
          </a:xfrm>
        </p:spPr>
        <p:txBody>
          <a:bodyPr wrap="square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  <a:lvl2pPr marL="457200" indent="0" algn="ctr">
              <a:buFont typeface="Arial" panose="020B0604020202020204" pitchFamily="34" charset="0"/>
              <a:buNone/>
              <a:defRPr sz="1600"/>
            </a:lvl2pPr>
            <a:lvl3pPr marL="1200150" indent="-285750" algn="ctr">
              <a:buFont typeface="Arial" panose="020B0604020202020204" pitchFamily="34" charset="0"/>
              <a:buChar char="•"/>
              <a:defRPr sz="1400"/>
            </a:lvl3pPr>
            <a:lvl4pPr marL="1543050" indent="-171450" algn="ctr">
              <a:buFont typeface="Arial" panose="020B0604020202020204" pitchFamily="34" charset="0"/>
              <a:buChar char="•"/>
              <a:defRPr sz="1200"/>
            </a:lvl4pPr>
            <a:lvl5pPr marL="2000250" indent="-171450" algn="ctr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9D1CCF0F-240E-1729-DB7B-E292C71673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08844" y="4061186"/>
            <a:ext cx="3149447" cy="1853478"/>
          </a:xfrm>
        </p:spPr>
        <p:txBody>
          <a:bodyPr wrap="square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  <a:lvl2pPr marL="457200" indent="0" algn="ctr">
              <a:buFont typeface="Arial" panose="020B0604020202020204" pitchFamily="34" charset="0"/>
              <a:buNone/>
              <a:defRPr sz="1600"/>
            </a:lvl2pPr>
            <a:lvl3pPr marL="1200150" indent="-285750" algn="ctr">
              <a:buFont typeface="Arial" panose="020B0604020202020204" pitchFamily="34" charset="0"/>
              <a:buChar char="•"/>
              <a:defRPr sz="1400"/>
            </a:lvl3pPr>
            <a:lvl4pPr marL="1543050" indent="-171450" algn="ctr">
              <a:buFont typeface="Arial" panose="020B0604020202020204" pitchFamily="34" charset="0"/>
              <a:buChar char="•"/>
              <a:defRPr sz="1200"/>
            </a:lvl4pPr>
            <a:lvl5pPr marL="2000250" indent="-171450" algn="ctr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94E134BE-2F74-2DE6-F62D-2AF2A41CEE0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472106" y="1701905"/>
            <a:ext cx="1472650" cy="14726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59777D7A-9326-0AE6-9FA8-FCDA10200D6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359674" y="1701905"/>
            <a:ext cx="1472650" cy="14726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40F2ECEC-BB20-CC8A-A5E1-49A8DCE73D82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247242" y="1701905"/>
            <a:ext cx="1472650" cy="14726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8592A406-38C0-8ACF-45E4-4C701B5980D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3708" y="3340462"/>
            <a:ext cx="3149447" cy="660984"/>
          </a:xfrm>
        </p:spPr>
        <p:txBody>
          <a:bodyPr wrap="square"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Font typeface="Arial" panose="020B0604020202020204" pitchFamily="34" charset="0"/>
              <a:buNone/>
              <a:defRPr sz="1600"/>
            </a:lvl2pPr>
            <a:lvl3pPr marL="1200150" indent="-285750" algn="ctr">
              <a:buFont typeface="Arial" panose="020B0604020202020204" pitchFamily="34" charset="0"/>
              <a:buChar char="•"/>
              <a:defRPr sz="1400"/>
            </a:lvl3pPr>
            <a:lvl4pPr marL="1543050" indent="-171450" algn="ctr">
              <a:buFont typeface="Arial" panose="020B0604020202020204" pitchFamily="34" charset="0"/>
              <a:buChar char="•"/>
              <a:defRPr sz="1200"/>
            </a:lvl4pPr>
            <a:lvl5pPr marL="2000250" indent="-171450" algn="ctr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Name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82C75928-B24A-427E-DD35-A3D7F629BAF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521276" y="3340462"/>
            <a:ext cx="3149447" cy="660984"/>
          </a:xfrm>
        </p:spPr>
        <p:txBody>
          <a:bodyPr wrap="square"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Font typeface="Arial" panose="020B0604020202020204" pitchFamily="34" charset="0"/>
              <a:buNone/>
              <a:defRPr sz="1600"/>
            </a:lvl2pPr>
            <a:lvl3pPr marL="1200150" indent="-285750" algn="ctr">
              <a:buFont typeface="Arial" panose="020B0604020202020204" pitchFamily="34" charset="0"/>
              <a:buChar char="•"/>
              <a:defRPr sz="1400"/>
            </a:lvl3pPr>
            <a:lvl4pPr marL="1543050" indent="-171450" algn="ctr">
              <a:buFont typeface="Arial" panose="020B0604020202020204" pitchFamily="34" charset="0"/>
              <a:buChar char="•"/>
              <a:defRPr sz="1200"/>
            </a:lvl4pPr>
            <a:lvl5pPr marL="2000250" indent="-171450" algn="ctr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Name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6C9B336C-B9C3-2585-18DE-ADBCC71A4A8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408844" y="3340462"/>
            <a:ext cx="3149447" cy="660984"/>
          </a:xfrm>
        </p:spPr>
        <p:txBody>
          <a:bodyPr wrap="square"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Font typeface="Arial" panose="020B0604020202020204" pitchFamily="34" charset="0"/>
              <a:buNone/>
              <a:defRPr sz="1600"/>
            </a:lvl2pPr>
            <a:lvl3pPr marL="1200150" indent="-285750" algn="ctr">
              <a:buFont typeface="Arial" panose="020B0604020202020204" pitchFamily="34" charset="0"/>
              <a:buChar char="•"/>
              <a:defRPr sz="1400"/>
            </a:lvl3pPr>
            <a:lvl4pPr marL="1543050" indent="-171450" algn="ctr">
              <a:buFont typeface="Arial" panose="020B0604020202020204" pitchFamily="34" charset="0"/>
              <a:buChar char="•"/>
              <a:defRPr sz="1200"/>
            </a:lvl4pPr>
            <a:lvl5pPr marL="2000250" indent="-171450" algn="ctr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Name</a:t>
            </a:r>
          </a:p>
        </p:txBody>
      </p:sp>
    </p:spTree>
    <p:extLst>
      <p:ext uri="{BB962C8B-B14F-4D97-AF65-F5344CB8AC3E}">
        <p14:creationId xmlns:p14="http://schemas.microsoft.com/office/powerpoint/2010/main" val="2137032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42652471-1B40-279E-6DD4-11C315B6CFB1}"/>
              </a:ext>
            </a:extLst>
          </p:cNvPr>
          <p:cNvSpPr/>
          <p:nvPr userDrawn="1"/>
        </p:nvSpPr>
        <p:spPr>
          <a:xfrm flipV="1">
            <a:off x="0" y="-1"/>
            <a:ext cx="12191998" cy="1607379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293ADA49-EDA0-93DE-648A-E760B89F67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43803" y="2303085"/>
            <a:ext cx="3833860" cy="1275034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142B089-B0FB-97D0-B46E-0A79762B62F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743803" y="4279588"/>
            <a:ext cx="3833860" cy="1275034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3B5CAB6-96A4-5F7D-9748-D70BDA46DE8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787121" y="2303085"/>
            <a:ext cx="3833860" cy="1275034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4E1524F9-014F-984F-6C98-A8AA961A4FF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787121" y="4279588"/>
            <a:ext cx="3833860" cy="1275034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Picture Placeholder 7">
            <a:extLst>
              <a:ext uri="{FF2B5EF4-FFF2-40B4-BE49-F238E27FC236}">
                <a16:creationId xmlns:a16="http://schemas.microsoft.com/office/drawing/2014/main" id="{092F6391-A3D3-A980-E712-ECEC0DCBF35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67810" y="2387390"/>
            <a:ext cx="1106424" cy="11064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33" name="Picture Placeholder 7">
            <a:extLst>
              <a:ext uri="{FF2B5EF4-FFF2-40B4-BE49-F238E27FC236}">
                <a16:creationId xmlns:a16="http://schemas.microsoft.com/office/drawing/2014/main" id="{25756CA6-B8FC-B74A-BF3D-148C45CFAAB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67810" y="4363893"/>
            <a:ext cx="1106424" cy="11064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35" name="Picture Placeholder 7">
            <a:extLst>
              <a:ext uri="{FF2B5EF4-FFF2-40B4-BE49-F238E27FC236}">
                <a16:creationId xmlns:a16="http://schemas.microsoft.com/office/drawing/2014/main" id="{F5CCA2FE-7D75-E530-556E-66F79649AAB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511128" y="2387390"/>
            <a:ext cx="1106424" cy="11064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36" name="Picture Placeholder 7">
            <a:extLst>
              <a:ext uri="{FF2B5EF4-FFF2-40B4-BE49-F238E27FC236}">
                <a16:creationId xmlns:a16="http://schemas.microsoft.com/office/drawing/2014/main" id="{6155EE74-ABAC-C54C-958F-642657CEEA27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6511128" y="4363622"/>
            <a:ext cx="1106424" cy="11064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840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42652471-1B40-279E-6DD4-11C315B6CFB1}"/>
              </a:ext>
            </a:extLst>
          </p:cNvPr>
          <p:cNvSpPr/>
          <p:nvPr userDrawn="1"/>
        </p:nvSpPr>
        <p:spPr>
          <a:xfrm flipV="1">
            <a:off x="0" y="-1"/>
            <a:ext cx="12191998" cy="1607379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293ADA49-EDA0-93DE-648A-E760B89F67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43803" y="2051482"/>
            <a:ext cx="3833860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142B089-B0FB-97D0-B46E-0A79762B62F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743803" y="3443539"/>
            <a:ext cx="3833860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1842380A-8755-8E4D-7B0A-7F3A00EBDE5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743803" y="4858544"/>
            <a:ext cx="3833860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3B5CAB6-96A4-5F7D-9748-D70BDA46DE8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787121" y="2051482"/>
            <a:ext cx="3833860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4E1524F9-014F-984F-6C98-A8AA961A4FF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787121" y="3443539"/>
            <a:ext cx="3833860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Picture Placeholder 7">
            <a:extLst>
              <a:ext uri="{FF2B5EF4-FFF2-40B4-BE49-F238E27FC236}">
                <a16:creationId xmlns:a16="http://schemas.microsoft.com/office/drawing/2014/main" id="{092F6391-A3D3-A980-E712-ECEC0DCBF35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67810" y="1977246"/>
            <a:ext cx="1106424" cy="11064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33" name="Picture Placeholder 7">
            <a:extLst>
              <a:ext uri="{FF2B5EF4-FFF2-40B4-BE49-F238E27FC236}">
                <a16:creationId xmlns:a16="http://schemas.microsoft.com/office/drawing/2014/main" id="{25756CA6-B8FC-B74A-BF3D-148C45CFAAB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67810" y="3369303"/>
            <a:ext cx="1106424" cy="11064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34" name="Picture Placeholder 7">
            <a:extLst>
              <a:ext uri="{FF2B5EF4-FFF2-40B4-BE49-F238E27FC236}">
                <a16:creationId xmlns:a16="http://schemas.microsoft.com/office/drawing/2014/main" id="{917FC540-5FDA-503D-EDE4-4C420128BEA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67810" y="4784308"/>
            <a:ext cx="1106424" cy="11064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35" name="Picture Placeholder 7">
            <a:extLst>
              <a:ext uri="{FF2B5EF4-FFF2-40B4-BE49-F238E27FC236}">
                <a16:creationId xmlns:a16="http://schemas.microsoft.com/office/drawing/2014/main" id="{F5CCA2FE-7D75-E530-556E-66F79649AAB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511128" y="1977246"/>
            <a:ext cx="1106424" cy="11064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36" name="Picture Placeholder 7">
            <a:extLst>
              <a:ext uri="{FF2B5EF4-FFF2-40B4-BE49-F238E27FC236}">
                <a16:creationId xmlns:a16="http://schemas.microsoft.com/office/drawing/2014/main" id="{6155EE74-ABAC-C54C-958F-642657CEEA27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6511128" y="3369032"/>
            <a:ext cx="1106424" cy="11064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6751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42652471-1B40-279E-6DD4-11C315B6CFB1}"/>
              </a:ext>
            </a:extLst>
          </p:cNvPr>
          <p:cNvSpPr/>
          <p:nvPr userDrawn="1"/>
        </p:nvSpPr>
        <p:spPr>
          <a:xfrm flipV="1">
            <a:off x="0" y="-1"/>
            <a:ext cx="12191998" cy="1607379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293ADA49-EDA0-93DE-648A-E760B89F67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43803" y="2051482"/>
            <a:ext cx="3833860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142B089-B0FB-97D0-B46E-0A79762B62F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743803" y="3443539"/>
            <a:ext cx="3833860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1842380A-8755-8E4D-7B0A-7F3A00EBDE5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743803" y="4858544"/>
            <a:ext cx="3833860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3B5CAB6-96A4-5F7D-9748-D70BDA46DE8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787121" y="2051482"/>
            <a:ext cx="3833860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4E1524F9-014F-984F-6C98-A8AA961A4FF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787121" y="3443539"/>
            <a:ext cx="3833860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C4BBE77-BCE0-9D59-EDC3-4BBE27F5A59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787121" y="4858544"/>
            <a:ext cx="3833860" cy="957952"/>
          </a:xfrm>
        </p:spPr>
        <p:txBody>
          <a:bodyPr wrap="square" anchor="ctr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Picture Placeholder 7">
            <a:extLst>
              <a:ext uri="{FF2B5EF4-FFF2-40B4-BE49-F238E27FC236}">
                <a16:creationId xmlns:a16="http://schemas.microsoft.com/office/drawing/2014/main" id="{092F6391-A3D3-A980-E712-ECEC0DCBF35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67810" y="1977246"/>
            <a:ext cx="1106424" cy="11064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33" name="Picture Placeholder 7">
            <a:extLst>
              <a:ext uri="{FF2B5EF4-FFF2-40B4-BE49-F238E27FC236}">
                <a16:creationId xmlns:a16="http://schemas.microsoft.com/office/drawing/2014/main" id="{25756CA6-B8FC-B74A-BF3D-148C45CFAAB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67810" y="3369303"/>
            <a:ext cx="1106424" cy="11064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34" name="Picture Placeholder 7">
            <a:extLst>
              <a:ext uri="{FF2B5EF4-FFF2-40B4-BE49-F238E27FC236}">
                <a16:creationId xmlns:a16="http://schemas.microsoft.com/office/drawing/2014/main" id="{917FC540-5FDA-503D-EDE4-4C420128BEA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67810" y="4784308"/>
            <a:ext cx="1106424" cy="11064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35" name="Picture Placeholder 7">
            <a:extLst>
              <a:ext uri="{FF2B5EF4-FFF2-40B4-BE49-F238E27FC236}">
                <a16:creationId xmlns:a16="http://schemas.microsoft.com/office/drawing/2014/main" id="{F5CCA2FE-7D75-E530-556E-66F79649AAB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511128" y="1977246"/>
            <a:ext cx="1106424" cy="11064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36" name="Picture Placeholder 7">
            <a:extLst>
              <a:ext uri="{FF2B5EF4-FFF2-40B4-BE49-F238E27FC236}">
                <a16:creationId xmlns:a16="http://schemas.microsoft.com/office/drawing/2014/main" id="{6155EE74-ABAC-C54C-958F-642657CEEA27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6511128" y="3369032"/>
            <a:ext cx="1106424" cy="11064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37" name="Picture Placeholder 7">
            <a:extLst>
              <a:ext uri="{FF2B5EF4-FFF2-40B4-BE49-F238E27FC236}">
                <a16:creationId xmlns:a16="http://schemas.microsoft.com/office/drawing/2014/main" id="{C3E4CF26-7B06-5998-DD64-B9E5443AC1A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511128" y="4784308"/>
            <a:ext cx="1106424" cy="11064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4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Sub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420891"/>
            <a:ext cx="11153171" cy="701731"/>
          </a:xfrm>
        </p:spPr>
        <p:txBody>
          <a:bodyPr anchor="t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8479E8BB-E8C7-F7B5-5C1C-C49E69F5D0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810" y="1381047"/>
            <a:ext cx="5423704" cy="1003337"/>
          </a:xfrm>
          <a:prstGeom prst="round1Rect">
            <a:avLst/>
          </a:prstGeom>
          <a:solidFill>
            <a:schemeClr val="tx2"/>
          </a:solidFill>
        </p:spPr>
        <p:txBody>
          <a:bodyPr lIns="274320" tIns="0" rIns="274320" anchor="ctr">
            <a:normAutofit/>
          </a:bodyPr>
          <a:lstStyle>
            <a:lvl1pPr marL="0" indent="0">
              <a:buNone/>
              <a:defRPr lang="en-US" sz="24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A6825E7F-F474-96AF-CA30-8542A5F781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0486" y="1381047"/>
            <a:ext cx="5423704" cy="1003337"/>
          </a:xfrm>
          <a:prstGeom prst="round1Rect">
            <a:avLst/>
          </a:prstGeom>
          <a:solidFill>
            <a:schemeClr val="accent2"/>
          </a:solidFill>
        </p:spPr>
        <p:txBody>
          <a:bodyPr lIns="274320" tIns="0" rIns="274320" anchor="ctr">
            <a:normAutofit/>
          </a:bodyPr>
          <a:lstStyle>
            <a:lvl1pPr marL="0" indent="0">
              <a:buNone/>
              <a:defRPr lang="en-US" sz="24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24B4AA9-7FEB-C918-A056-1683C0C873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810" y="2384384"/>
            <a:ext cx="5423704" cy="3507130"/>
          </a:xfrm>
          <a:solidFill>
            <a:schemeClr val="bg2"/>
          </a:solidFill>
        </p:spPr>
        <p:txBody>
          <a:bodyPr wrap="square" lIns="274320" tIns="274320" rIns="274320" bIns="274320" anchor="ctr">
            <a:normAutofit/>
          </a:bodyPr>
          <a:lstStyle>
            <a:lvl1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/>
            </a:lvl1pPr>
            <a:lvl2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E7CFD563-DAD5-7306-01F5-05FFAE69702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0486" y="2384384"/>
            <a:ext cx="5423704" cy="3507130"/>
          </a:xfrm>
          <a:solidFill>
            <a:schemeClr val="bg2"/>
          </a:solidFill>
        </p:spPr>
        <p:txBody>
          <a:bodyPr wrap="square" lIns="274320" tIns="274320" rIns="274320" bIns="274320" anchor="ctr">
            <a:normAutofit/>
          </a:bodyPr>
          <a:lstStyle>
            <a:lvl1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/>
            </a:lvl1pPr>
            <a:lvl2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/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7424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420891"/>
            <a:ext cx="11153171" cy="701731"/>
          </a:xfrm>
        </p:spPr>
        <p:txBody>
          <a:bodyPr anchor="t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FA147B8-CE60-FA97-DC90-E97A9AB858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810" y="1418210"/>
            <a:ext cx="5358023" cy="4418710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365760" tIns="365760" rIns="365760" bIns="36576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71D2058E-F98F-7CD7-FDA2-AA0AF51AC5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6169" y="1418210"/>
            <a:ext cx="5358023" cy="4418710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365760" tIns="365760" rIns="365760" bIns="36576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chemeClr val="tx2"/>
              </a:buClr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chemeClr val="tx2"/>
              </a:buClr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270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420891"/>
            <a:ext cx="11153171" cy="701731"/>
          </a:xfrm>
        </p:spPr>
        <p:txBody>
          <a:bodyPr anchor="t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FA147B8-CE60-FA97-DC90-E97A9AB858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810" y="1418210"/>
            <a:ext cx="3542191" cy="4418710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180000" tIns="180000" rIns="180000" bIns="18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71D2058E-F98F-7CD7-FDA2-AA0AF51AC5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4905" y="1418210"/>
            <a:ext cx="3542191" cy="4418710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180000" tIns="180000" rIns="180000" bIns="18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chemeClr val="tx2"/>
              </a:buClr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chemeClr val="tx2"/>
              </a:buClr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18527A8-1E04-EFE1-C1EE-A5C8F2881C3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1999" y="1418209"/>
            <a:ext cx="3542191" cy="4418710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180000" tIns="180000" rIns="180000" bIns="18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chemeClr val="tx2"/>
              </a:buClr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chemeClr val="tx2"/>
              </a:buClr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7547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420891"/>
            <a:ext cx="11153171" cy="701731"/>
          </a:xfrm>
        </p:spPr>
        <p:txBody>
          <a:bodyPr anchor="t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FA147B8-CE60-FA97-DC90-E97A9AB858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810" y="1418210"/>
            <a:ext cx="5425440" cy="2094645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180000" tIns="180000" rIns="180000" bIns="18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71D2058E-F98F-7CD7-FDA2-AA0AF51AC5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95541" y="1418210"/>
            <a:ext cx="5425440" cy="2094645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180000" tIns="180000" rIns="180000" bIns="18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18527A8-1E04-EFE1-C1EE-A5C8F2881C3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810" y="3781611"/>
            <a:ext cx="5425440" cy="2094645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180000" tIns="180000" rIns="180000" bIns="18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201C56A8-F1F9-26E0-2519-99FC5A1B5D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5541" y="3781612"/>
            <a:ext cx="5425440" cy="2094645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180000" tIns="180000" rIns="180000" bIns="18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5972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Text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420891"/>
            <a:ext cx="11153171" cy="701731"/>
          </a:xfrm>
        </p:spPr>
        <p:txBody>
          <a:bodyPr anchor="t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FA147B8-CE60-FA97-DC90-E97A9AB858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810" y="1418210"/>
            <a:ext cx="3542191" cy="2094645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180000" tIns="180000" rIns="180000" bIns="18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71D2058E-F98F-7CD7-FDA2-AA0AF51AC5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4905" y="1418210"/>
            <a:ext cx="3542191" cy="2094645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180000" tIns="180000" rIns="180000" bIns="18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18527A8-1E04-EFE1-C1EE-A5C8F2881C3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1999" y="1418209"/>
            <a:ext cx="3542191" cy="2094645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180000" tIns="180000" rIns="180000" bIns="18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201C56A8-F1F9-26E0-2519-99FC5A1B5D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7809" y="3781612"/>
            <a:ext cx="3542191" cy="2094645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180000" tIns="180000" rIns="180000" bIns="18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B35F0CD6-0D05-7F04-C331-F063639969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24903" y="3796869"/>
            <a:ext cx="3542191" cy="2094645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180000" tIns="180000" rIns="180000" bIns="18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0018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Text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420891"/>
            <a:ext cx="11153171" cy="701731"/>
          </a:xfrm>
        </p:spPr>
        <p:txBody>
          <a:bodyPr anchor="t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FA147B8-CE60-FA97-DC90-E97A9AB858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810" y="1418210"/>
            <a:ext cx="3542191" cy="2094645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180000" tIns="180000" rIns="180000" bIns="18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71D2058E-F98F-7CD7-FDA2-AA0AF51AC5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4905" y="1418210"/>
            <a:ext cx="3542191" cy="2094645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180000" tIns="180000" rIns="180000" bIns="18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18527A8-1E04-EFE1-C1EE-A5C8F2881C3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1999" y="1418209"/>
            <a:ext cx="3542191" cy="2094645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180000" tIns="180000" rIns="180000" bIns="18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201C56A8-F1F9-26E0-2519-99FC5A1B5D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7809" y="3781612"/>
            <a:ext cx="3542191" cy="2094645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180000" tIns="180000" rIns="180000" bIns="18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B35F0CD6-0D05-7F04-C331-F063639969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24903" y="3796869"/>
            <a:ext cx="3542191" cy="2094645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180000" tIns="180000" rIns="180000" bIns="18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5FFF9EF-BA0F-9019-B9EC-A77919E685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81997" y="3801020"/>
            <a:ext cx="3542191" cy="2094645"/>
          </a:xfrm>
          <a:prstGeom prst="roundRect">
            <a:avLst>
              <a:gd name="adj" fmla="val 5861"/>
            </a:avLst>
          </a:prstGeom>
          <a:solidFill>
            <a:schemeClr val="bg2"/>
          </a:solidFill>
        </p:spPr>
        <p:txBody>
          <a:bodyPr wrap="square" lIns="180000" tIns="180000" rIns="180000" bIns="18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735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BD05B29E-9C03-4195-471C-5AFE4BDD9A87}"/>
              </a:ext>
            </a:extLst>
          </p:cNvPr>
          <p:cNvSpPr/>
          <p:nvPr userDrawn="1"/>
        </p:nvSpPr>
        <p:spPr>
          <a:xfrm>
            <a:off x="0" y="0"/>
            <a:ext cx="6096000" cy="6250330"/>
          </a:xfrm>
          <a:prstGeom prst="round1Rect">
            <a:avLst>
              <a:gd name="adj" fmla="val 2391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1" y="902825"/>
            <a:ext cx="4988109" cy="1357973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6BFB510-B88B-59F7-95A4-481D180469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811" y="2497487"/>
            <a:ext cx="4988110" cy="3162534"/>
          </a:xfrm>
        </p:spPr>
        <p:txBody>
          <a:bodyPr wrap="square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5430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4pPr>
            <a:lvl5pPr marL="20002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hart Placeholder 27">
            <a:extLst>
              <a:ext uri="{FF2B5EF4-FFF2-40B4-BE49-F238E27FC236}">
                <a16:creationId xmlns:a16="http://schemas.microsoft.com/office/drawing/2014/main" id="{10589E9E-1618-B4C2-1910-044E7584672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563811" y="462784"/>
            <a:ext cx="5160378" cy="527826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accent2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340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con Conten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BD05B29E-9C03-4195-471C-5AFE4BDD9A87}"/>
              </a:ext>
            </a:extLst>
          </p:cNvPr>
          <p:cNvSpPr/>
          <p:nvPr userDrawn="1"/>
        </p:nvSpPr>
        <p:spPr>
          <a:xfrm>
            <a:off x="0" y="0"/>
            <a:ext cx="6096000" cy="6250330"/>
          </a:xfrm>
          <a:prstGeom prst="round1Rect">
            <a:avLst>
              <a:gd name="adj" fmla="val 2391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BB690A-C3CB-22EE-1519-7D5830565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689" y="587350"/>
            <a:ext cx="5060048" cy="131739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8D219B8-B689-7534-22E3-82CF1FB899AA}"/>
              </a:ext>
            </a:extLst>
          </p:cNvPr>
          <p:cNvSpPr/>
          <p:nvPr userDrawn="1"/>
        </p:nvSpPr>
        <p:spPr>
          <a:xfrm>
            <a:off x="467881" y="2551814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37E5E6-F92D-0BEC-9E77-6CA92EF2853C}"/>
              </a:ext>
            </a:extLst>
          </p:cNvPr>
          <p:cNvSpPr/>
          <p:nvPr userDrawn="1"/>
        </p:nvSpPr>
        <p:spPr>
          <a:xfrm>
            <a:off x="467881" y="4309049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52A32967-C770-A9FE-9A3B-DA8D03B8A2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7814" y="4087873"/>
            <a:ext cx="4190080" cy="1356752"/>
          </a:xfrm>
        </p:spPr>
        <p:txBody>
          <a:bodyPr wrap="square"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800"/>
            </a:lvl2pPr>
            <a:lvl3pPr marL="1200150" indent="-285750">
              <a:buFont typeface="Arial" panose="020B0604020202020204" pitchFamily="34" charset="0"/>
              <a:buNone/>
              <a:defRPr sz="1800"/>
            </a:lvl3pPr>
            <a:lvl4pPr marL="1543050" indent="-171450">
              <a:buFont typeface="Arial" panose="020B0604020202020204" pitchFamily="34" charset="0"/>
              <a:buChar char="•"/>
              <a:defRPr sz="1600"/>
            </a:lvl4pPr>
            <a:lvl5pPr marL="20002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D06BF5E9-439C-6956-EA0B-FCD96DA9D6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814" y="2330638"/>
            <a:ext cx="4190080" cy="1356752"/>
          </a:xfrm>
        </p:spPr>
        <p:txBody>
          <a:bodyPr wrap="square"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800"/>
            </a:lvl2pPr>
            <a:lvl3pPr marL="1200150" indent="-285750">
              <a:buFont typeface="Arial" panose="020B0604020202020204" pitchFamily="34" charset="0"/>
              <a:buChar char="•"/>
              <a:defRPr sz="1800"/>
            </a:lvl3pPr>
            <a:lvl4pPr marL="1543050" indent="-171450">
              <a:buFont typeface="Arial" panose="020B0604020202020204" pitchFamily="34" charset="0"/>
              <a:buChar char="•"/>
              <a:defRPr sz="1600"/>
            </a:lvl4pPr>
            <a:lvl5pPr marL="20002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6C476A5F-A5C1-2626-DCA4-A0BB1898DF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5056" y="4502589"/>
            <a:ext cx="580051" cy="52731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F7ACCA1D-FA11-CE9E-E6B5-38B1FDFC0A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5056" y="2745355"/>
            <a:ext cx="580051" cy="52731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Chart Placeholder 27">
            <a:extLst>
              <a:ext uri="{FF2B5EF4-FFF2-40B4-BE49-F238E27FC236}">
                <a16:creationId xmlns:a16="http://schemas.microsoft.com/office/drawing/2014/main" id="{F34AFE56-0AD6-7F1C-56A0-7011D2616659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6563811" y="462784"/>
            <a:ext cx="5160378" cy="527826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accent2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745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 Conten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BD05B29E-9C03-4195-471C-5AFE4BDD9A87}"/>
              </a:ext>
            </a:extLst>
          </p:cNvPr>
          <p:cNvSpPr/>
          <p:nvPr userDrawn="1"/>
        </p:nvSpPr>
        <p:spPr>
          <a:xfrm>
            <a:off x="0" y="0"/>
            <a:ext cx="6096000" cy="6250330"/>
          </a:xfrm>
          <a:prstGeom prst="round1Rect">
            <a:avLst>
              <a:gd name="adj" fmla="val 2391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BB690A-C3CB-22EE-1519-7D5830565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689" y="317919"/>
            <a:ext cx="5060048" cy="131739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8D219B8-B689-7534-22E3-82CF1FB899AA}"/>
              </a:ext>
            </a:extLst>
          </p:cNvPr>
          <p:cNvSpPr/>
          <p:nvPr userDrawn="1"/>
        </p:nvSpPr>
        <p:spPr>
          <a:xfrm>
            <a:off x="467881" y="1947597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37E5E6-F92D-0BEC-9E77-6CA92EF2853C}"/>
              </a:ext>
            </a:extLst>
          </p:cNvPr>
          <p:cNvSpPr/>
          <p:nvPr userDrawn="1"/>
        </p:nvSpPr>
        <p:spPr>
          <a:xfrm>
            <a:off x="467881" y="3361605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52A32967-C770-A9FE-9A3B-DA8D03B8A2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7814" y="3309131"/>
            <a:ext cx="4190080" cy="1019348"/>
          </a:xfrm>
        </p:spPr>
        <p:txBody>
          <a:bodyPr wrap="square"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800"/>
            </a:lvl2pPr>
            <a:lvl3pPr marL="1200150" indent="-285750">
              <a:buFont typeface="Arial" panose="020B0604020202020204" pitchFamily="34" charset="0"/>
              <a:buNone/>
              <a:defRPr sz="1800"/>
            </a:lvl3pPr>
            <a:lvl4pPr marL="1543050" indent="-171450">
              <a:buFont typeface="Arial" panose="020B0604020202020204" pitchFamily="34" charset="0"/>
              <a:buChar char="•"/>
              <a:defRPr sz="1600"/>
            </a:lvl4pPr>
            <a:lvl5pPr marL="20002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D06BF5E9-439C-6956-EA0B-FCD96DA9D6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814" y="1895123"/>
            <a:ext cx="4190080" cy="1019348"/>
          </a:xfrm>
        </p:spPr>
        <p:txBody>
          <a:bodyPr wrap="square"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800"/>
            </a:lvl2pPr>
            <a:lvl3pPr marL="1200150" indent="-285750">
              <a:buFont typeface="Arial" panose="020B0604020202020204" pitchFamily="34" charset="0"/>
              <a:buChar char="•"/>
              <a:defRPr sz="1800"/>
            </a:lvl3pPr>
            <a:lvl4pPr marL="1543050" indent="-171450">
              <a:buFont typeface="Arial" panose="020B0604020202020204" pitchFamily="34" charset="0"/>
              <a:buChar char="•"/>
              <a:defRPr sz="1600"/>
            </a:lvl4pPr>
            <a:lvl5pPr marL="20002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6C476A5F-A5C1-2626-DCA4-A0BB1898DF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5056" y="3555145"/>
            <a:ext cx="580051" cy="52731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F7ACCA1D-FA11-CE9E-E6B5-38B1FDFC0A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5056" y="2141138"/>
            <a:ext cx="580051" cy="52731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55192F3-F289-110D-AB02-E6DE00F57580}"/>
              </a:ext>
            </a:extLst>
          </p:cNvPr>
          <p:cNvSpPr/>
          <p:nvPr userDrawn="1"/>
        </p:nvSpPr>
        <p:spPr>
          <a:xfrm>
            <a:off x="467881" y="4776885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2F0DEFD0-C2CE-DD96-2043-84E7DDFC068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527814" y="4724411"/>
            <a:ext cx="4190080" cy="1019348"/>
          </a:xfrm>
        </p:spPr>
        <p:txBody>
          <a:bodyPr wrap="square"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800"/>
            </a:lvl2pPr>
            <a:lvl3pPr marL="1200150" indent="-285750">
              <a:buFont typeface="Arial" panose="020B0604020202020204" pitchFamily="34" charset="0"/>
              <a:buNone/>
              <a:defRPr sz="1800"/>
            </a:lvl3pPr>
            <a:lvl4pPr marL="1543050" indent="-171450">
              <a:buFont typeface="Arial" panose="020B0604020202020204" pitchFamily="34" charset="0"/>
              <a:buChar char="•"/>
              <a:defRPr sz="1600"/>
            </a:lvl4pPr>
            <a:lvl5pPr marL="20002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63C5BD2-F0A3-D09C-02C0-CE07D7DDA31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5056" y="4970425"/>
            <a:ext cx="580051" cy="52731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Chart Placeholder 27">
            <a:extLst>
              <a:ext uri="{FF2B5EF4-FFF2-40B4-BE49-F238E27FC236}">
                <a16:creationId xmlns:a16="http://schemas.microsoft.com/office/drawing/2014/main" id="{F34AFE56-0AD6-7F1C-56A0-7011D2616659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6563811" y="462784"/>
            <a:ext cx="5160378" cy="527826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accent2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217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42652471-1B40-279E-6DD4-11C315B6CFB1}"/>
              </a:ext>
            </a:extLst>
          </p:cNvPr>
          <p:cNvSpPr/>
          <p:nvPr userDrawn="1"/>
        </p:nvSpPr>
        <p:spPr>
          <a:xfrm flipV="1">
            <a:off x="0" y="-1"/>
            <a:ext cx="12191998" cy="1607379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" name="Chart Placeholder 27">
            <a:extLst>
              <a:ext uri="{FF2B5EF4-FFF2-40B4-BE49-F238E27FC236}">
                <a16:creationId xmlns:a16="http://schemas.microsoft.com/office/drawing/2014/main" id="{3C7AB06C-ECF4-3D26-CC28-0ED3011AB620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474563" y="1909824"/>
            <a:ext cx="11242876" cy="4038062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accent2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69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mparis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42652471-1B40-279E-6DD4-11C315B6CFB1}"/>
              </a:ext>
            </a:extLst>
          </p:cNvPr>
          <p:cNvSpPr/>
          <p:nvPr userDrawn="1"/>
        </p:nvSpPr>
        <p:spPr>
          <a:xfrm flipV="1">
            <a:off x="0" y="-1"/>
            <a:ext cx="12191998" cy="1607379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47E8BD-C424-36CE-FBC8-58F0D85BD3D7}"/>
              </a:ext>
            </a:extLst>
          </p:cNvPr>
          <p:cNvSpPr/>
          <p:nvPr userDrawn="1"/>
        </p:nvSpPr>
        <p:spPr>
          <a:xfrm>
            <a:off x="0" y="1607378"/>
            <a:ext cx="6096000" cy="46429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hart Placeholder 27">
            <a:extLst>
              <a:ext uri="{FF2B5EF4-FFF2-40B4-BE49-F238E27FC236}">
                <a16:creationId xmlns:a16="http://schemas.microsoft.com/office/drawing/2014/main" id="{07D42817-3DB9-360E-079A-8822F1276893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467811" y="1956123"/>
            <a:ext cx="5160378" cy="3968612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accent2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7" name="Chart Placeholder 27">
            <a:extLst>
              <a:ext uri="{FF2B5EF4-FFF2-40B4-BE49-F238E27FC236}">
                <a16:creationId xmlns:a16="http://schemas.microsoft.com/office/drawing/2014/main" id="{5DB10C55-5C6A-309E-C015-CD30F3E4D002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6563811" y="1956123"/>
            <a:ext cx="5160378" cy="3968612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accent2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9255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tems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42652471-1B40-279E-6DD4-11C315B6CFB1}"/>
              </a:ext>
            </a:extLst>
          </p:cNvPr>
          <p:cNvSpPr/>
          <p:nvPr userDrawn="1"/>
        </p:nvSpPr>
        <p:spPr>
          <a:xfrm flipV="1">
            <a:off x="0" y="-1"/>
            <a:ext cx="12191998" cy="1607379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6B69E3-26E5-D147-B353-823F03AB80B5}"/>
              </a:ext>
            </a:extLst>
          </p:cNvPr>
          <p:cNvCxnSpPr>
            <a:cxnSpLocks/>
          </p:cNvCxnSpPr>
          <p:nvPr userDrawn="1"/>
        </p:nvCxnSpPr>
        <p:spPr>
          <a:xfrm>
            <a:off x="0" y="3941569"/>
            <a:ext cx="12192000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372A52D-F1A8-5936-6E45-8A9D0637D760}"/>
              </a:ext>
            </a:extLst>
          </p:cNvPr>
          <p:cNvSpPr/>
          <p:nvPr userDrawn="1"/>
        </p:nvSpPr>
        <p:spPr>
          <a:xfrm>
            <a:off x="731203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46DA417-FACE-12DA-9258-AFBED6A43906}"/>
              </a:ext>
            </a:extLst>
          </p:cNvPr>
          <p:cNvSpPr/>
          <p:nvPr userDrawn="1"/>
        </p:nvSpPr>
        <p:spPr>
          <a:xfrm>
            <a:off x="4201360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28F855-44B5-8B65-3145-F56D6BB0A858}"/>
              </a:ext>
            </a:extLst>
          </p:cNvPr>
          <p:cNvSpPr/>
          <p:nvPr userDrawn="1"/>
        </p:nvSpPr>
        <p:spPr>
          <a:xfrm>
            <a:off x="7671517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DA213EB3-8646-400F-D3CA-1172E94B307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67810" y="4126273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4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72CD9E8-22D1-4858-0646-E51BF3839B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809" y="4445274"/>
            <a:ext cx="4316066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3F167763-51EE-8357-DE14-01E6655FC6B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942552" y="2065220"/>
            <a:ext cx="4316066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16">
            <a:extLst>
              <a:ext uri="{FF2B5EF4-FFF2-40B4-BE49-F238E27FC236}">
                <a16:creationId xmlns:a16="http://schemas.microsoft.com/office/drawing/2014/main" id="{A13903D3-C71A-FDF2-7689-436686132EA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937967" y="3481031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4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454D3111-AB5E-B440-3AF5-A720C0C2518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08125" y="4126273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4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291DF375-205D-D87D-51B2-F8B88EC1251D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7408124" y="4445274"/>
            <a:ext cx="4316066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4445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tems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42652471-1B40-279E-6DD4-11C315B6CFB1}"/>
              </a:ext>
            </a:extLst>
          </p:cNvPr>
          <p:cNvSpPr/>
          <p:nvPr userDrawn="1"/>
        </p:nvSpPr>
        <p:spPr>
          <a:xfrm flipV="1">
            <a:off x="0" y="-1"/>
            <a:ext cx="12191998" cy="1607379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6B69E3-26E5-D147-B353-823F03AB80B5}"/>
              </a:ext>
            </a:extLst>
          </p:cNvPr>
          <p:cNvCxnSpPr>
            <a:cxnSpLocks/>
          </p:cNvCxnSpPr>
          <p:nvPr userDrawn="1"/>
        </p:nvCxnSpPr>
        <p:spPr>
          <a:xfrm>
            <a:off x="0" y="3941569"/>
            <a:ext cx="12192000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372A52D-F1A8-5936-6E45-8A9D0637D760}"/>
              </a:ext>
            </a:extLst>
          </p:cNvPr>
          <p:cNvSpPr/>
          <p:nvPr userDrawn="1"/>
        </p:nvSpPr>
        <p:spPr>
          <a:xfrm>
            <a:off x="704030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46DA417-FACE-12DA-9258-AFBED6A43906}"/>
              </a:ext>
            </a:extLst>
          </p:cNvPr>
          <p:cNvSpPr/>
          <p:nvPr userDrawn="1"/>
        </p:nvSpPr>
        <p:spPr>
          <a:xfrm>
            <a:off x="3326052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28F855-44B5-8B65-3145-F56D6BB0A858}"/>
              </a:ext>
            </a:extLst>
          </p:cNvPr>
          <p:cNvSpPr/>
          <p:nvPr userDrawn="1"/>
        </p:nvSpPr>
        <p:spPr>
          <a:xfrm>
            <a:off x="5948074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5B1AC3-0D47-5608-E2FF-B34B93478C80}"/>
              </a:ext>
            </a:extLst>
          </p:cNvPr>
          <p:cNvSpPr/>
          <p:nvPr userDrawn="1"/>
        </p:nvSpPr>
        <p:spPr>
          <a:xfrm>
            <a:off x="8570095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DA213EB3-8646-400F-D3CA-1172E94B307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67810" y="4126273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4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72CD9E8-22D1-4858-0646-E51BF3839B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809" y="4445274"/>
            <a:ext cx="338573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16">
            <a:extLst>
              <a:ext uri="{FF2B5EF4-FFF2-40B4-BE49-F238E27FC236}">
                <a16:creationId xmlns:a16="http://schemas.microsoft.com/office/drawing/2014/main" id="{A13903D3-C71A-FDF2-7689-436686132EA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085247" y="3481031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4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3F167763-51EE-8357-DE14-01E6655FC6B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089832" y="2065220"/>
            <a:ext cx="3385730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454D3111-AB5E-B440-3AF5-A720C0C2518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711855" y="4126273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4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291DF375-205D-D87D-51B2-F8B88EC1251D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711854" y="4445274"/>
            <a:ext cx="338573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73498421-AB74-88E8-FAA6-308B60D2BA0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33875" y="3481031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4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C05832E4-02DF-65D8-04BD-A0D7B364B571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338460" y="2065220"/>
            <a:ext cx="3385730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380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tems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42652471-1B40-279E-6DD4-11C315B6CFB1}"/>
              </a:ext>
            </a:extLst>
          </p:cNvPr>
          <p:cNvSpPr/>
          <p:nvPr userDrawn="1"/>
        </p:nvSpPr>
        <p:spPr>
          <a:xfrm flipV="1">
            <a:off x="0" y="-1"/>
            <a:ext cx="12191998" cy="1607379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6B69E3-26E5-D147-B353-823F03AB80B5}"/>
              </a:ext>
            </a:extLst>
          </p:cNvPr>
          <p:cNvCxnSpPr>
            <a:cxnSpLocks/>
          </p:cNvCxnSpPr>
          <p:nvPr userDrawn="1"/>
        </p:nvCxnSpPr>
        <p:spPr>
          <a:xfrm>
            <a:off x="0" y="3941569"/>
            <a:ext cx="12192000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372A52D-F1A8-5936-6E45-8A9D0637D760}"/>
              </a:ext>
            </a:extLst>
          </p:cNvPr>
          <p:cNvSpPr/>
          <p:nvPr userDrawn="1"/>
        </p:nvSpPr>
        <p:spPr>
          <a:xfrm>
            <a:off x="719270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46DA417-FACE-12DA-9258-AFBED6A43906}"/>
              </a:ext>
            </a:extLst>
          </p:cNvPr>
          <p:cNvSpPr/>
          <p:nvPr userDrawn="1"/>
        </p:nvSpPr>
        <p:spPr>
          <a:xfrm>
            <a:off x="2785380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28F855-44B5-8B65-3145-F56D6BB0A858}"/>
              </a:ext>
            </a:extLst>
          </p:cNvPr>
          <p:cNvSpPr/>
          <p:nvPr userDrawn="1"/>
        </p:nvSpPr>
        <p:spPr>
          <a:xfrm>
            <a:off x="4851490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5B1AC3-0D47-5608-E2FF-B34B93478C80}"/>
              </a:ext>
            </a:extLst>
          </p:cNvPr>
          <p:cNvSpPr/>
          <p:nvPr userDrawn="1"/>
        </p:nvSpPr>
        <p:spPr>
          <a:xfrm>
            <a:off x="6917600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A2EC304-7E7D-846B-84CD-5DFA1677CB16}"/>
              </a:ext>
            </a:extLst>
          </p:cNvPr>
          <p:cNvSpPr/>
          <p:nvPr userDrawn="1"/>
        </p:nvSpPr>
        <p:spPr>
          <a:xfrm>
            <a:off x="8983711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DA213EB3-8646-400F-D3CA-1172E94B307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67810" y="4126273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4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72CD9E8-22D1-4858-0646-E51BF3839B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809" y="4445274"/>
            <a:ext cx="288873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16">
            <a:extLst>
              <a:ext uri="{FF2B5EF4-FFF2-40B4-BE49-F238E27FC236}">
                <a16:creationId xmlns:a16="http://schemas.microsoft.com/office/drawing/2014/main" id="{A13903D3-C71A-FDF2-7689-436686132EA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533920" y="3481031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4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3F167763-51EE-8357-DE14-01E6655FC6B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538505" y="2065220"/>
            <a:ext cx="2888730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454D3111-AB5E-B440-3AF5-A720C0C2518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600031" y="4126273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4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291DF375-205D-D87D-51B2-F8B88EC1251D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600030" y="4445274"/>
            <a:ext cx="288873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73498421-AB74-88E8-FAA6-308B60D2BA0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666140" y="3481031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4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C05832E4-02DF-65D8-04BD-A0D7B364B571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670725" y="2065220"/>
            <a:ext cx="2888730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87C4B955-CE3C-7658-83DB-E984FB15988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732252" y="4126273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4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9D4ECDF0-FBFB-B3DD-9DE7-2CD924838173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8732251" y="4445274"/>
            <a:ext cx="288873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0862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tems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42652471-1B40-279E-6DD4-11C315B6CFB1}"/>
              </a:ext>
            </a:extLst>
          </p:cNvPr>
          <p:cNvSpPr/>
          <p:nvPr userDrawn="1"/>
        </p:nvSpPr>
        <p:spPr>
          <a:xfrm flipV="1">
            <a:off x="0" y="-1"/>
            <a:ext cx="12191998" cy="1607379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6B69E3-26E5-D147-B353-823F03AB80B5}"/>
              </a:ext>
            </a:extLst>
          </p:cNvPr>
          <p:cNvCxnSpPr>
            <a:cxnSpLocks/>
          </p:cNvCxnSpPr>
          <p:nvPr userDrawn="1"/>
        </p:nvCxnSpPr>
        <p:spPr>
          <a:xfrm>
            <a:off x="0" y="3941569"/>
            <a:ext cx="12192000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372A52D-F1A8-5936-6E45-8A9D0637D760}"/>
              </a:ext>
            </a:extLst>
          </p:cNvPr>
          <p:cNvSpPr/>
          <p:nvPr userDrawn="1"/>
        </p:nvSpPr>
        <p:spPr>
          <a:xfrm>
            <a:off x="683710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46DA417-FACE-12DA-9258-AFBED6A43906}"/>
              </a:ext>
            </a:extLst>
          </p:cNvPr>
          <p:cNvSpPr/>
          <p:nvPr userDrawn="1"/>
        </p:nvSpPr>
        <p:spPr>
          <a:xfrm>
            <a:off x="2409975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28F855-44B5-8B65-3145-F56D6BB0A858}"/>
              </a:ext>
            </a:extLst>
          </p:cNvPr>
          <p:cNvSpPr/>
          <p:nvPr userDrawn="1"/>
        </p:nvSpPr>
        <p:spPr>
          <a:xfrm>
            <a:off x="4136240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5B1AC3-0D47-5608-E2FF-B34B93478C80}"/>
              </a:ext>
            </a:extLst>
          </p:cNvPr>
          <p:cNvSpPr/>
          <p:nvPr userDrawn="1"/>
        </p:nvSpPr>
        <p:spPr>
          <a:xfrm>
            <a:off x="5862505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A2EC304-7E7D-846B-84CD-5DFA1677CB16}"/>
              </a:ext>
            </a:extLst>
          </p:cNvPr>
          <p:cNvSpPr/>
          <p:nvPr userDrawn="1"/>
        </p:nvSpPr>
        <p:spPr>
          <a:xfrm>
            <a:off x="7588770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721FAE4-76B5-8520-63D3-537E9853A1B7}"/>
              </a:ext>
            </a:extLst>
          </p:cNvPr>
          <p:cNvSpPr/>
          <p:nvPr userDrawn="1"/>
        </p:nvSpPr>
        <p:spPr>
          <a:xfrm>
            <a:off x="9315035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DA213EB3-8646-400F-D3CA-1172E94B307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67810" y="4126273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72CD9E8-22D1-4858-0646-E51BF3839B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809" y="4445274"/>
            <a:ext cx="262047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16">
            <a:extLst>
              <a:ext uri="{FF2B5EF4-FFF2-40B4-BE49-F238E27FC236}">
                <a16:creationId xmlns:a16="http://schemas.microsoft.com/office/drawing/2014/main" id="{A13903D3-C71A-FDF2-7689-436686132EA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194075" y="3481031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3F167763-51EE-8357-DE14-01E6655FC6B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198660" y="2065220"/>
            <a:ext cx="2620470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454D3111-AB5E-B440-3AF5-A720C0C2518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920340" y="4126273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291DF375-205D-D87D-51B2-F8B88EC1251D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3920339" y="4445274"/>
            <a:ext cx="262047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73498421-AB74-88E8-FAA6-308B60D2BA0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646605" y="3481031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C05832E4-02DF-65D8-04BD-A0D7B364B571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651190" y="2065220"/>
            <a:ext cx="2620470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87C4B955-CE3C-7658-83DB-E984FB15988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72871" y="4126273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9D4ECDF0-FBFB-B3DD-9DE7-2CD924838173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7372870" y="4445274"/>
            <a:ext cx="262047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0" name="Text Placeholder 16">
            <a:extLst>
              <a:ext uri="{FF2B5EF4-FFF2-40B4-BE49-F238E27FC236}">
                <a16:creationId xmlns:a16="http://schemas.microsoft.com/office/drawing/2014/main" id="{F9B2C3BB-9A01-85B1-CF98-25DDF17A50F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099135" y="3481031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61" name="Text Placeholder 14">
            <a:extLst>
              <a:ext uri="{FF2B5EF4-FFF2-40B4-BE49-F238E27FC236}">
                <a16:creationId xmlns:a16="http://schemas.microsoft.com/office/drawing/2014/main" id="{01FF3F33-78C5-C145-B69C-15C1649B9680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103720" y="2065220"/>
            <a:ext cx="2620470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64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items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42652471-1B40-279E-6DD4-11C315B6CFB1}"/>
              </a:ext>
            </a:extLst>
          </p:cNvPr>
          <p:cNvSpPr/>
          <p:nvPr userDrawn="1"/>
        </p:nvSpPr>
        <p:spPr>
          <a:xfrm flipV="1">
            <a:off x="0" y="-1"/>
            <a:ext cx="12191998" cy="1607379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6B69E3-26E5-D147-B353-823F03AB80B5}"/>
              </a:ext>
            </a:extLst>
          </p:cNvPr>
          <p:cNvCxnSpPr>
            <a:cxnSpLocks/>
          </p:cNvCxnSpPr>
          <p:nvPr userDrawn="1"/>
        </p:nvCxnSpPr>
        <p:spPr>
          <a:xfrm>
            <a:off x="0" y="3941569"/>
            <a:ext cx="12192000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372A52D-F1A8-5936-6E45-8A9D0637D760}"/>
              </a:ext>
            </a:extLst>
          </p:cNvPr>
          <p:cNvSpPr/>
          <p:nvPr userDrawn="1"/>
        </p:nvSpPr>
        <p:spPr>
          <a:xfrm>
            <a:off x="680888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46DA417-FACE-12DA-9258-AFBED6A43906}"/>
              </a:ext>
            </a:extLst>
          </p:cNvPr>
          <p:cNvSpPr/>
          <p:nvPr userDrawn="1"/>
        </p:nvSpPr>
        <p:spPr>
          <a:xfrm>
            <a:off x="2169418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28F855-44B5-8B65-3145-F56D6BB0A858}"/>
              </a:ext>
            </a:extLst>
          </p:cNvPr>
          <p:cNvSpPr/>
          <p:nvPr userDrawn="1"/>
        </p:nvSpPr>
        <p:spPr>
          <a:xfrm>
            <a:off x="3657948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5B1AC3-0D47-5608-E2FF-B34B93478C80}"/>
              </a:ext>
            </a:extLst>
          </p:cNvPr>
          <p:cNvSpPr/>
          <p:nvPr userDrawn="1"/>
        </p:nvSpPr>
        <p:spPr>
          <a:xfrm>
            <a:off x="5146478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A2EC304-7E7D-846B-84CD-5DFA1677CB16}"/>
              </a:ext>
            </a:extLst>
          </p:cNvPr>
          <p:cNvSpPr/>
          <p:nvPr userDrawn="1"/>
        </p:nvSpPr>
        <p:spPr>
          <a:xfrm>
            <a:off x="6635008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721FAE4-76B5-8520-63D3-537E9853A1B7}"/>
              </a:ext>
            </a:extLst>
          </p:cNvPr>
          <p:cNvSpPr/>
          <p:nvPr userDrawn="1"/>
        </p:nvSpPr>
        <p:spPr>
          <a:xfrm>
            <a:off x="8123538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8026DEF-9BD3-EAD4-C436-6D0DD7BBF233}"/>
              </a:ext>
            </a:extLst>
          </p:cNvPr>
          <p:cNvSpPr/>
          <p:nvPr userDrawn="1"/>
        </p:nvSpPr>
        <p:spPr>
          <a:xfrm>
            <a:off x="9612068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DA213EB3-8646-400F-D3CA-1172E94B307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67810" y="4126273"/>
            <a:ext cx="748782" cy="251986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72CD9E8-22D1-4858-0646-E51BF3839B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809" y="4445274"/>
            <a:ext cx="232520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16">
            <a:extLst>
              <a:ext uri="{FF2B5EF4-FFF2-40B4-BE49-F238E27FC236}">
                <a16:creationId xmlns:a16="http://schemas.microsoft.com/office/drawing/2014/main" id="{A13903D3-C71A-FDF2-7689-436686132EA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956340" y="3533949"/>
            <a:ext cx="748782" cy="251986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3F167763-51EE-8357-DE14-01E6655FC6B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960925" y="2065220"/>
            <a:ext cx="2325200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454D3111-AB5E-B440-3AF5-A720C0C2518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444870" y="4126273"/>
            <a:ext cx="748782" cy="251986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291DF375-205D-D87D-51B2-F8B88EC1251D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3444869" y="4445274"/>
            <a:ext cx="232520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73498421-AB74-88E8-FAA6-308B60D2BA0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933400" y="3533949"/>
            <a:ext cx="748782" cy="251986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C05832E4-02DF-65D8-04BD-A0D7B364B571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937985" y="2065220"/>
            <a:ext cx="2325200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87C4B955-CE3C-7658-83DB-E984FB15988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21931" y="4126273"/>
            <a:ext cx="748782" cy="251986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9D4ECDF0-FBFB-B3DD-9DE7-2CD924838173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6421930" y="4445274"/>
            <a:ext cx="232520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0" name="Text Placeholder 16">
            <a:extLst>
              <a:ext uri="{FF2B5EF4-FFF2-40B4-BE49-F238E27FC236}">
                <a16:creationId xmlns:a16="http://schemas.microsoft.com/office/drawing/2014/main" id="{F9B2C3BB-9A01-85B1-CF98-25DDF17A50F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910460" y="3533949"/>
            <a:ext cx="748782" cy="251986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61" name="Text Placeholder 14">
            <a:extLst>
              <a:ext uri="{FF2B5EF4-FFF2-40B4-BE49-F238E27FC236}">
                <a16:creationId xmlns:a16="http://schemas.microsoft.com/office/drawing/2014/main" id="{01FF3F33-78C5-C145-B69C-15C1649B9680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7915045" y="2065220"/>
            <a:ext cx="2325200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2" name="Text Placeholder 16">
            <a:extLst>
              <a:ext uri="{FF2B5EF4-FFF2-40B4-BE49-F238E27FC236}">
                <a16:creationId xmlns:a16="http://schemas.microsoft.com/office/drawing/2014/main" id="{40691990-512F-C1E4-CAEC-18DCF23E06D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398991" y="4126273"/>
            <a:ext cx="748782" cy="251986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A77F8945-6055-207B-6849-A1001A33ACD7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398990" y="4445274"/>
            <a:ext cx="232520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0271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 items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42652471-1B40-279E-6DD4-11C315B6CFB1}"/>
              </a:ext>
            </a:extLst>
          </p:cNvPr>
          <p:cNvSpPr/>
          <p:nvPr userDrawn="1"/>
        </p:nvSpPr>
        <p:spPr>
          <a:xfrm flipV="1">
            <a:off x="0" y="-1"/>
            <a:ext cx="12191998" cy="1607379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6B69E3-26E5-D147-B353-823F03AB80B5}"/>
              </a:ext>
            </a:extLst>
          </p:cNvPr>
          <p:cNvCxnSpPr>
            <a:cxnSpLocks/>
          </p:cNvCxnSpPr>
          <p:nvPr userDrawn="1"/>
        </p:nvCxnSpPr>
        <p:spPr>
          <a:xfrm>
            <a:off x="0" y="3941569"/>
            <a:ext cx="12192000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372A52D-F1A8-5936-6E45-8A9D0637D760}"/>
              </a:ext>
            </a:extLst>
          </p:cNvPr>
          <p:cNvSpPr/>
          <p:nvPr userDrawn="1"/>
        </p:nvSpPr>
        <p:spPr>
          <a:xfrm>
            <a:off x="676090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46DA417-FACE-12DA-9258-AFBED6A43906}"/>
              </a:ext>
            </a:extLst>
          </p:cNvPr>
          <p:cNvSpPr/>
          <p:nvPr userDrawn="1"/>
        </p:nvSpPr>
        <p:spPr>
          <a:xfrm>
            <a:off x="1986011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28F855-44B5-8B65-3145-F56D6BB0A858}"/>
              </a:ext>
            </a:extLst>
          </p:cNvPr>
          <p:cNvSpPr/>
          <p:nvPr userDrawn="1"/>
        </p:nvSpPr>
        <p:spPr>
          <a:xfrm>
            <a:off x="3295932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5B1AC3-0D47-5608-E2FF-B34B93478C80}"/>
              </a:ext>
            </a:extLst>
          </p:cNvPr>
          <p:cNvSpPr/>
          <p:nvPr userDrawn="1"/>
        </p:nvSpPr>
        <p:spPr>
          <a:xfrm>
            <a:off x="4605853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A2EC304-7E7D-846B-84CD-5DFA1677CB16}"/>
              </a:ext>
            </a:extLst>
          </p:cNvPr>
          <p:cNvSpPr/>
          <p:nvPr userDrawn="1"/>
        </p:nvSpPr>
        <p:spPr>
          <a:xfrm>
            <a:off x="5915774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721FAE4-76B5-8520-63D3-537E9853A1B7}"/>
              </a:ext>
            </a:extLst>
          </p:cNvPr>
          <p:cNvSpPr/>
          <p:nvPr userDrawn="1"/>
        </p:nvSpPr>
        <p:spPr>
          <a:xfrm>
            <a:off x="7225695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8026DEF-9BD3-EAD4-C436-6D0DD7BBF233}"/>
              </a:ext>
            </a:extLst>
          </p:cNvPr>
          <p:cNvSpPr/>
          <p:nvPr userDrawn="1"/>
        </p:nvSpPr>
        <p:spPr>
          <a:xfrm>
            <a:off x="8535616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218926F-C771-32B9-A8A5-FB84146130E4}"/>
              </a:ext>
            </a:extLst>
          </p:cNvPr>
          <p:cNvSpPr/>
          <p:nvPr userDrawn="1"/>
        </p:nvSpPr>
        <p:spPr>
          <a:xfrm>
            <a:off x="9845534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DA213EB3-8646-400F-D3CA-1172E94B307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67810" y="4126273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72CD9E8-22D1-4858-0646-E51BF3839B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809" y="4445274"/>
            <a:ext cx="2098007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16">
            <a:extLst>
              <a:ext uri="{FF2B5EF4-FFF2-40B4-BE49-F238E27FC236}">
                <a16:creationId xmlns:a16="http://schemas.microsoft.com/office/drawing/2014/main" id="{A13903D3-C71A-FDF2-7689-436686132EA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801379" y="3481031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3F167763-51EE-8357-DE14-01E6655FC6B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805964" y="2065220"/>
            <a:ext cx="2098007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454D3111-AB5E-B440-3AF5-A720C0C2518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87653" y="4126273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291DF375-205D-D87D-51B2-F8B88EC1251D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3087652" y="4445274"/>
            <a:ext cx="2098007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73498421-AB74-88E8-FAA6-308B60D2BA0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397573" y="3481031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C05832E4-02DF-65D8-04BD-A0D7B364B571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402158" y="2065220"/>
            <a:ext cx="2098007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87C4B955-CE3C-7658-83DB-E984FB15988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707495" y="4126273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9D4ECDF0-FBFB-B3DD-9DE7-2CD924838173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707494" y="4445274"/>
            <a:ext cx="2098007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0" name="Text Placeholder 16">
            <a:extLst>
              <a:ext uri="{FF2B5EF4-FFF2-40B4-BE49-F238E27FC236}">
                <a16:creationId xmlns:a16="http://schemas.microsoft.com/office/drawing/2014/main" id="{F9B2C3BB-9A01-85B1-CF98-25DDF17A50F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017415" y="3481031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61" name="Text Placeholder 14">
            <a:extLst>
              <a:ext uri="{FF2B5EF4-FFF2-40B4-BE49-F238E27FC236}">
                <a16:creationId xmlns:a16="http://schemas.microsoft.com/office/drawing/2014/main" id="{01FF3F33-78C5-C145-B69C-15C1649B9680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7022000" y="2065220"/>
            <a:ext cx="2098007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2" name="Text Placeholder 16">
            <a:extLst>
              <a:ext uri="{FF2B5EF4-FFF2-40B4-BE49-F238E27FC236}">
                <a16:creationId xmlns:a16="http://schemas.microsoft.com/office/drawing/2014/main" id="{40691990-512F-C1E4-CAEC-18DCF23E06D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27337" y="4126273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A77F8945-6055-207B-6849-A1001A33ACD7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8327336" y="4445274"/>
            <a:ext cx="2098007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258686F2-CE7B-E1DB-66B3-57C3D912C62B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637254" y="3481031"/>
            <a:ext cx="748782" cy="304904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E7350214-FD69-63FD-A49D-A5168145186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9641839" y="2065220"/>
            <a:ext cx="2098007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324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items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42652471-1B40-279E-6DD4-11C315B6CFB1}"/>
              </a:ext>
            </a:extLst>
          </p:cNvPr>
          <p:cNvSpPr/>
          <p:nvPr userDrawn="1"/>
        </p:nvSpPr>
        <p:spPr>
          <a:xfrm flipV="1">
            <a:off x="0" y="-1"/>
            <a:ext cx="12191998" cy="1607379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6B69E3-26E5-D147-B353-823F03AB80B5}"/>
              </a:ext>
            </a:extLst>
          </p:cNvPr>
          <p:cNvCxnSpPr>
            <a:cxnSpLocks/>
          </p:cNvCxnSpPr>
          <p:nvPr userDrawn="1"/>
        </p:nvCxnSpPr>
        <p:spPr>
          <a:xfrm>
            <a:off x="0" y="3941569"/>
            <a:ext cx="12192000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372A52D-F1A8-5936-6E45-8A9D0637D760}"/>
              </a:ext>
            </a:extLst>
          </p:cNvPr>
          <p:cNvSpPr/>
          <p:nvPr userDrawn="1"/>
        </p:nvSpPr>
        <p:spPr>
          <a:xfrm>
            <a:off x="685949" y="3845910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46DA417-FACE-12DA-9258-AFBED6A43906}"/>
              </a:ext>
            </a:extLst>
          </p:cNvPr>
          <p:cNvSpPr/>
          <p:nvPr userDrawn="1"/>
        </p:nvSpPr>
        <p:spPr>
          <a:xfrm>
            <a:off x="1750427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28F855-44B5-8B65-3145-F56D6BB0A858}"/>
              </a:ext>
            </a:extLst>
          </p:cNvPr>
          <p:cNvSpPr/>
          <p:nvPr userDrawn="1"/>
        </p:nvSpPr>
        <p:spPr>
          <a:xfrm>
            <a:off x="2952736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5B1AC3-0D47-5608-E2FF-B34B93478C80}"/>
              </a:ext>
            </a:extLst>
          </p:cNvPr>
          <p:cNvSpPr/>
          <p:nvPr userDrawn="1"/>
        </p:nvSpPr>
        <p:spPr>
          <a:xfrm>
            <a:off x="4155045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A2EC304-7E7D-846B-84CD-5DFA1677CB16}"/>
              </a:ext>
            </a:extLst>
          </p:cNvPr>
          <p:cNvSpPr/>
          <p:nvPr userDrawn="1"/>
        </p:nvSpPr>
        <p:spPr>
          <a:xfrm>
            <a:off x="5357354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721FAE4-76B5-8520-63D3-537E9853A1B7}"/>
              </a:ext>
            </a:extLst>
          </p:cNvPr>
          <p:cNvSpPr/>
          <p:nvPr userDrawn="1"/>
        </p:nvSpPr>
        <p:spPr>
          <a:xfrm>
            <a:off x="6559663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8026DEF-9BD3-EAD4-C436-6D0DD7BBF233}"/>
              </a:ext>
            </a:extLst>
          </p:cNvPr>
          <p:cNvSpPr/>
          <p:nvPr userDrawn="1"/>
        </p:nvSpPr>
        <p:spPr>
          <a:xfrm>
            <a:off x="7761972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218926F-C771-32B9-A8A5-FB84146130E4}"/>
              </a:ext>
            </a:extLst>
          </p:cNvPr>
          <p:cNvSpPr/>
          <p:nvPr userDrawn="1"/>
        </p:nvSpPr>
        <p:spPr>
          <a:xfrm>
            <a:off x="8964281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25FC284-9F5E-8F3F-7D42-CDE206E4AE0B}"/>
              </a:ext>
            </a:extLst>
          </p:cNvPr>
          <p:cNvSpPr/>
          <p:nvPr userDrawn="1"/>
        </p:nvSpPr>
        <p:spPr>
          <a:xfrm>
            <a:off x="10166588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DA213EB3-8646-400F-D3CA-1172E94B307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67810" y="4126273"/>
            <a:ext cx="748782" cy="27718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72CD9E8-22D1-4858-0646-E51BF3839B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810" y="4445274"/>
            <a:ext cx="176106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16">
            <a:extLst>
              <a:ext uri="{FF2B5EF4-FFF2-40B4-BE49-F238E27FC236}">
                <a16:creationId xmlns:a16="http://schemas.microsoft.com/office/drawing/2014/main" id="{A13903D3-C71A-FDF2-7689-436686132EA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532288" y="3508750"/>
            <a:ext cx="748782" cy="27718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3F167763-51EE-8357-DE14-01E6655FC6B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536874" y="2065220"/>
            <a:ext cx="1761060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454D3111-AB5E-B440-3AF5-A720C0C2518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734597" y="4126273"/>
            <a:ext cx="748782" cy="27718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291DF375-205D-D87D-51B2-F8B88EC1251D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2734597" y="4445274"/>
            <a:ext cx="176106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73498421-AB74-88E8-FAA6-308B60D2BA0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934613" y="3508750"/>
            <a:ext cx="748782" cy="27718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C05832E4-02DF-65D8-04BD-A0D7B364B571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939199" y="2065220"/>
            <a:ext cx="1761060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87C4B955-CE3C-7658-83DB-E984FB15988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139215" y="4126273"/>
            <a:ext cx="748782" cy="27718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9D4ECDF0-FBFB-B3DD-9DE7-2CD924838173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139215" y="4445274"/>
            <a:ext cx="176106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0" name="Text Placeholder 16">
            <a:extLst>
              <a:ext uri="{FF2B5EF4-FFF2-40B4-BE49-F238E27FC236}">
                <a16:creationId xmlns:a16="http://schemas.microsoft.com/office/drawing/2014/main" id="{F9B2C3BB-9A01-85B1-CF98-25DDF17A50F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341524" y="3508750"/>
            <a:ext cx="748782" cy="27718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61" name="Text Placeholder 14">
            <a:extLst>
              <a:ext uri="{FF2B5EF4-FFF2-40B4-BE49-F238E27FC236}">
                <a16:creationId xmlns:a16="http://schemas.microsoft.com/office/drawing/2014/main" id="{01FF3F33-78C5-C145-B69C-15C1649B9680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6346110" y="2065220"/>
            <a:ext cx="1761060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2" name="Text Placeholder 16">
            <a:extLst>
              <a:ext uri="{FF2B5EF4-FFF2-40B4-BE49-F238E27FC236}">
                <a16:creationId xmlns:a16="http://schemas.microsoft.com/office/drawing/2014/main" id="{40691990-512F-C1E4-CAEC-18DCF23E06D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543833" y="4126273"/>
            <a:ext cx="748782" cy="27718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A77F8945-6055-207B-6849-A1001A33ACD7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7543833" y="4445274"/>
            <a:ext cx="176106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258686F2-CE7B-E1DB-66B3-57C3D912C62B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746142" y="3508750"/>
            <a:ext cx="748782" cy="27718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E7350214-FD69-63FD-A49D-A5168145186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750728" y="2065220"/>
            <a:ext cx="1761060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8" name="Text Placeholder 16">
            <a:extLst>
              <a:ext uri="{FF2B5EF4-FFF2-40B4-BE49-F238E27FC236}">
                <a16:creationId xmlns:a16="http://schemas.microsoft.com/office/drawing/2014/main" id="{CCF7B8A1-D099-25EB-4593-ABA9CC68267E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953035" y="4126273"/>
            <a:ext cx="748782" cy="27718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69" name="Text Placeholder 14">
            <a:extLst>
              <a:ext uri="{FF2B5EF4-FFF2-40B4-BE49-F238E27FC236}">
                <a16:creationId xmlns:a16="http://schemas.microsoft.com/office/drawing/2014/main" id="{412651A9-4CFA-4604-19C7-7093427C873A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9953035" y="4445274"/>
            <a:ext cx="176106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4645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items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42652471-1B40-279E-6DD4-11C315B6CFB1}"/>
              </a:ext>
            </a:extLst>
          </p:cNvPr>
          <p:cNvSpPr/>
          <p:nvPr userDrawn="1"/>
        </p:nvSpPr>
        <p:spPr>
          <a:xfrm flipV="1">
            <a:off x="0" y="-1"/>
            <a:ext cx="12191998" cy="1607379"/>
          </a:xfrm>
          <a:prstGeom prst="round1Rect">
            <a:avLst>
              <a:gd name="adj" fmla="val 3398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6B69E3-26E5-D147-B353-823F03AB80B5}"/>
              </a:ext>
            </a:extLst>
          </p:cNvPr>
          <p:cNvCxnSpPr>
            <a:cxnSpLocks/>
          </p:cNvCxnSpPr>
          <p:nvPr userDrawn="1"/>
        </p:nvCxnSpPr>
        <p:spPr>
          <a:xfrm>
            <a:off x="0" y="3941216"/>
            <a:ext cx="12192000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372A52D-F1A8-5936-6E45-8A9D0637D760}"/>
              </a:ext>
            </a:extLst>
          </p:cNvPr>
          <p:cNvSpPr/>
          <p:nvPr userDrawn="1"/>
        </p:nvSpPr>
        <p:spPr>
          <a:xfrm>
            <a:off x="682352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46DA417-FACE-12DA-9258-AFBED6A43906}"/>
              </a:ext>
            </a:extLst>
          </p:cNvPr>
          <p:cNvSpPr/>
          <p:nvPr userDrawn="1"/>
        </p:nvSpPr>
        <p:spPr>
          <a:xfrm>
            <a:off x="1746830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28F855-44B5-8B65-3145-F56D6BB0A858}"/>
              </a:ext>
            </a:extLst>
          </p:cNvPr>
          <p:cNvSpPr/>
          <p:nvPr userDrawn="1"/>
        </p:nvSpPr>
        <p:spPr>
          <a:xfrm>
            <a:off x="2811308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5B1AC3-0D47-5608-E2FF-B34B93478C80}"/>
              </a:ext>
            </a:extLst>
          </p:cNvPr>
          <p:cNvSpPr/>
          <p:nvPr userDrawn="1"/>
        </p:nvSpPr>
        <p:spPr>
          <a:xfrm>
            <a:off x="3875786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A2EC304-7E7D-846B-84CD-5DFA1677CB16}"/>
              </a:ext>
            </a:extLst>
          </p:cNvPr>
          <p:cNvSpPr/>
          <p:nvPr userDrawn="1"/>
        </p:nvSpPr>
        <p:spPr>
          <a:xfrm>
            <a:off x="4940264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721FAE4-76B5-8520-63D3-537E9853A1B7}"/>
              </a:ext>
            </a:extLst>
          </p:cNvPr>
          <p:cNvSpPr/>
          <p:nvPr userDrawn="1"/>
        </p:nvSpPr>
        <p:spPr>
          <a:xfrm>
            <a:off x="6004742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8026DEF-9BD3-EAD4-C436-6D0DD7BBF233}"/>
              </a:ext>
            </a:extLst>
          </p:cNvPr>
          <p:cNvSpPr/>
          <p:nvPr userDrawn="1"/>
        </p:nvSpPr>
        <p:spPr>
          <a:xfrm>
            <a:off x="7069220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218926F-C771-32B9-A8A5-FB84146130E4}"/>
              </a:ext>
            </a:extLst>
          </p:cNvPr>
          <p:cNvSpPr/>
          <p:nvPr userDrawn="1"/>
        </p:nvSpPr>
        <p:spPr>
          <a:xfrm>
            <a:off x="8133698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25FC284-9F5E-8F3F-7D42-CDE206E4AE0B}"/>
              </a:ext>
            </a:extLst>
          </p:cNvPr>
          <p:cNvSpPr/>
          <p:nvPr userDrawn="1"/>
        </p:nvSpPr>
        <p:spPr>
          <a:xfrm>
            <a:off x="9198176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1730C6A-6045-D7D3-1B43-A9AE15AECC88}"/>
              </a:ext>
            </a:extLst>
          </p:cNvPr>
          <p:cNvSpPr/>
          <p:nvPr userDrawn="1"/>
        </p:nvSpPr>
        <p:spPr>
          <a:xfrm>
            <a:off x="10262653" y="3845557"/>
            <a:ext cx="192024" cy="192024"/>
          </a:xfrm>
          <a:prstGeom prst="ellipse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DA213EB3-8646-400F-D3CA-1172E94B307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67810" y="4140133"/>
            <a:ext cx="748782" cy="27718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72CD9E8-22D1-4858-0646-E51BF3839B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810" y="4445274"/>
            <a:ext cx="176106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16">
            <a:extLst>
              <a:ext uri="{FF2B5EF4-FFF2-40B4-BE49-F238E27FC236}">
                <a16:creationId xmlns:a16="http://schemas.microsoft.com/office/drawing/2014/main" id="{A13903D3-C71A-FDF2-7689-436686132EA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532288" y="3494891"/>
            <a:ext cx="748782" cy="27718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3F167763-51EE-8357-DE14-01E6655FC6B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536874" y="2065220"/>
            <a:ext cx="1761060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454D3111-AB5E-B440-3AF5-A720C0C2518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596766" y="4140133"/>
            <a:ext cx="748782" cy="27718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291DF375-205D-D87D-51B2-F8B88EC1251D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2596766" y="4445274"/>
            <a:ext cx="176106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73498421-AB74-88E8-FAA6-308B60D2BA0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661244" y="3494891"/>
            <a:ext cx="748782" cy="27718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C05832E4-02DF-65D8-04BD-A0D7B364B571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665830" y="2065220"/>
            <a:ext cx="1761060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87C4B955-CE3C-7658-83DB-E984FB15988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725722" y="4140133"/>
            <a:ext cx="748782" cy="27718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9D4ECDF0-FBFB-B3DD-9DE7-2CD924838173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725722" y="4445274"/>
            <a:ext cx="176106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0" name="Text Placeholder 16">
            <a:extLst>
              <a:ext uri="{FF2B5EF4-FFF2-40B4-BE49-F238E27FC236}">
                <a16:creationId xmlns:a16="http://schemas.microsoft.com/office/drawing/2014/main" id="{F9B2C3BB-9A01-85B1-CF98-25DDF17A50F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790200" y="3494891"/>
            <a:ext cx="748782" cy="27718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61" name="Text Placeholder 14">
            <a:extLst>
              <a:ext uri="{FF2B5EF4-FFF2-40B4-BE49-F238E27FC236}">
                <a16:creationId xmlns:a16="http://schemas.microsoft.com/office/drawing/2014/main" id="{01FF3F33-78C5-C145-B69C-15C1649B9680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794786" y="2065220"/>
            <a:ext cx="1761060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2" name="Text Placeholder 16">
            <a:extLst>
              <a:ext uri="{FF2B5EF4-FFF2-40B4-BE49-F238E27FC236}">
                <a16:creationId xmlns:a16="http://schemas.microsoft.com/office/drawing/2014/main" id="{40691990-512F-C1E4-CAEC-18DCF23E06D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859264" y="4140133"/>
            <a:ext cx="748782" cy="27718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A77F8945-6055-207B-6849-A1001A33ACD7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6859264" y="4445274"/>
            <a:ext cx="176106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258686F2-CE7B-E1DB-66B3-57C3D912C62B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919156" y="3494891"/>
            <a:ext cx="748782" cy="27718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E7350214-FD69-63FD-A49D-A5168145186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7923742" y="2065220"/>
            <a:ext cx="1761060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8" name="Text Placeholder 16">
            <a:extLst>
              <a:ext uri="{FF2B5EF4-FFF2-40B4-BE49-F238E27FC236}">
                <a16:creationId xmlns:a16="http://schemas.microsoft.com/office/drawing/2014/main" id="{CCF7B8A1-D099-25EB-4593-ABA9CC68267E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988220" y="4140133"/>
            <a:ext cx="748782" cy="27718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69" name="Text Placeholder 14">
            <a:extLst>
              <a:ext uri="{FF2B5EF4-FFF2-40B4-BE49-F238E27FC236}">
                <a16:creationId xmlns:a16="http://schemas.microsoft.com/office/drawing/2014/main" id="{412651A9-4CFA-4604-19C7-7093427C873A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988220" y="4445274"/>
            <a:ext cx="1761060" cy="1269977"/>
          </a:xfrm>
        </p:spPr>
        <p:txBody>
          <a:bodyPr wrap="square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0" name="Text Placeholder 16">
            <a:extLst>
              <a:ext uri="{FF2B5EF4-FFF2-40B4-BE49-F238E27FC236}">
                <a16:creationId xmlns:a16="http://schemas.microsoft.com/office/drawing/2014/main" id="{A7712733-3F86-6A73-3346-2E5688A1BF2F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048111" y="3494891"/>
            <a:ext cx="748782" cy="27718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71" name="Text Placeholder 14">
            <a:extLst>
              <a:ext uri="{FF2B5EF4-FFF2-40B4-BE49-F238E27FC236}">
                <a16:creationId xmlns:a16="http://schemas.microsoft.com/office/drawing/2014/main" id="{C19A8040-69B3-2303-C3BD-063638BDE12D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052697" y="2065220"/>
            <a:ext cx="1761060" cy="1377692"/>
          </a:xfrm>
        </p:spPr>
        <p:txBody>
          <a:bodyPr wrap="square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9599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420891"/>
            <a:ext cx="11153171" cy="701731"/>
          </a:xfrm>
        </p:spPr>
        <p:txBody>
          <a:bodyPr anchor="t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6BFB510-B88B-59F7-95A4-481D180469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810" y="1357341"/>
            <a:ext cx="4815390" cy="449945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5430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2000250" indent="-17145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able Placeholder 12">
            <a:extLst>
              <a:ext uri="{FF2B5EF4-FFF2-40B4-BE49-F238E27FC236}">
                <a16:creationId xmlns:a16="http://schemas.microsoft.com/office/drawing/2014/main" id="{905086BD-A2D5-FFF0-7732-3354098DE216}"/>
              </a:ext>
            </a:extLst>
          </p:cNvPr>
          <p:cNvSpPr>
            <a:spLocks noGrp="1"/>
          </p:cNvSpPr>
          <p:nvPr>
            <p:ph type="tbl" sz="quarter" idx="42"/>
          </p:nvPr>
        </p:nvSpPr>
        <p:spPr>
          <a:xfrm>
            <a:off x="5616303" y="1357342"/>
            <a:ext cx="6107887" cy="449945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8531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420891"/>
            <a:ext cx="11153171" cy="701731"/>
          </a:xfrm>
        </p:spPr>
        <p:txBody>
          <a:bodyPr anchor="t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able Placeholder 12">
            <a:extLst>
              <a:ext uri="{FF2B5EF4-FFF2-40B4-BE49-F238E27FC236}">
                <a16:creationId xmlns:a16="http://schemas.microsoft.com/office/drawing/2014/main" id="{905086BD-A2D5-FFF0-7732-3354098DE216}"/>
              </a:ext>
            </a:extLst>
          </p:cNvPr>
          <p:cNvSpPr>
            <a:spLocks noGrp="1"/>
          </p:cNvSpPr>
          <p:nvPr>
            <p:ph type="tbl" sz="quarter" idx="42"/>
          </p:nvPr>
        </p:nvSpPr>
        <p:spPr>
          <a:xfrm>
            <a:off x="467811" y="1357342"/>
            <a:ext cx="11256380" cy="449945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1904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4 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2366D2-A53F-5D79-BE94-1292E0082157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gradFill>
            <a:gsLst>
              <a:gs pos="20000">
                <a:schemeClr val="tx2"/>
              </a:gs>
              <a:gs pos="100000">
                <a:schemeClr val="accent2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1CBC-FDB9-2557-B28C-B76B0CBE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420891"/>
            <a:ext cx="11153171" cy="701731"/>
          </a:xfrm>
        </p:spPr>
        <p:txBody>
          <a:bodyPr anchor="t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897A4E-FDF0-C50F-265B-9E0CB90664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74BD278-225D-B2A1-A7EA-5A8674B2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8B9F087D-47F7-1C1F-9371-9DBECD5F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DED5B5B-6BFF-14FB-4092-82BB1A82D622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390949454"/>
              </p:ext>
            </p:extLst>
          </p:nvPr>
        </p:nvGraphicFramePr>
        <p:xfrm>
          <a:off x="3668829" y="1541893"/>
          <a:ext cx="4854339" cy="4307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7E1E7DBF-7C6C-E9A4-F991-2BE350A9AA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810" y="1531792"/>
            <a:ext cx="3413310" cy="586064"/>
          </a:xfrm>
          <a:prstGeom prst="round1Rect">
            <a:avLst/>
          </a:prstGeom>
          <a:solidFill>
            <a:schemeClr val="tx2"/>
          </a:solidFill>
        </p:spPr>
        <p:txBody>
          <a:bodyPr lIns="274320" tIns="0" rIns="274320" anchor="ctr">
            <a:normAutofit/>
          </a:bodyPr>
          <a:lstStyle>
            <a:lvl1pPr marL="0" indent="0">
              <a:buNone/>
              <a:defRPr lang="en-US" sz="1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49678B5-DD6E-17FA-853A-FB958182F7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810" y="2117856"/>
            <a:ext cx="3413310" cy="1120816"/>
          </a:xfrm>
          <a:solidFill>
            <a:schemeClr val="bg2"/>
          </a:solidFill>
        </p:spPr>
        <p:txBody>
          <a:bodyPr wrap="square" lIns="274320" tIns="274320" rIns="274320" bIns="27432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400"/>
            </a:lvl1pPr>
            <a:lvl2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/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04D6DE59-B91A-C66B-EE2B-04996E1F2F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810" y="4134280"/>
            <a:ext cx="3413310" cy="586064"/>
          </a:xfrm>
          <a:prstGeom prst="round1Rect">
            <a:avLst/>
          </a:prstGeom>
          <a:solidFill>
            <a:schemeClr val="accent2"/>
          </a:solidFill>
        </p:spPr>
        <p:txBody>
          <a:bodyPr lIns="274320" tIns="0" rIns="274320" anchor="ctr">
            <a:normAutofit/>
          </a:bodyPr>
          <a:lstStyle>
            <a:lvl1pPr marL="0" indent="0">
              <a:buNone/>
              <a:defRPr lang="en-US" sz="1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1811547-BB77-E658-B5A2-F10B5C04CB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810" y="4720344"/>
            <a:ext cx="3413310" cy="1120816"/>
          </a:xfrm>
          <a:solidFill>
            <a:schemeClr val="bg2"/>
          </a:solidFill>
        </p:spPr>
        <p:txBody>
          <a:bodyPr wrap="square" lIns="274320" tIns="274320" rIns="274320" bIns="27432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400"/>
            </a:lvl1pPr>
            <a:lvl2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/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8A5EC8B3-45A3-ADB5-5337-ECD52F983B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10882" y="1531792"/>
            <a:ext cx="3413310" cy="586064"/>
          </a:xfrm>
          <a:prstGeom prst="round1Rect">
            <a:avLst/>
          </a:prstGeom>
          <a:solidFill>
            <a:schemeClr val="accent2"/>
          </a:solidFill>
        </p:spPr>
        <p:txBody>
          <a:bodyPr lIns="274320" tIns="0" rIns="274320" anchor="ctr">
            <a:normAutofit/>
          </a:bodyPr>
          <a:lstStyle>
            <a:lvl1pPr marL="0" indent="0">
              <a:buNone/>
              <a:defRPr lang="en-US" sz="1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DBBC65A-C425-9447-04AB-5BB4580570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10882" y="2117856"/>
            <a:ext cx="3413310" cy="1120816"/>
          </a:xfrm>
          <a:solidFill>
            <a:schemeClr val="bg2"/>
          </a:solidFill>
        </p:spPr>
        <p:txBody>
          <a:bodyPr wrap="square" lIns="274320" tIns="274320" rIns="274320" bIns="27432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400"/>
            </a:lvl1pPr>
            <a:lvl2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/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1FA3FBB1-EF94-8A48-4E7E-B8B0F04913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10882" y="4134280"/>
            <a:ext cx="3413310" cy="586064"/>
          </a:xfrm>
          <a:prstGeom prst="round1Rect">
            <a:avLst/>
          </a:prstGeom>
          <a:solidFill>
            <a:schemeClr val="tx2"/>
          </a:solidFill>
        </p:spPr>
        <p:txBody>
          <a:bodyPr lIns="274320" tIns="0" rIns="274320" anchor="ctr">
            <a:normAutofit/>
          </a:bodyPr>
          <a:lstStyle>
            <a:lvl1pPr marL="0" indent="0">
              <a:buNone/>
              <a:defRPr lang="en-US" sz="1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96A24BEB-5987-9063-905B-CDB3866903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10882" y="4720344"/>
            <a:ext cx="3413310" cy="1120816"/>
          </a:xfrm>
          <a:solidFill>
            <a:schemeClr val="bg2"/>
          </a:solidFill>
        </p:spPr>
        <p:txBody>
          <a:bodyPr wrap="square" lIns="274320" tIns="274320" rIns="274320" bIns="27432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400"/>
            </a:lvl1pPr>
            <a:lvl2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600"/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09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gradFill>
          <a:gsLst>
            <a:gs pos="20000">
              <a:schemeClr val="tx2"/>
            </a:gs>
            <a:gs pos="100000">
              <a:schemeClr val="accent2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25AB9370-D86C-0455-1435-0FA38A01D0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811" r="-36" b="6811"/>
          <a:stretch>
            <a:fillRect/>
          </a:stretch>
        </p:blipFill>
        <p:spPr>
          <a:xfrm>
            <a:off x="783329" y="0"/>
            <a:ext cx="10625343" cy="62503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88EDD0-D257-9D28-3DD8-FC2E94535E83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772EA08-B5EC-0078-699B-79463C2B67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5BEF1DE9-EB69-5CE3-6AD6-2F8C09773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YOUR PRESENTATION DNA SCALED BY IA       |     © 2026 Codeck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CED3217B-5C63-B352-8A0D-525D28FA2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B33BED3F-FA17-8E87-28EA-04275A0B091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197193" y="964095"/>
            <a:ext cx="9694403" cy="3753386"/>
          </a:xfrm>
          <a:prstGeom prst="roundRect">
            <a:avLst>
              <a:gd name="adj" fmla="val 6160"/>
            </a:avLst>
          </a:prstGeom>
          <a:solidFill>
            <a:schemeClr val="bg1"/>
          </a:solidFill>
        </p:spPr>
        <p:txBody>
          <a:bodyPr wrap="square" lIns="365760" tIns="274320" rIns="365760" bIns="27432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2800" i="0">
                <a:solidFill>
                  <a:schemeClr val="tx1"/>
                </a:solidFill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F1EC0D96-6D1F-D4BA-25C3-48DCD8B6E64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22998" y="5031480"/>
            <a:ext cx="8537002" cy="368933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 marL="0" indent="0" algn="l">
              <a:buNone/>
              <a:defRPr lang="en-US" sz="24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92344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image">
    <p:bg>
      <p:bgPr>
        <a:gradFill>
          <a:gsLst>
            <a:gs pos="20000">
              <a:schemeClr val="tx2"/>
            </a:gs>
            <a:gs pos="100000">
              <a:schemeClr val="accent2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25AB9370-D86C-0455-1435-0FA38A01D0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811" r="-36" b="6811"/>
          <a:stretch>
            <a:fillRect/>
          </a:stretch>
        </p:blipFill>
        <p:spPr>
          <a:xfrm>
            <a:off x="783329" y="0"/>
            <a:ext cx="10625343" cy="62503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88EDD0-D257-9D28-3DD8-FC2E94535E83}"/>
              </a:ext>
            </a:extLst>
          </p:cNvPr>
          <p:cNvSpPr/>
          <p:nvPr userDrawn="1"/>
        </p:nvSpPr>
        <p:spPr>
          <a:xfrm>
            <a:off x="0" y="6250330"/>
            <a:ext cx="12191999" cy="6076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772EA08-B5EC-0078-699B-79463C2B67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241" y="6417452"/>
            <a:ext cx="1487553" cy="273429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5BEF1DE9-EB69-5CE3-6AD6-2F8C09773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lang="pt-BR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YOUR PRESENTATION DNA SCALED BY IA       |     © 2026 Codeck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CED3217B-5C63-B352-8A0D-525D28FA2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6579" y="6403288"/>
            <a:ext cx="1274863" cy="3017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A92E34-81B8-4305-A293-29623F8C7060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B33BED3F-FA17-8E87-28EA-04275A0B091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2141315" y="776426"/>
            <a:ext cx="9267355" cy="4128725"/>
          </a:xfrm>
          <a:prstGeom prst="roundRect">
            <a:avLst>
              <a:gd name="adj" fmla="val 6160"/>
            </a:avLst>
          </a:prstGeom>
          <a:solidFill>
            <a:schemeClr val="bg1"/>
          </a:solidFill>
        </p:spPr>
        <p:txBody>
          <a:bodyPr wrap="square" lIns="1645920" tIns="274320" rIns="365760" bIns="27432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2800" i="0">
                <a:solidFill>
                  <a:schemeClr val="tx1"/>
                </a:solidFill>
              </a:defRPr>
            </a:lvl1pPr>
            <a:lvl2pPr marL="25200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4pPr>
            <a:lvl5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F1EC0D96-6D1F-D4BA-25C3-48DCD8B6E64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875019" y="5146488"/>
            <a:ext cx="6861560" cy="397785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 marL="0" indent="0" algn="l">
              <a:buNone/>
              <a:defRPr lang="en-US" sz="24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1F9FC401-A143-8789-0F4B-4D3142351D38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31760" y="1430800"/>
            <a:ext cx="2819974" cy="2819974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097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 to Action">
    <p:bg>
      <p:bgPr>
        <a:gradFill>
          <a:gsLst>
            <a:gs pos="20000">
              <a:schemeClr val="tx2"/>
            </a:gs>
            <a:gs pos="100000">
              <a:schemeClr val="accent2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7E47155-30F8-B80A-E94E-FF319A8A5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492" r="46939" b="2492"/>
          <a:stretch>
            <a:fillRect/>
          </a:stretch>
        </p:blipFill>
        <p:spPr>
          <a:xfrm>
            <a:off x="6570336" y="1"/>
            <a:ext cx="5621664" cy="6858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5B0BBBB-4858-A7CA-A805-3790450FB8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5915" y="3058574"/>
            <a:ext cx="4030505" cy="7408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28984D2-350F-06F6-AFAD-456488DB85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331" y="1016000"/>
            <a:ext cx="5922005" cy="2370882"/>
          </a:xfrm>
        </p:spPr>
        <p:txBody>
          <a:bodyPr wrap="square" anchor="b">
            <a:normAutofit/>
          </a:bodyPr>
          <a:lstStyle>
            <a:lvl1pPr>
              <a:defRPr lang="en-US" sz="4800" kern="12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E976CE2-5785-B1DD-114B-AE1E863E55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331" y="3748626"/>
            <a:ext cx="5922005" cy="1905003"/>
          </a:xfrm>
        </p:spPr>
        <p:txBody>
          <a:bodyPr anchor="ctr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Contact info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B7C18031-1E81-7CB3-A8E7-8C2FC1A819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0" y="-1"/>
            <a:ext cx="1905002" cy="190500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5F1307EF-B7E6-737E-E5D8-A6C460E55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 flipH="1">
            <a:off x="-1" y="4952998"/>
            <a:ext cx="1905002" cy="1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9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64C2D0-8832-2FD9-C4A6-1635C45C1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701E8-F4DD-5924-461B-631A9B577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B39C7-1705-0AB9-15EB-C2C43861B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B644F-CFF3-D54D-F968-111D02EDB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3E971-FCE7-686F-4C31-AE7A185C8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0C5FB-B3B3-46F3-8FB9-DFBEE4F8E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0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707" r:id="rId11"/>
    <p:sldLayoutId id="2147483708" r:id="rId12"/>
    <p:sldLayoutId id="2147483663" r:id="rId13"/>
    <p:sldLayoutId id="2147483669" r:id="rId14"/>
    <p:sldLayoutId id="2147483668" r:id="rId15"/>
    <p:sldLayoutId id="2147483667" r:id="rId16"/>
    <p:sldLayoutId id="2147483666" r:id="rId17"/>
    <p:sldLayoutId id="2147483665" r:id="rId18"/>
    <p:sldLayoutId id="2147483706" r:id="rId19"/>
    <p:sldLayoutId id="2147483705" r:id="rId20"/>
    <p:sldLayoutId id="2147483704" r:id="rId21"/>
    <p:sldLayoutId id="2147483702" r:id="rId22"/>
    <p:sldLayoutId id="2147483703" r:id="rId23"/>
    <p:sldLayoutId id="2147483675" r:id="rId24"/>
    <p:sldLayoutId id="2147483671" r:id="rId25"/>
    <p:sldLayoutId id="2147483670" r:id="rId26"/>
    <p:sldLayoutId id="2147483674" r:id="rId27"/>
    <p:sldLayoutId id="2147483673" r:id="rId28"/>
    <p:sldLayoutId id="2147483672" r:id="rId29"/>
    <p:sldLayoutId id="2147483676" r:id="rId30"/>
    <p:sldLayoutId id="2147483701" r:id="rId31"/>
    <p:sldLayoutId id="2147483681" r:id="rId32"/>
    <p:sldLayoutId id="2147483680" r:id="rId33"/>
    <p:sldLayoutId id="2147483678" r:id="rId34"/>
    <p:sldLayoutId id="2147483679" r:id="rId35"/>
    <p:sldLayoutId id="2147483682" r:id="rId36"/>
    <p:sldLayoutId id="2147483684" r:id="rId37"/>
    <p:sldLayoutId id="2147483683" r:id="rId38"/>
    <p:sldLayoutId id="2147483685" r:id="rId39"/>
    <p:sldLayoutId id="2147483686" r:id="rId40"/>
    <p:sldLayoutId id="2147483694" r:id="rId41"/>
    <p:sldLayoutId id="2147483693" r:id="rId42"/>
    <p:sldLayoutId id="2147483692" r:id="rId43"/>
    <p:sldLayoutId id="2147483691" r:id="rId44"/>
    <p:sldLayoutId id="2147483689" r:id="rId45"/>
    <p:sldLayoutId id="2147483690" r:id="rId46"/>
    <p:sldLayoutId id="2147483688" r:id="rId47"/>
    <p:sldLayoutId id="2147483687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5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2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2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8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30.jpg"/><Relationship Id="rId4" Type="http://schemas.openxmlformats.org/officeDocument/2006/relationships/image" Target="../media/image26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9.jpg"/><Relationship Id="rId5" Type="http://schemas.openxmlformats.org/officeDocument/2006/relationships/image" Target="../media/image30.jpg"/><Relationship Id="rId4" Type="http://schemas.openxmlformats.org/officeDocument/2006/relationships/image" Target="../media/image31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7" Type="http://schemas.openxmlformats.org/officeDocument/2006/relationships/image" Target="../media/image32.jpe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9.jpg"/><Relationship Id="rId5" Type="http://schemas.openxmlformats.org/officeDocument/2006/relationships/image" Target="../media/image30.jpg"/><Relationship Id="rId4" Type="http://schemas.openxmlformats.org/officeDocument/2006/relationships/image" Target="../media/image31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7.xml"/><Relationship Id="rId4" Type="http://schemas.openxmlformats.org/officeDocument/2006/relationships/chart" Target="../charts/char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8.xml"/><Relationship Id="rId5" Type="http://schemas.openxmlformats.org/officeDocument/2006/relationships/chart" Target="../charts/chart4.xml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960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7E182-F513-0F3F-0127-97A3042C1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31" y="2593077"/>
            <a:ext cx="9019451" cy="2406571"/>
          </a:xfrm>
        </p:spPr>
        <p:txBody>
          <a:bodyPr/>
          <a:lstStyle/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in 1, 2 or 3 lines</a:t>
            </a:r>
            <a:br>
              <a:rPr lang="en-US" dirty="0"/>
            </a:br>
            <a:r>
              <a:rPr lang="en-US" dirty="0"/>
              <a:t>avoiding long texts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AF123-8BBE-150B-F517-1FB0A4514A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8330" y="5146037"/>
            <a:ext cx="9019452" cy="931019"/>
          </a:xfrm>
        </p:spPr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672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81998-D67B-CA5A-182D-62B703021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2967335"/>
            <a:ext cx="3330575" cy="923330"/>
          </a:xfrm>
        </p:spPr>
        <p:txBody>
          <a:bodyPr/>
          <a:lstStyle/>
          <a:p>
            <a:r>
              <a:rPr lang="en-US" sz="6000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5E18B-D411-7A07-F2D1-E156D97ED4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39655" y="578735"/>
            <a:ext cx="6330046" cy="5700528"/>
          </a:xfrm>
        </p:spPr>
        <p:txBody>
          <a:bodyPr>
            <a:normAutofit/>
          </a:bodyPr>
          <a:lstStyle/>
          <a:p>
            <a:r>
              <a:rPr lang="en-US" dirty="0"/>
              <a:t>Chapter One – Lorem ipsum dolor sit </a:t>
            </a:r>
          </a:p>
          <a:p>
            <a:r>
              <a:rPr lang="en-US" dirty="0"/>
              <a:t>Chapter Two – Lorem ipsum dolor sit </a:t>
            </a:r>
          </a:p>
          <a:p>
            <a:r>
              <a:rPr lang="en-US" dirty="0"/>
              <a:t>Chapter Three – Lorem ipsum dolor sit</a:t>
            </a:r>
          </a:p>
          <a:p>
            <a:r>
              <a:rPr lang="en-US" dirty="0"/>
              <a:t>Chapter Four – Lorem ipsum dolor sit </a:t>
            </a:r>
          </a:p>
          <a:p>
            <a:r>
              <a:rPr lang="en-US" dirty="0"/>
              <a:t>Chapter Five – Lorem ipsum dolor sit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36B4F-BA26-9138-E8D8-872094B97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54642" y="6366903"/>
            <a:ext cx="5447669" cy="230832"/>
          </a:xfrm>
        </p:spPr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</p:spTree>
    <p:extLst>
      <p:ext uri="{BB962C8B-B14F-4D97-AF65-F5344CB8AC3E}">
        <p14:creationId xmlns:p14="http://schemas.microsoft.com/office/powerpoint/2010/main" val="230865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0F9A9-3589-B08D-4978-1AB229B34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8526" y="2849953"/>
            <a:ext cx="6157731" cy="1588127"/>
          </a:xfrm>
        </p:spPr>
        <p:txBody>
          <a:bodyPr/>
          <a:lstStyle/>
          <a:p>
            <a:r>
              <a:rPr lang="en-US" dirty="0"/>
              <a:t>Divider Title</a:t>
            </a:r>
            <a:br>
              <a:rPr lang="en-US" dirty="0"/>
            </a:br>
            <a:r>
              <a:rPr lang="en-US" dirty="0"/>
              <a:t>in 2 or 3 Lines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87F4C5B-FD22-2E62-2306-8668EFEAB8D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2" r="20412"/>
          <a:stretch>
            <a:fillRect/>
          </a:stretch>
        </p:blipFill>
        <p:spPr>
          <a:xfrm>
            <a:off x="0" y="0"/>
            <a:ext cx="4745620" cy="6858000"/>
          </a:xfrm>
          <a:prstGeom prst="round1Rect">
            <a:avLst>
              <a:gd name="adj" fmla="val 23740"/>
            </a:avLst>
          </a:prstGeom>
          <a:solidFill>
            <a:srgbClr val="EAEFF2"/>
          </a:solidFill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D36BC3-3E62-2EB0-8690-69B73FC77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PRESENTATION DNA SCALED BY IA       |     © 2026 Codeck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681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21B19-C43D-DA3F-E9BE-A36FEAC32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32842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9407-216D-DEC8-EBC3-BCE3A2795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579EB3-35DC-CA32-AED9-BCCDA7C53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174F72-4E1E-2C2E-723C-9827A40C1A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et sed sem.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magna ante, sed vestibulum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in. Vestibulum nec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nec at ipsum. Nam at convallis libero.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Nam at convallis libero</a:t>
            </a:r>
          </a:p>
        </p:txBody>
      </p:sp>
    </p:spTree>
    <p:extLst>
      <p:ext uri="{BB962C8B-B14F-4D97-AF65-F5344CB8AC3E}">
        <p14:creationId xmlns:p14="http://schemas.microsoft.com/office/powerpoint/2010/main" val="425033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FF78-2EAF-BF3C-45B4-72B06B8DA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033" y="1469838"/>
            <a:ext cx="6423948" cy="701731"/>
          </a:xfrm>
        </p:spPr>
        <p:txBody>
          <a:bodyPr>
            <a:normAutofit/>
          </a:bodyPr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FA58C3-7C73-1315-AED2-BECF05ED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</p:spPr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DF64D-487E-7080-BD8F-E630703EE9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97032" y="2371686"/>
            <a:ext cx="6423947" cy="333351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et sed sem.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magna ante, sed vestibulum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in. Vestibulum nec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nec at ipsum. Nam at convallis libero.</a:t>
            </a:r>
          </a:p>
          <a:p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B467EB5-74CF-0B0D-4FED-622F3AF97D2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70" r="18744"/>
          <a:stretch>
            <a:fillRect/>
          </a:stretch>
        </p:blipFill>
        <p:spPr>
          <a:xfrm>
            <a:off x="0" y="0"/>
            <a:ext cx="4583113" cy="6249988"/>
          </a:xfrm>
          <a:solidFill>
            <a:srgbClr val="EAEFF2"/>
          </a:solidFill>
        </p:spPr>
      </p:pic>
    </p:spTree>
    <p:extLst>
      <p:ext uri="{BB962C8B-B14F-4D97-AF65-F5344CB8AC3E}">
        <p14:creationId xmlns:p14="http://schemas.microsoft.com/office/powerpoint/2010/main" val="190012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3784C-EFB2-0DD7-FCBD-162A1395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1" y="1242693"/>
            <a:ext cx="6430700" cy="701731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59C97-054B-C766-F021-B35D06414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</p:spPr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A849BD-6EB8-8CEF-BF95-B5A00AF9EA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et sed sem.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magna ante, sed vestibulum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in. Vestibulum nec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nec at ipsum. 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CEDD6458-3BB6-25A9-90DA-D1D150E7707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7" r="24727"/>
          <a:stretch>
            <a:fillRect/>
          </a:stretch>
        </p:blipFill>
        <p:spPr>
          <a:custGeom>
            <a:avLst/>
            <a:gdLst>
              <a:gd name="csX0" fmla="*/ 1577996 w 4737903"/>
              <a:gd name="csY0" fmla="*/ 0 h 6229032"/>
              <a:gd name="csX1" fmla="*/ 4737903 w 4737903"/>
              <a:gd name="csY1" fmla="*/ 0 h 6229032"/>
              <a:gd name="csX2" fmla="*/ 4737903 w 4737903"/>
              <a:gd name="csY2" fmla="*/ 6229032 h 6229032"/>
              <a:gd name="csX3" fmla="*/ 0 w 4737903"/>
              <a:gd name="csY3" fmla="*/ 6229032 h 6229032"/>
              <a:gd name="csX4" fmla="*/ 0 w 4737903"/>
              <a:gd name="csY4" fmla="*/ 1578014 h 6229032"/>
              <a:gd name="csX5" fmla="*/ 1416747 w 4737903"/>
              <a:gd name="csY5" fmla="*/ 8151 h 62290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737903" h="6229032">
                <a:moveTo>
                  <a:pt x="1577996" y="0"/>
                </a:moveTo>
                <a:lnTo>
                  <a:pt x="4737903" y="0"/>
                </a:lnTo>
                <a:lnTo>
                  <a:pt x="4737903" y="6229032"/>
                </a:lnTo>
                <a:lnTo>
                  <a:pt x="0" y="6229032"/>
                </a:lnTo>
                <a:lnTo>
                  <a:pt x="0" y="1578014"/>
                </a:lnTo>
                <a:cubicBezTo>
                  <a:pt x="0" y="761392"/>
                  <a:pt x="621344" y="89009"/>
                  <a:pt x="1416747" y="8151"/>
                </a:cubicBezTo>
                <a:close/>
              </a:path>
            </a:pathLst>
          </a:custGeom>
          <a:solidFill>
            <a:srgbClr val="EAEFF2"/>
          </a:solidFill>
        </p:spPr>
      </p:pic>
    </p:spTree>
    <p:extLst>
      <p:ext uri="{BB962C8B-B14F-4D97-AF65-F5344CB8AC3E}">
        <p14:creationId xmlns:p14="http://schemas.microsoft.com/office/powerpoint/2010/main" val="136284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2AB1B-4F96-D2A2-6036-952A25FFD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033" y="1333513"/>
            <a:ext cx="6423948" cy="701731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3C6989-5D72-B890-B112-C3AE0733B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</p:spPr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F9AD4741-C3C8-9259-605D-C63DDF27CCF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57" r="25557"/>
          <a:stretch/>
        </p:blipFill>
        <p:spPr>
          <a:xfrm>
            <a:off x="0" y="0"/>
            <a:ext cx="4583575" cy="6250330"/>
          </a:xfrm>
          <a:solidFill>
            <a:srgbClr val="EAEFF2"/>
          </a:solidFill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1918B9-56E3-608F-32EA-5784A330B8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8158" y="4153703"/>
            <a:ext cx="5319486" cy="1356752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6F0925-AFF5-9B4C-8B9D-B1FF5C14AE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08158" y="2414578"/>
            <a:ext cx="5319486" cy="1356752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90DE936D-DC29-E1DA-86C5-3D9175EEE88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5" b="4645"/>
          <a:stretch/>
        </p:blipFill>
        <p:spPr>
          <a:xfrm>
            <a:off x="5415400" y="4568419"/>
            <a:ext cx="580051" cy="527319"/>
          </a:xfrm>
        </p:spPr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8D452CE9-8E14-CC74-CDD8-6D0B2B551E6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5" b="4645"/>
          <a:stretch/>
        </p:blipFill>
        <p:spPr>
          <a:xfrm>
            <a:off x="5415400" y="2829295"/>
            <a:ext cx="580051" cy="527319"/>
          </a:xfrm>
        </p:spPr>
      </p:pic>
    </p:spTree>
    <p:extLst>
      <p:ext uri="{BB962C8B-B14F-4D97-AF65-F5344CB8AC3E}">
        <p14:creationId xmlns:p14="http://schemas.microsoft.com/office/powerpoint/2010/main" val="201687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A638E-017A-6452-C7DB-198995836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2929-5607-ABC4-2BBE-C960EAB37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033" y="881825"/>
            <a:ext cx="6423948" cy="701731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A86023-6238-ACAD-634C-6D207EF2B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</p:spPr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8AD7D31A-F00E-DDCB-3147-0F93E9425E5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57" r="25557"/>
          <a:stretch/>
        </p:blipFill>
        <p:spPr>
          <a:xfrm>
            <a:off x="0" y="0"/>
            <a:ext cx="4583575" cy="6250330"/>
          </a:xfrm>
          <a:solidFill>
            <a:srgbClr val="EAEFF2"/>
          </a:solidFill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4B5736-C649-FED1-E676-94B6ED671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8158" y="3248004"/>
            <a:ext cx="5319486" cy="1121283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4AABD8-7C72-CA7C-8D21-3E8ACCA914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08158" y="1833996"/>
            <a:ext cx="5319486" cy="1121283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6D39186F-9994-9E4D-2083-33C594DC6B6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5" b="4645"/>
          <a:stretch/>
        </p:blipFill>
        <p:spPr>
          <a:xfrm>
            <a:off x="5415400" y="3544985"/>
            <a:ext cx="580051" cy="527319"/>
          </a:xfrm>
        </p:spPr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14E9FC92-020D-1D3F-859C-0F4EBD095BF0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8" b="4508"/>
          <a:stretch/>
        </p:blipFill>
        <p:spPr>
          <a:xfrm>
            <a:off x="5415400" y="2130978"/>
            <a:ext cx="580051" cy="527319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481C7D-C964-5D6C-8D11-F410EEC515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08158" y="4663284"/>
            <a:ext cx="5319486" cy="1121283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B320EA01-BC7C-DC94-69AB-F5437D8B1407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5" b="4645"/>
          <a:stretch/>
        </p:blipFill>
        <p:spPr>
          <a:xfrm>
            <a:off x="5415400" y="4960265"/>
            <a:ext cx="580051" cy="527319"/>
          </a:xfrm>
        </p:spPr>
      </p:pic>
    </p:spTree>
    <p:extLst>
      <p:ext uri="{BB962C8B-B14F-4D97-AF65-F5344CB8AC3E}">
        <p14:creationId xmlns:p14="http://schemas.microsoft.com/office/powerpoint/2010/main" val="3754225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5653B-A66E-265C-D05C-F457E635B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89987-5365-17EC-5D1B-9A91F96A0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B9134F-1F95-0C2B-F522-0983ECF4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D38C6AC8-A776-522D-AAD1-F88CD86A9A2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57" r="25557"/>
          <a:stretch/>
        </p:blipFill>
        <p:spPr>
          <a:solidFill>
            <a:srgbClr val="EAEFF2"/>
          </a:solidFill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629A7D-3AEC-0B8C-1F40-E101E82D97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916581-BCA5-6EA5-C0A1-82119DCE65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9022212D-2CC3-6D2C-FD73-C9E63DD2BF9B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8" b="4508"/>
          <a:stretch/>
        </p:blipFill>
        <p:spPr/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4A90A979-BC77-8942-16DF-D1AD8494D4D3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5" b="4645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717255-FE25-2331-8E4F-F55D44A08E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1147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F11F7-EA2E-7D9C-A786-7A26C35A9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EB079-7D37-4264-6B16-F9AD4490D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C97DF1-B2AB-BB15-7055-61B7980EF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6AD76133-D222-3BAD-4C3A-401150A2828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57" r="25557"/>
          <a:stretch/>
        </p:blipFill>
        <p:spPr>
          <a:solidFill>
            <a:srgbClr val="EAEFF2"/>
          </a:solidFill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5812C0-7801-A84C-A6EE-98DFE9449F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8D9C59-A142-0594-1787-9D40A5FEBE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0D8C1740-24E6-051B-4217-38C66E144C8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5" b="4645"/>
          <a:stretch/>
        </p:blipFill>
        <p:spPr/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287D1D31-C153-8CCA-0799-1B797F96173C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5" b="4645"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B644046-CB99-CBF3-D732-34CF44333E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91433A6C-7920-5C75-6339-79F85C7AC46B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5" b="4645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8866B-BD9E-4E65-4956-BE90B608B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55098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3A9F8-45BF-FBF9-5FB0-BDCB47F4F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C249CC-8A68-37AD-00B0-2DF4E5A36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</p:spPr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AA60A3-5A6F-EEED-D257-66AB89070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891" y="626385"/>
            <a:ext cx="10360218" cy="1356942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A38594-318B-5EB0-600D-F8E429E9DD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114" y="3917870"/>
            <a:ext cx="2863134" cy="1985090"/>
          </a:xfrm>
        </p:spPr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</a:t>
            </a:r>
          </a:p>
        </p:txBody>
      </p:sp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6096650F-1174-0DC4-48C3-C1A49854EE00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5" b="4525"/>
          <a:stretch/>
        </p:blipFill>
        <p:spPr>
          <a:xfrm>
            <a:off x="1862413" y="2796142"/>
            <a:ext cx="701862" cy="638056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54A941-3CBA-5A9F-4962-155C7BB85C8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64428" y="3917870"/>
            <a:ext cx="2863134" cy="1985090"/>
          </a:xfrm>
        </p:spPr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FC830C6-0E62-D01F-2249-8A7D9AED84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49742" y="3917870"/>
            <a:ext cx="2863134" cy="1985090"/>
          </a:xfrm>
        </p:spPr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</a:t>
            </a:r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3ED5F263-26B3-9F28-D8BF-1DA469F82AE2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5" b="4525"/>
          <a:stretch/>
        </p:blipFill>
        <p:spPr>
          <a:xfrm>
            <a:off x="5745064" y="2796142"/>
            <a:ext cx="701862" cy="638056"/>
          </a:xfrm>
        </p:spPr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180B44B5-0FDA-30A0-E43B-DC8BF2E4514D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5" b="4525"/>
          <a:stretch/>
        </p:blipFill>
        <p:spPr>
          <a:xfrm>
            <a:off x="9630378" y="2796142"/>
            <a:ext cx="701862" cy="638056"/>
          </a:xfrm>
        </p:spPr>
      </p:pic>
    </p:spTree>
    <p:extLst>
      <p:ext uri="{BB962C8B-B14F-4D97-AF65-F5344CB8AC3E}">
        <p14:creationId xmlns:p14="http://schemas.microsoft.com/office/powerpoint/2010/main" val="736639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89526-0906-52A3-EA71-9A4CDBFB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3061F5-0CB4-869B-2EB7-52E40F51F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D3712-B8AA-46DE-FD83-DFA7D5F827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</a:t>
            </a: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F771A8FC-3D99-AB94-9313-1E0F57A0462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8AFB89-B2D5-718A-2047-638FDEE42CA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</a:t>
            </a:r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08953E14-232D-F85E-80AE-678400DBA392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B679EE9-4149-3DD3-41E3-A223F9242A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</a:t>
            </a:r>
          </a:p>
        </p:txBody>
      </p:sp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DB586F16-5401-AD5C-BA2E-55FDD01E1BF4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21F44FC-1F2A-9741-AFCF-C77104FE486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</a:t>
            </a:r>
          </a:p>
        </p:txBody>
      </p:sp>
      <p:pic>
        <p:nvPicPr>
          <p:cNvPr id="31" name="Picture Placeholder 30">
            <a:extLst>
              <a:ext uri="{FF2B5EF4-FFF2-40B4-BE49-F238E27FC236}">
                <a16:creationId xmlns:a16="http://schemas.microsoft.com/office/drawing/2014/main" id="{60B059BE-713C-7534-805B-CE17D23C5E28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266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9893D-4014-EC88-4E73-95481A082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83724-9708-6080-C1CE-AE4630F03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44584F-FA17-1042-5E1D-461296896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51F064-72F6-7A08-E3C7-97A4327BAD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1465FDA3-6FB1-41E6-4EE6-927134941E13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BCA7E6-D6C7-A9AB-8054-FC6235A8B47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06589FB4-D3A2-3281-BA90-D8D6AD885281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BD9571-DE46-4C57-942A-950F0368679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C4AB0BB8-C5BA-3414-1BAB-92C69D9F1041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B801718-F5EA-B5F4-4558-C4224B1A4FAD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31" name="Picture Placeholder 30">
            <a:extLst>
              <a:ext uri="{FF2B5EF4-FFF2-40B4-BE49-F238E27FC236}">
                <a16:creationId xmlns:a16="http://schemas.microsoft.com/office/drawing/2014/main" id="{DFF40D63-2242-C7BD-C78D-B454E671E847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E3CC6B9-78AE-39C4-49D7-7CA8CB5F7DD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86AA76E6-FD05-BCE8-822A-37E93A25BCED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871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AEA6A-199C-D92B-61B0-3AC451346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22684-EBB0-192C-55A5-454DE99A6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4C713-DEFF-0A2A-2AE2-184180540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394E6-8D77-95E3-2DF1-FAC8F324D1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BC5489E2-F3FF-22EB-098F-CAD91FB19294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2EB963-7943-A375-4C5D-BD9EC843512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7BD29B18-FC65-3417-2421-6B82C1D8148E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FFDAEE-8237-ADF6-756B-08D1574AB84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461C4EF2-2A91-E33B-5804-AA7603B07122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7199022-08BA-17B3-F2C7-FFC554CA652D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33" name="Picture Placeholder 32">
            <a:extLst>
              <a:ext uri="{FF2B5EF4-FFF2-40B4-BE49-F238E27FC236}">
                <a16:creationId xmlns:a16="http://schemas.microsoft.com/office/drawing/2014/main" id="{A23529B4-B0C5-0BB3-2936-85C559E9EED6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2BF58DE-8F68-0A07-2D0D-053605555FA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0F90425B-8DBE-500F-2C21-52AEED5437E1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8E4C4B2-9624-A511-4CF2-89783C4FC21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31" name="Picture Placeholder 30">
            <a:extLst>
              <a:ext uri="{FF2B5EF4-FFF2-40B4-BE49-F238E27FC236}">
                <a16:creationId xmlns:a16="http://schemas.microsoft.com/office/drawing/2014/main" id="{CB6F7003-65C6-CECA-78CF-23AFBFE75314}"/>
              </a:ext>
            </a:extLst>
          </p:cNvPr>
          <p:cNvPicPr>
            <a:picLocks noGrp="1" noChangeAspect="1"/>
          </p:cNvPicPr>
          <p:nvPr>
            <p:ph type="pic" sz="quarter" idx="45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85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7AFC3-94D8-9724-6424-551660346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65A9D-191E-BAF3-F10A-6500C6842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FD7D24-1B80-5BDB-CF38-B260F0E84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F91D19-188F-8912-4FB8-63B9098BFA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EF6ABFEE-819E-CA73-4C26-8AB318097B5C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BE84-9339-37E9-1976-5F4140A2D80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AD055F37-9F88-0154-B048-42BB882CA362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A816B1-61AA-DEEA-6205-E738F62F8A8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F8435C86-C1DA-FDF0-8CCB-D2D1C72645FC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23E170B-68A3-B7F8-5698-7F5FC39CEF0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8EA05D9B-1A2A-0F5C-4D68-1F916853D2B6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2CDD2A1-8179-8B5D-C3EC-48889262CC9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AD8401F8-240C-7782-4B86-B57A7A31323A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3AE3B71-D3F6-A282-24FB-2A02A73B94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31" name="Picture Placeholder 30">
            <a:extLst>
              <a:ext uri="{FF2B5EF4-FFF2-40B4-BE49-F238E27FC236}">
                <a16:creationId xmlns:a16="http://schemas.microsoft.com/office/drawing/2014/main" id="{E1B7E4B4-D06A-0805-4862-EE85C417655F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5A751C-42C2-6808-9599-92F207F9FCD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33" name="Picture Placeholder 32">
            <a:extLst>
              <a:ext uri="{FF2B5EF4-FFF2-40B4-BE49-F238E27FC236}">
                <a16:creationId xmlns:a16="http://schemas.microsoft.com/office/drawing/2014/main" id="{A3ACEFB9-3FF3-421F-60E9-FC7CEC7B4EB3}"/>
              </a:ext>
            </a:extLst>
          </p:cNvPr>
          <p:cNvPicPr>
            <a:picLocks noGrp="1" noChangeAspect="1"/>
          </p:cNvPicPr>
          <p:nvPr>
            <p:ph type="pic" sz="quarter" idx="45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5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9C650-0A2A-8ECB-F572-FD3D1FFAE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B89CE-EAA2-1E65-1044-1EDFA0902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DA1516-C371-CA26-7544-284AE7BB4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B85B8D-639F-31C9-31F5-C04ABD4702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4C0F1DBF-91C4-3FD4-C384-26424407B9A7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CBC24F-29F0-C215-C3C5-1ECFB44F150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E9E550FC-1AFC-0711-8772-C1C73D4FDE05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DF8152-05DB-66A9-9F7A-B67EEEE8EE2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28E389A7-D52D-7DDB-621F-A5B0D0C20D62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24CC9A-6761-FD84-D610-AE5339F6CDC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07190B0A-3C70-4209-40E2-D2C4C24E8C35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D42D415-049D-71F0-B300-2465C4C8E53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3E269B66-04B0-7E05-BF7C-3CF2AB149A68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A5C52BA-F712-A79F-1C1F-1F4DBFA46DE7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31" name="Picture Placeholder 30">
            <a:extLst>
              <a:ext uri="{FF2B5EF4-FFF2-40B4-BE49-F238E27FC236}">
                <a16:creationId xmlns:a16="http://schemas.microsoft.com/office/drawing/2014/main" id="{004B5035-B9CD-58A7-037C-52EF8DED4B99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AC8C6A6-3C65-74AD-8DB6-5EC03641A7F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33" name="Picture Placeholder 32">
            <a:extLst>
              <a:ext uri="{FF2B5EF4-FFF2-40B4-BE49-F238E27FC236}">
                <a16:creationId xmlns:a16="http://schemas.microsoft.com/office/drawing/2014/main" id="{38B8918B-3463-4566-2E0D-3C95F9E1AC97}"/>
              </a:ext>
            </a:extLst>
          </p:cNvPr>
          <p:cNvPicPr>
            <a:picLocks noGrp="1" noChangeAspect="1"/>
          </p:cNvPicPr>
          <p:nvPr>
            <p:ph type="pic" sz="quarter" idx="45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C799E32-26FD-4424-574F-EA7EB329A46D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35" name="Picture Placeholder 34">
            <a:extLst>
              <a:ext uri="{FF2B5EF4-FFF2-40B4-BE49-F238E27FC236}">
                <a16:creationId xmlns:a16="http://schemas.microsoft.com/office/drawing/2014/main" id="{A64E2F2A-5035-8A38-786C-4CD42E8FD04A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817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EE997C8-8B1C-2F9B-055F-510143172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1" y="1193834"/>
            <a:ext cx="3905405" cy="135797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CDC5AE-6EA7-26C9-8BCB-B9D7E6F00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</p:spPr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7D18EB3-0BB1-D18C-A55F-FBDCFE1540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811" y="2643072"/>
            <a:ext cx="3905406" cy="2691376"/>
          </a:xfrm>
        </p:spPr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et sed sem.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magna ante, sed vestibulum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D6FB458-E804-85AD-E5F4-5E878A6C2A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1903" y="1337337"/>
            <a:ext cx="5542285" cy="1697070"/>
          </a:xfrm>
        </p:spPr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et sed sem.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magna ante, sed vestibulum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8E15000A-1E26-AB25-DA57-F27658E07342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xfrm>
            <a:off x="5289145" y="1895219"/>
            <a:ext cx="580051" cy="580799"/>
          </a:xfr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724E9F-CE48-B74B-CF8D-52F74CC168D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181903" y="3782802"/>
            <a:ext cx="5542285" cy="1697070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et sed sem.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magna ante, sed vestibulum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A60C16CC-6F4B-BB9E-AD14-CD1EE00B6888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xfrm>
            <a:off x="5289145" y="4340938"/>
            <a:ext cx="580051" cy="580799"/>
          </a:xfrm>
        </p:spPr>
      </p:pic>
    </p:spTree>
    <p:extLst>
      <p:ext uri="{BB962C8B-B14F-4D97-AF65-F5344CB8AC3E}">
        <p14:creationId xmlns:p14="http://schemas.microsoft.com/office/powerpoint/2010/main" val="43710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A71C4-AD1F-7F25-68D8-C34C17593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A324991-02E0-D2C6-58CB-773F87C85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89FAC3-FB00-E7B7-8204-D6D5EAF92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56FB19-52BE-69FC-3B91-08E3F5CF8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et sed sem.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magna ante, sed vestibulum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9D0ACD0-C726-6FFE-C685-EE30C73839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et sed sem. </a:t>
            </a:r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A6DF7F85-492F-8919-31B8-427EA0DC0D9D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4D0F32A-ECA6-CC26-F75D-61ABFB53D8F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et sed sem. </a:t>
            </a:r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D9517FC3-FF37-CA05-768D-D765E49D5A43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173A7C9-3CD1-3B84-BDEF-DEA15F95F7E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et sed sem. </a:t>
            </a:r>
          </a:p>
        </p:txBody>
      </p:sp>
      <p:pic>
        <p:nvPicPr>
          <p:cNvPr id="32" name="Picture Placeholder 31">
            <a:extLst>
              <a:ext uri="{FF2B5EF4-FFF2-40B4-BE49-F238E27FC236}">
                <a16:creationId xmlns:a16="http://schemas.microsoft.com/office/drawing/2014/main" id="{2B11B2D3-335C-4ED6-3FCA-4BACA4B73298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83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27B77-CC44-3922-9140-C6CA0D431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28D6452-C295-4EEE-C5B8-8FBDAD04E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BFB03-05AA-74B2-0FAD-1B3446A7F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8741D79-60A6-D097-2278-31E49C5951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et sed sem.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magna ante, sed vestibulum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72C7C60-48F9-4710-C8B5-B81AF264DC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et sed sem. </a:t>
            </a:r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0BAFEC31-9B97-D383-F87D-6F2AF2A2944E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EB5A036-D58E-022B-55B0-865DFD774C2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et sed sem. </a:t>
            </a:r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E65644A3-74D4-7652-BE41-6CA886153F44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C112E32-98AD-4FC4-7CA0-548D5C3A05E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et sed sem. </a:t>
            </a:r>
          </a:p>
        </p:txBody>
      </p:sp>
      <p:pic>
        <p:nvPicPr>
          <p:cNvPr id="32" name="Picture Placeholder 31">
            <a:extLst>
              <a:ext uri="{FF2B5EF4-FFF2-40B4-BE49-F238E27FC236}">
                <a16:creationId xmlns:a16="http://schemas.microsoft.com/office/drawing/2014/main" id="{AD22AB48-3084-E1F9-80D9-C04CEA4EB193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5D7D5FC-21E2-0579-4DEB-6E2A8063AB3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et sed sem. </a:t>
            </a:r>
          </a:p>
        </p:txBody>
      </p:sp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FC48B945-6E39-9BFD-2D67-601FD746F3E3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30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707C6-1EA5-73A2-3F4D-DEDFCD46D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7E572D8-BA23-C28D-26DD-4CBD8ED1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784A15-0473-6E07-A96A-CF125FB76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166BFE-3C93-04E6-9B8A-32FEDB3EA7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et sed sem.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magna ante, sed vestibulum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F16BBDA-9376-84F1-E2FC-185976F0F6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F508E437-2ACB-93AD-5573-92B7C559EC55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8D5199C-D936-4491-19E7-13C8FD86359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DAD3AF05-D59A-9BB2-61C9-ACF2C7343E19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EB04CA-9110-1D37-EEDE-7BD11D2D818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8" name="Picture Placeholder 27">
            <a:extLst>
              <a:ext uri="{FF2B5EF4-FFF2-40B4-BE49-F238E27FC236}">
                <a16:creationId xmlns:a16="http://schemas.microsoft.com/office/drawing/2014/main" id="{6DC9D9D5-391E-9635-3EC9-ACCAA8F361DD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/>
        </p:blipFill>
        <p:spPr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C289223-05CF-A40E-5CB1-C1906A448A4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49880B14-9CAA-6927-DC6E-38F90E8290AA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A1B6BA5-3EE1-A24F-FB80-916D3ABBB34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32" name="Picture Placeholder 31">
            <a:extLst>
              <a:ext uri="{FF2B5EF4-FFF2-40B4-BE49-F238E27FC236}">
                <a16:creationId xmlns:a16="http://schemas.microsoft.com/office/drawing/2014/main" id="{BFED34FC-31A6-C9A9-3BD0-F19928825E3C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8DB35-212F-7103-B868-4E501F2D8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3EA046A-E6F1-6D96-55F1-439BC66C8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5A964E-4568-13FB-D657-2B3C209F8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431B3B-EB47-1379-64B4-DC5AB9D548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et sed sem.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magna ante, sed vestibulum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in. Vestibulum nec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06C42A9-61FA-53CB-52C2-E80B3ABDF8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1DA66540-7009-34F8-E928-935FABECE762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98EA41C-8386-2E0D-91A0-DF1830F8ECD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F3DC7F55-D35A-1D03-E771-7C09DC3704F6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77DE713-E8AE-B9EA-8B92-877AB0EE716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28" name="Picture Placeholder 27">
            <a:extLst>
              <a:ext uri="{FF2B5EF4-FFF2-40B4-BE49-F238E27FC236}">
                <a16:creationId xmlns:a16="http://schemas.microsoft.com/office/drawing/2014/main" id="{DC67E7CC-8E31-0E77-A413-87AFAEFEB311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EF6D4A8-D373-DBD1-2EF2-C1AF0EE2635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EC3BAEFD-3815-0CDE-9E47-1E8108CB80BB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83CD61A-2240-DFC6-D1BC-78E7A9361CC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32" name="Picture Placeholder 31">
            <a:extLst>
              <a:ext uri="{FF2B5EF4-FFF2-40B4-BE49-F238E27FC236}">
                <a16:creationId xmlns:a16="http://schemas.microsoft.com/office/drawing/2014/main" id="{7B44A815-F21F-38C0-5A36-2C2950C21CDB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5A1E961-80E1-EBA3-ABE7-FB5AA991227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pic>
        <p:nvPicPr>
          <p:cNvPr id="34" name="Picture Placeholder 33">
            <a:extLst>
              <a:ext uri="{FF2B5EF4-FFF2-40B4-BE49-F238E27FC236}">
                <a16:creationId xmlns:a16="http://schemas.microsoft.com/office/drawing/2014/main" id="{8551BDBC-D52D-CB5C-0C19-2239351D02FB}"/>
              </a:ext>
            </a:extLst>
          </p:cNvPr>
          <p:cNvPicPr>
            <a:picLocks noGrp="1" noChangeAspect="1"/>
          </p:cNvPicPr>
          <p:nvPr>
            <p:ph type="pic" sz="quarter" idx="45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r="137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652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ECFE8E-BC50-61A0-0270-EE0C3A846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</p:spPr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6B8ED3F8-0C4E-813B-BE49-831E733E6D20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2" b="2482"/>
          <a:stretch>
            <a:fillRect/>
          </a:stretch>
        </p:blipFill>
        <p:spPr>
          <a:prstGeom prst="ellipse">
            <a:avLst/>
          </a:prstGeom>
          <a:solidFill>
            <a:srgbClr val="EAEFF2"/>
          </a:solidFill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03D6BFB-85DA-2A06-6AED-EA7D2885D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5207" y="1929019"/>
            <a:ext cx="6153872" cy="701731"/>
          </a:xfrm>
        </p:spPr>
        <p:txBody>
          <a:bodyPr/>
          <a:lstStyle/>
          <a:p>
            <a:r>
              <a:rPr lang="en-US" dirty="0"/>
              <a:t>Speaker Name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293FD3-32AE-8B0F-74A5-2086F0ECA8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05206" y="2830866"/>
            <a:ext cx="6153871" cy="2321335"/>
          </a:xfrm>
        </p:spPr>
        <p:txBody>
          <a:bodyPr>
            <a:normAutofit/>
          </a:bodyPr>
          <a:lstStyle/>
          <a:p>
            <a:r>
              <a:rPr lang="en-US" b="1" dirty="0"/>
              <a:t>Position</a:t>
            </a:r>
          </a:p>
          <a:p>
            <a:r>
              <a:rPr lang="en-US" sz="2400" dirty="0"/>
              <a:t>Lorem ipsum dolor sit </a:t>
            </a:r>
            <a:r>
              <a:rPr lang="en-US" sz="2400" dirty="0" err="1"/>
              <a:t>amet</a:t>
            </a:r>
            <a:r>
              <a:rPr lang="en-US" sz="2400" dirty="0"/>
              <a:t>, </a:t>
            </a:r>
            <a:r>
              <a:rPr lang="en-US" sz="2400" dirty="0" err="1"/>
              <a:t>consectetur</a:t>
            </a:r>
            <a:r>
              <a:rPr lang="en-US" sz="2400" dirty="0"/>
              <a:t> </a:t>
            </a:r>
            <a:r>
              <a:rPr lang="en-US" sz="2400" dirty="0" err="1"/>
              <a:t>adipiscing</a:t>
            </a:r>
            <a:r>
              <a:rPr lang="en-US" sz="2400" dirty="0"/>
              <a:t> </a:t>
            </a:r>
            <a:r>
              <a:rPr lang="en-US" sz="2400" dirty="0" err="1"/>
              <a:t>elit</a:t>
            </a:r>
            <a:r>
              <a:rPr lang="en-US" sz="2400" dirty="0"/>
              <a:t>. Morbi vel </a:t>
            </a:r>
            <a:r>
              <a:rPr lang="en-US" sz="2400" dirty="0" err="1"/>
              <a:t>malesuada</a:t>
            </a:r>
            <a:r>
              <a:rPr lang="en-US" sz="2400" dirty="0"/>
              <a:t> nunc. Donec sed </a:t>
            </a:r>
            <a:r>
              <a:rPr lang="en-US" sz="2400" dirty="0" err="1"/>
              <a:t>leo</a:t>
            </a:r>
            <a:r>
              <a:rPr lang="en-US" sz="2400" dirty="0"/>
              <a:t> ac nisi </a:t>
            </a:r>
            <a:r>
              <a:rPr lang="en-US" sz="2400" dirty="0" err="1"/>
              <a:t>dignissim</a:t>
            </a:r>
            <a:r>
              <a:rPr lang="en-US" sz="2400" dirty="0"/>
              <a:t> tempus</a:t>
            </a:r>
          </a:p>
        </p:txBody>
      </p:sp>
    </p:spTree>
    <p:extLst>
      <p:ext uri="{BB962C8B-B14F-4D97-AF65-F5344CB8AC3E}">
        <p14:creationId xmlns:p14="http://schemas.microsoft.com/office/powerpoint/2010/main" val="211997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36CF9F-4C83-941D-8FCE-1020D4199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</p:spPr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143B5F-AB07-3A06-644A-64F33F52B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891" y="380705"/>
            <a:ext cx="10360218" cy="894984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82FA1-FBCB-6CF1-0DD8-3EC852EC83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46318" y="3943350"/>
            <a:ext cx="3810831" cy="1971313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2CAAE7-3EAF-ED77-D8B2-A0DE33C948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34853" y="3943350"/>
            <a:ext cx="3810831" cy="1971313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ipsum dolor sit </a:t>
            </a:r>
            <a:r>
              <a:rPr lang="en-US" dirty="0" err="1"/>
              <a:t>amet</a:t>
            </a:r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A27E0948-7DFE-7828-CFC1-9BDE295F9CA6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1" r="6951"/>
          <a:stretch/>
        </p:blipFill>
        <p:spPr>
          <a:xfrm>
            <a:off x="2715408" y="1701905"/>
            <a:ext cx="1472650" cy="1472650"/>
          </a:xfrm>
          <a:solidFill>
            <a:prstClr val="white">
              <a:lumMod val="95000"/>
            </a:prstClr>
          </a:solidFill>
        </p:spPr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0ECAF20D-1535-A3B3-7D7A-605753B3E7E5}"/>
              </a:ext>
            </a:extLst>
          </p:cNvPr>
          <p:cNvPicPr>
            <a:picLocks noGrp="1" noChangeAspect="1"/>
          </p:cNvPicPr>
          <p:nvPr>
            <p:ph type="pic" sz="quarter" idx="4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/>
        </p:blipFill>
        <p:spPr>
          <a:xfrm>
            <a:off x="8003943" y="1701905"/>
            <a:ext cx="1472650" cy="1472650"/>
          </a:xfrm>
          <a:solidFill>
            <a:prstClr val="white">
              <a:lumMod val="95000"/>
            </a:prstClr>
          </a:solidFill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D84839-3833-FC49-07BF-F2CACF2ED25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546318" y="3340462"/>
            <a:ext cx="3810831" cy="513737"/>
          </a:xfrm>
        </p:spPr>
        <p:txBody>
          <a:bodyPr/>
          <a:lstStyle/>
          <a:p>
            <a:r>
              <a:rPr lang="en-US" dirty="0"/>
              <a:t>Speaker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2FDF5C-90FB-0183-1B19-F8236D4AD3A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834853" y="3340462"/>
            <a:ext cx="3810831" cy="513737"/>
          </a:xfrm>
        </p:spPr>
        <p:txBody>
          <a:bodyPr/>
          <a:lstStyle/>
          <a:p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51696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D20E7-FDF4-5860-5B2D-65A1A7838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7FFE94-E592-B156-DC8A-F890C3E83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7D90BD-14D3-58EC-B83E-6BB4862C3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1AA53-DBEA-C20E-1AAC-41800584A7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ipsum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FC9617-32E2-04B2-67FE-D0670AFCB5D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ipsum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A89107-E315-F3F2-8C43-7DA3BF03E9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 Donec sed </a:t>
            </a:r>
            <a:r>
              <a:rPr lang="en-US" dirty="0" err="1"/>
              <a:t>leo</a:t>
            </a:r>
            <a:r>
              <a:rPr lang="en-US" dirty="0"/>
              <a:t> ac nisi </a:t>
            </a:r>
            <a:r>
              <a:rPr lang="en-US" dirty="0" err="1"/>
              <a:t>dignissim</a:t>
            </a:r>
            <a:r>
              <a:rPr lang="en-US" dirty="0"/>
              <a:t> tempus ipsum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2A1ADD26-6246-8568-7A4D-C9C269665B5C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1" r="6951"/>
          <a:stretch/>
        </p:blipFill>
        <p:spPr>
          <a:prstGeom prst="ellipse">
            <a:avLst/>
          </a:prstGeom>
          <a:solidFill>
            <a:prstClr val="white">
              <a:lumMod val="95000"/>
            </a:prstClr>
          </a:solidFill>
        </p:spPr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B0121A60-EC45-66C9-3862-3CA1E77219CE}"/>
              </a:ext>
            </a:extLst>
          </p:cNvPr>
          <p:cNvPicPr>
            <a:picLocks noGrp="1" noChangeAspect="1"/>
          </p:cNvPicPr>
          <p:nvPr>
            <p:ph type="pic" sz="quarter" idx="4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/>
        </p:blipFill>
        <p:spPr>
          <a:prstGeom prst="ellipse">
            <a:avLst/>
          </a:prstGeom>
          <a:solidFill>
            <a:prstClr val="white">
              <a:lumMod val="95000"/>
            </a:prstClr>
          </a:solidFill>
        </p:spPr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83453F35-417A-DD0B-DCEC-89C9620680C6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2" b="1062"/>
          <a:stretch>
            <a:fillRect/>
          </a:stretch>
        </p:blipFill>
        <p:spPr>
          <a:prstGeom prst="ellipse">
            <a:avLst/>
          </a:prstGeom>
          <a:solidFill>
            <a:prstClr val="white">
              <a:lumMod val="95000"/>
            </a:prstClr>
          </a:solidFill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A7C4D28-1FE0-5B6C-184E-16AA680A7B8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US" dirty="0"/>
              <a:t>Speaker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EC8D58-E69A-9203-18A4-47DD728A43C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69C0F8-F5E7-11F3-476E-0C11EEFC613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141117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8152A68-E4E2-CA65-01A2-20DD2780E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41EECF-8E3C-79C3-EE35-4D61E2FF7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</p:spPr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BE44F-4DF4-DF11-9392-B794C99296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43803" y="2303085"/>
            <a:ext cx="3833860" cy="1275034"/>
          </a:xfrm>
        </p:spPr>
        <p:txBody>
          <a:bodyPr>
            <a:normAutofit/>
          </a:bodyPr>
          <a:lstStyle/>
          <a:p>
            <a:r>
              <a:rPr lang="en-US" b="1" dirty="0"/>
              <a:t>Speaker Name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26D8C9B-1AE8-A2DD-5584-938D22399EC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743803" y="4279588"/>
            <a:ext cx="3833860" cy="1275034"/>
          </a:xfrm>
        </p:spPr>
        <p:txBody>
          <a:bodyPr>
            <a:normAutofit/>
          </a:bodyPr>
          <a:lstStyle/>
          <a:p>
            <a:r>
              <a:rPr lang="en-US" b="1" dirty="0"/>
              <a:t>Speaker Name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B8F33A5-9D01-4EF0-B9AC-74104599A44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787121" y="2303085"/>
            <a:ext cx="3833860" cy="1275034"/>
          </a:xfrm>
        </p:spPr>
        <p:txBody>
          <a:bodyPr>
            <a:normAutofit/>
          </a:bodyPr>
          <a:lstStyle/>
          <a:p>
            <a:r>
              <a:rPr lang="en-US" b="1" dirty="0"/>
              <a:t>Speaker Name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063B154-DFC2-4432-2618-6C05C0A463F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787121" y="4279588"/>
            <a:ext cx="3833860" cy="1275034"/>
          </a:xfrm>
        </p:spPr>
        <p:txBody>
          <a:bodyPr>
            <a:normAutofit/>
          </a:bodyPr>
          <a:lstStyle/>
          <a:p>
            <a:r>
              <a:rPr lang="en-US" b="1" dirty="0"/>
              <a:t>Speaker Name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C5F4EC5A-575F-827B-8E06-780015A43544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" b="2500"/>
          <a:stretch/>
        </p:blipFill>
        <p:spPr>
          <a:xfrm>
            <a:off x="467810" y="2387390"/>
            <a:ext cx="1106424" cy="1106424"/>
          </a:xfrm>
          <a:solidFill>
            <a:prstClr val="white">
              <a:lumMod val="95000"/>
            </a:prstClr>
          </a:solidFill>
        </p:spPr>
      </p:pic>
      <p:pic>
        <p:nvPicPr>
          <p:cNvPr id="33" name="Picture Placeholder 32">
            <a:extLst>
              <a:ext uri="{FF2B5EF4-FFF2-40B4-BE49-F238E27FC236}">
                <a16:creationId xmlns:a16="http://schemas.microsoft.com/office/drawing/2014/main" id="{A3E0817D-07DC-8DE6-3DCB-40B09E1CB4EB}"/>
              </a:ext>
            </a:extLst>
          </p:cNvPr>
          <p:cNvPicPr>
            <a:picLocks noGrp="1" noChangeAspect="1"/>
          </p:cNvPicPr>
          <p:nvPr>
            <p:ph type="pic" sz="quarter" idx="4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4" r="3504"/>
          <a:stretch/>
        </p:blipFill>
        <p:spPr>
          <a:xfrm>
            <a:off x="467810" y="4363893"/>
            <a:ext cx="1106424" cy="1106424"/>
          </a:xfrm>
          <a:solidFill>
            <a:prstClr val="white">
              <a:lumMod val="95000"/>
            </a:prstClr>
          </a:solidFill>
        </p:spPr>
      </p:pic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9E460C61-B714-20BD-51D8-F4650650634C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1" r="6951"/>
          <a:stretch/>
        </p:blipFill>
        <p:spPr>
          <a:xfrm>
            <a:off x="6511128" y="2387390"/>
            <a:ext cx="1106424" cy="1106424"/>
          </a:xfrm>
          <a:solidFill>
            <a:prstClr val="white">
              <a:lumMod val="95000"/>
            </a:prstClr>
          </a:solidFill>
        </p:spPr>
      </p:pic>
      <p:pic>
        <p:nvPicPr>
          <p:cNvPr id="31" name="Picture Placeholder 30">
            <a:extLst>
              <a:ext uri="{FF2B5EF4-FFF2-40B4-BE49-F238E27FC236}">
                <a16:creationId xmlns:a16="http://schemas.microsoft.com/office/drawing/2014/main" id="{66D6610F-E99B-A2AD-7B3B-1B9753E26240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8" r="4648"/>
          <a:stretch/>
        </p:blipFill>
        <p:spPr>
          <a:xfrm>
            <a:off x="6511128" y="4363622"/>
            <a:ext cx="1106424" cy="1106424"/>
          </a:xfrm>
          <a:solidFill>
            <a:prstClr val="white">
              <a:lumMod val="95000"/>
            </a:prstClr>
          </a:solidFill>
        </p:spPr>
      </p:pic>
    </p:spTree>
    <p:extLst>
      <p:ext uri="{BB962C8B-B14F-4D97-AF65-F5344CB8AC3E}">
        <p14:creationId xmlns:p14="http://schemas.microsoft.com/office/powerpoint/2010/main" val="2045018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3B90C-8319-47A6-10B2-D76456230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D5A749B-BFEF-FFEC-0507-5B0E7B8B9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27DEF-5235-4271-2F4E-BCD2681BA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A164C-80B4-2384-0780-7852B6E152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Speaker Name</a:t>
            </a:r>
          </a:p>
          <a:p>
            <a:r>
              <a:rPr lang="en-US" sz="1800" dirty="0"/>
              <a:t>Lorem ipsum dolor sit </a:t>
            </a:r>
            <a:r>
              <a:rPr lang="en-US" sz="1800" dirty="0" err="1"/>
              <a:t>amet</a:t>
            </a:r>
            <a:r>
              <a:rPr lang="en-US" sz="1800" dirty="0"/>
              <a:t>, </a:t>
            </a:r>
            <a:r>
              <a:rPr lang="en-US" sz="1800" dirty="0" err="1"/>
              <a:t>consectetur</a:t>
            </a:r>
            <a:r>
              <a:rPr lang="en-US" sz="1800" dirty="0"/>
              <a:t> </a:t>
            </a:r>
            <a:r>
              <a:rPr lang="en-US" sz="1800" dirty="0" err="1"/>
              <a:t>adipiscing</a:t>
            </a:r>
            <a:r>
              <a:rPr lang="en-US" sz="1800" dirty="0"/>
              <a:t> </a:t>
            </a:r>
            <a:r>
              <a:rPr lang="en-US" sz="1800" dirty="0" err="1"/>
              <a:t>elit</a:t>
            </a:r>
            <a:r>
              <a:rPr lang="en-US" sz="1800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2719A19-D076-0CF3-2921-F62F7C2A667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Speaker Name</a:t>
            </a:r>
          </a:p>
          <a:p>
            <a:r>
              <a:rPr lang="en-US" sz="1800" dirty="0"/>
              <a:t>Lorem ipsum dolor sit </a:t>
            </a:r>
            <a:r>
              <a:rPr lang="en-US" sz="1800" dirty="0" err="1"/>
              <a:t>amet</a:t>
            </a:r>
            <a:r>
              <a:rPr lang="en-US" sz="1800" dirty="0"/>
              <a:t>, </a:t>
            </a:r>
            <a:r>
              <a:rPr lang="en-US" sz="1800" dirty="0" err="1"/>
              <a:t>consectetur</a:t>
            </a:r>
            <a:r>
              <a:rPr lang="en-US" sz="1800" dirty="0"/>
              <a:t> </a:t>
            </a:r>
            <a:r>
              <a:rPr lang="en-US" sz="1800" dirty="0" err="1"/>
              <a:t>adipiscing</a:t>
            </a:r>
            <a:r>
              <a:rPr lang="en-US" sz="1800" dirty="0"/>
              <a:t> </a:t>
            </a:r>
            <a:r>
              <a:rPr lang="en-US" sz="1800" dirty="0" err="1"/>
              <a:t>elit</a:t>
            </a:r>
            <a:r>
              <a:rPr lang="en-US" sz="1800" dirty="0"/>
              <a:t>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88DFB5D-ABDE-D258-EE65-B139514BB64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Speaker Name</a:t>
            </a:r>
          </a:p>
          <a:p>
            <a:r>
              <a:rPr lang="en-US" sz="1800" dirty="0"/>
              <a:t>Lorem ipsum dolor sit </a:t>
            </a:r>
            <a:r>
              <a:rPr lang="en-US" sz="1800" dirty="0" err="1"/>
              <a:t>amet</a:t>
            </a:r>
            <a:r>
              <a:rPr lang="en-US" sz="1800" dirty="0"/>
              <a:t>, </a:t>
            </a:r>
            <a:r>
              <a:rPr lang="en-US" sz="1800" dirty="0" err="1"/>
              <a:t>consectetur</a:t>
            </a:r>
            <a:r>
              <a:rPr lang="en-US" sz="1800" dirty="0"/>
              <a:t> </a:t>
            </a:r>
            <a:r>
              <a:rPr lang="en-US" sz="1800" dirty="0" err="1"/>
              <a:t>adipiscing</a:t>
            </a:r>
            <a:r>
              <a:rPr lang="en-US" sz="1800" dirty="0"/>
              <a:t> </a:t>
            </a:r>
            <a:r>
              <a:rPr lang="en-US" sz="1800" dirty="0" err="1"/>
              <a:t>elit</a:t>
            </a:r>
            <a:r>
              <a:rPr lang="en-US" sz="1800" dirty="0"/>
              <a:t>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F70EEB-9D00-7686-C568-FC0972DDCA8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Speaker Name</a:t>
            </a:r>
          </a:p>
          <a:p>
            <a:r>
              <a:rPr lang="en-US" sz="1800" dirty="0"/>
              <a:t>Lorem ipsum dolor sit </a:t>
            </a:r>
            <a:r>
              <a:rPr lang="en-US" sz="1800" dirty="0" err="1"/>
              <a:t>amet</a:t>
            </a:r>
            <a:r>
              <a:rPr lang="en-US" sz="1800" dirty="0"/>
              <a:t>, </a:t>
            </a:r>
            <a:r>
              <a:rPr lang="en-US" sz="1800" dirty="0" err="1"/>
              <a:t>consectetur</a:t>
            </a:r>
            <a:r>
              <a:rPr lang="en-US" sz="1800" dirty="0"/>
              <a:t> </a:t>
            </a:r>
            <a:r>
              <a:rPr lang="en-US" sz="1800" dirty="0" err="1"/>
              <a:t>adipiscing</a:t>
            </a:r>
            <a:r>
              <a:rPr lang="en-US" sz="1800" dirty="0"/>
              <a:t> </a:t>
            </a:r>
            <a:r>
              <a:rPr lang="en-US" sz="1800" dirty="0" err="1"/>
              <a:t>elit</a:t>
            </a:r>
            <a:r>
              <a:rPr lang="en-US" sz="1800" dirty="0"/>
              <a:t>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44D796B-3EDF-3947-FCB2-B2C3E48CE7C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Speaker Name</a:t>
            </a:r>
          </a:p>
          <a:p>
            <a:r>
              <a:rPr lang="en-US" sz="1800" dirty="0"/>
              <a:t>Lorem ipsum dolor sit </a:t>
            </a:r>
            <a:r>
              <a:rPr lang="en-US" sz="1800" dirty="0" err="1"/>
              <a:t>amet</a:t>
            </a:r>
            <a:r>
              <a:rPr lang="en-US" sz="1800" dirty="0"/>
              <a:t>, </a:t>
            </a:r>
            <a:r>
              <a:rPr lang="en-US" sz="1800" dirty="0" err="1"/>
              <a:t>consectetur</a:t>
            </a:r>
            <a:r>
              <a:rPr lang="en-US" sz="1800" dirty="0"/>
              <a:t> </a:t>
            </a:r>
            <a:r>
              <a:rPr lang="en-US" sz="1800" dirty="0" err="1"/>
              <a:t>adipiscing</a:t>
            </a:r>
            <a:r>
              <a:rPr lang="en-US" sz="1800" dirty="0"/>
              <a:t> </a:t>
            </a:r>
            <a:r>
              <a:rPr lang="en-US" sz="1800" dirty="0" err="1"/>
              <a:t>elit</a:t>
            </a:r>
            <a:r>
              <a:rPr lang="en-US" sz="1800" dirty="0"/>
              <a:t>.</a:t>
            </a:r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6829875D-7E47-764C-EBC3-3FBC97A4CD63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8" b="2568"/>
          <a:stretch/>
        </p:blipFill>
        <p:spPr>
          <a:prstGeom prst="ellipse">
            <a:avLst/>
          </a:prstGeom>
          <a:solidFill>
            <a:prstClr val="white">
              <a:lumMod val="95000"/>
            </a:prstClr>
          </a:solidFill>
        </p:spPr>
      </p:pic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DDA4C354-E050-7E3D-45B1-8D416B3CD62E}"/>
              </a:ext>
            </a:extLst>
          </p:cNvPr>
          <p:cNvPicPr>
            <a:picLocks noGrp="1" noChangeAspect="1"/>
          </p:cNvPicPr>
          <p:nvPr>
            <p:ph type="pic" sz="quarter" idx="4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1" r="6951"/>
          <a:stretch/>
        </p:blipFill>
        <p:spPr>
          <a:prstGeom prst="ellipse">
            <a:avLst/>
          </a:prstGeom>
          <a:solidFill>
            <a:prstClr val="white">
              <a:lumMod val="95000"/>
            </a:prstClr>
          </a:solidFill>
        </p:spPr>
      </p:pic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85F4B788-3126-4DB5-DA72-B4517DDBF70C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97" r="12097"/>
          <a:stretch/>
        </p:blipFill>
        <p:spPr>
          <a:prstGeom prst="ellipse">
            <a:avLst/>
          </a:prstGeom>
          <a:solidFill>
            <a:prstClr val="white">
              <a:lumMod val="95000"/>
            </a:prstClr>
          </a:solidFill>
        </p:spPr>
      </p:pic>
      <p:pic>
        <p:nvPicPr>
          <p:cNvPr id="31" name="Picture Placeholder 30">
            <a:extLst>
              <a:ext uri="{FF2B5EF4-FFF2-40B4-BE49-F238E27FC236}">
                <a16:creationId xmlns:a16="http://schemas.microsoft.com/office/drawing/2014/main" id="{048B5BAE-DFE1-0DAC-694C-DCF2A49569F0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3" r="4583"/>
          <a:stretch/>
        </p:blipFill>
        <p:spPr>
          <a:prstGeom prst="ellipse">
            <a:avLst/>
          </a:prstGeom>
          <a:solidFill>
            <a:prstClr val="white">
              <a:lumMod val="95000"/>
            </a:prstClr>
          </a:solidFill>
        </p:spPr>
      </p:pic>
      <p:pic>
        <p:nvPicPr>
          <p:cNvPr id="33" name="Picture Placeholder 32">
            <a:extLst>
              <a:ext uri="{FF2B5EF4-FFF2-40B4-BE49-F238E27FC236}">
                <a16:creationId xmlns:a16="http://schemas.microsoft.com/office/drawing/2014/main" id="{94130A56-DED6-DAFA-D2AD-AFC2979E8BE7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4" r="3504"/>
          <a:stretch/>
        </p:blipFill>
        <p:spPr>
          <a:prstGeom prst="ellipse">
            <a:avLst/>
          </a:prstGeom>
          <a:solidFill>
            <a:prstClr val="white">
              <a:lumMod val="95000"/>
            </a:prstClr>
          </a:solidFill>
        </p:spPr>
      </p:pic>
    </p:spTree>
    <p:extLst>
      <p:ext uri="{BB962C8B-B14F-4D97-AF65-F5344CB8AC3E}">
        <p14:creationId xmlns:p14="http://schemas.microsoft.com/office/powerpoint/2010/main" val="2919720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182BF-1414-4441-8A98-E95AAE41D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F15D358-1EBB-AE32-8F0C-70D55AA2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599E2C-6930-EF33-6DC9-F3EA60CDD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70CA3-77F1-038C-B5B3-DDAEA60197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Speaker Name</a:t>
            </a:r>
          </a:p>
          <a:p>
            <a:r>
              <a:rPr lang="en-US" sz="1800" dirty="0"/>
              <a:t>Lorem ipsum dolor sit </a:t>
            </a:r>
            <a:r>
              <a:rPr lang="en-US" sz="1800" dirty="0" err="1"/>
              <a:t>amet</a:t>
            </a:r>
            <a:r>
              <a:rPr lang="en-US" sz="1800" dirty="0"/>
              <a:t>, </a:t>
            </a:r>
            <a:r>
              <a:rPr lang="en-US" sz="1800" dirty="0" err="1"/>
              <a:t>consectetur</a:t>
            </a:r>
            <a:r>
              <a:rPr lang="en-US" sz="1800" dirty="0"/>
              <a:t> </a:t>
            </a:r>
            <a:r>
              <a:rPr lang="en-US" sz="1800" dirty="0" err="1"/>
              <a:t>adipiscing</a:t>
            </a:r>
            <a:r>
              <a:rPr lang="en-US" sz="1800" dirty="0"/>
              <a:t> </a:t>
            </a:r>
            <a:r>
              <a:rPr lang="en-US" sz="1800" dirty="0" err="1"/>
              <a:t>elit</a:t>
            </a:r>
            <a:r>
              <a:rPr lang="en-US" sz="1800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B8F23B-2546-A1E7-4B28-DBE7441C8CB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Speaker Name</a:t>
            </a:r>
          </a:p>
          <a:p>
            <a:r>
              <a:rPr lang="en-US" sz="1800" dirty="0"/>
              <a:t>Lorem ipsum dolor sit </a:t>
            </a:r>
            <a:r>
              <a:rPr lang="en-US" sz="1800" dirty="0" err="1"/>
              <a:t>amet</a:t>
            </a:r>
            <a:r>
              <a:rPr lang="en-US" sz="1800" dirty="0"/>
              <a:t>, </a:t>
            </a:r>
            <a:r>
              <a:rPr lang="en-US" sz="1800" dirty="0" err="1"/>
              <a:t>consectetur</a:t>
            </a:r>
            <a:r>
              <a:rPr lang="en-US" sz="1800" dirty="0"/>
              <a:t> </a:t>
            </a:r>
            <a:r>
              <a:rPr lang="en-US" sz="1800" dirty="0" err="1"/>
              <a:t>adipiscing</a:t>
            </a:r>
            <a:r>
              <a:rPr lang="en-US" sz="1800" dirty="0"/>
              <a:t> </a:t>
            </a:r>
            <a:r>
              <a:rPr lang="en-US" sz="1800" dirty="0" err="1"/>
              <a:t>elit</a:t>
            </a:r>
            <a:r>
              <a:rPr lang="en-US" sz="1800" dirty="0"/>
              <a:t>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DD143C8-F152-110E-38A5-773068B1108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Speaker Name</a:t>
            </a:r>
          </a:p>
          <a:p>
            <a:r>
              <a:rPr lang="en-US" sz="1800" dirty="0"/>
              <a:t>Lorem ipsum dolor sit </a:t>
            </a:r>
            <a:r>
              <a:rPr lang="en-US" sz="1800" dirty="0" err="1"/>
              <a:t>amet</a:t>
            </a:r>
            <a:r>
              <a:rPr lang="en-US" sz="1800" dirty="0"/>
              <a:t>, </a:t>
            </a:r>
            <a:r>
              <a:rPr lang="en-US" sz="1800" dirty="0" err="1"/>
              <a:t>consectetur</a:t>
            </a:r>
            <a:r>
              <a:rPr lang="en-US" sz="1800" dirty="0"/>
              <a:t> </a:t>
            </a:r>
            <a:r>
              <a:rPr lang="en-US" sz="1800" dirty="0" err="1"/>
              <a:t>adipiscing</a:t>
            </a:r>
            <a:r>
              <a:rPr lang="en-US" sz="1800" dirty="0"/>
              <a:t> </a:t>
            </a:r>
            <a:r>
              <a:rPr lang="en-US" sz="1800" dirty="0" err="1"/>
              <a:t>elit</a:t>
            </a:r>
            <a:r>
              <a:rPr lang="en-US" sz="1800" dirty="0"/>
              <a:t>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C1E965D-06D0-2872-D12F-F3D388225D6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Speaker Name</a:t>
            </a:r>
          </a:p>
          <a:p>
            <a:r>
              <a:rPr lang="en-US" sz="1800" dirty="0"/>
              <a:t>Lorem ipsum dolor sit </a:t>
            </a:r>
            <a:r>
              <a:rPr lang="en-US" sz="1800" dirty="0" err="1"/>
              <a:t>amet</a:t>
            </a:r>
            <a:r>
              <a:rPr lang="en-US" sz="1800" dirty="0"/>
              <a:t>, </a:t>
            </a:r>
            <a:r>
              <a:rPr lang="en-US" sz="1800" dirty="0" err="1"/>
              <a:t>consectetur</a:t>
            </a:r>
            <a:r>
              <a:rPr lang="en-US" sz="1800" dirty="0"/>
              <a:t> </a:t>
            </a:r>
            <a:r>
              <a:rPr lang="en-US" sz="1800" dirty="0" err="1"/>
              <a:t>adipiscing</a:t>
            </a:r>
            <a:r>
              <a:rPr lang="en-US" sz="1800" dirty="0"/>
              <a:t> </a:t>
            </a:r>
            <a:r>
              <a:rPr lang="en-US" sz="1800" dirty="0" err="1"/>
              <a:t>elit</a:t>
            </a:r>
            <a:r>
              <a:rPr lang="en-US" sz="1800" dirty="0"/>
              <a:t>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6DE0BA6-8181-9919-B383-1BEB9511779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Speaker Name</a:t>
            </a:r>
          </a:p>
          <a:p>
            <a:r>
              <a:rPr lang="en-US" sz="1800" dirty="0"/>
              <a:t>Lorem ipsum dolor sit </a:t>
            </a:r>
            <a:r>
              <a:rPr lang="en-US" sz="1800" dirty="0" err="1"/>
              <a:t>amet</a:t>
            </a:r>
            <a:r>
              <a:rPr lang="en-US" sz="1800" dirty="0"/>
              <a:t>, </a:t>
            </a:r>
            <a:r>
              <a:rPr lang="en-US" sz="1800" dirty="0" err="1"/>
              <a:t>consectetur</a:t>
            </a:r>
            <a:r>
              <a:rPr lang="en-US" sz="1800" dirty="0"/>
              <a:t> </a:t>
            </a:r>
            <a:r>
              <a:rPr lang="en-US" sz="1800" dirty="0" err="1"/>
              <a:t>adipiscing</a:t>
            </a:r>
            <a:r>
              <a:rPr lang="en-US" sz="1800" dirty="0"/>
              <a:t> </a:t>
            </a:r>
            <a:r>
              <a:rPr lang="en-US" sz="1800" dirty="0" err="1"/>
              <a:t>elit</a:t>
            </a:r>
            <a:r>
              <a:rPr lang="en-US" sz="1800" dirty="0"/>
              <a:t>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D6E04D-236E-70FD-7671-CD51B24111D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Speaker Name</a:t>
            </a:r>
          </a:p>
          <a:p>
            <a:r>
              <a:rPr lang="en-US" sz="1800" dirty="0"/>
              <a:t>Lorem ipsum dolor sit </a:t>
            </a:r>
            <a:r>
              <a:rPr lang="en-US" sz="1800" dirty="0" err="1"/>
              <a:t>amet</a:t>
            </a:r>
            <a:r>
              <a:rPr lang="en-US" sz="1800" dirty="0"/>
              <a:t>, </a:t>
            </a:r>
            <a:r>
              <a:rPr lang="en-US" sz="1800" dirty="0" err="1"/>
              <a:t>consectetur</a:t>
            </a:r>
            <a:r>
              <a:rPr lang="en-US" sz="1800" dirty="0"/>
              <a:t> </a:t>
            </a:r>
            <a:r>
              <a:rPr lang="en-US" sz="1800" dirty="0" err="1"/>
              <a:t>adipiscing</a:t>
            </a:r>
            <a:r>
              <a:rPr lang="en-US" sz="1800" dirty="0"/>
              <a:t> </a:t>
            </a:r>
            <a:r>
              <a:rPr lang="en-US" sz="1800" dirty="0" err="1"/>
              <a:t>elit</a:t>
            </a:r>
            <a:r>
              <a:rPr lang="en-US" sz="1800" dirty="0"/>
              <a:t>.</a:t>
            </a:r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795B3F2B-06C6-43B9-259E-29CAE59F0221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8" b="2568"/>
          <a:stretch>
            <a:fillRect/>
          </a:stretch>
        </p:blipFill>
        <p:spPr>
          <a:prstGeom prst="ellipse">
            <a:avLst/>
          </a:prstGeom>
          <a:solidFill>
            <a:prstClr val="white">
              <a:lumMod val="95000"/>
            </a:prstClr>
          </a:solidFill>
        </p:spPr>
      </p:pic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0F4DD847-B6F9-8961-5F39-99F685BEB398}"/>
              </a:ext>
            </a:extLst>
          </p:cNvPr>
          <p:cNvPicPr>
            <a:picLocks noGrp="1" noChangeAspect="1"/>
          </p:cNvPicPr>
          <p:nvPr>
            <p:ph type="pic" sz="quarter" idx="4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1" r="6951"/>
          <a:stretch>
            <a:fillRect/>
          </a:stretch>
        </p:blipFill>
        <p:spPr>
          <a:prstGeom prst="ellipse">
            <a:avLst/>
          </a:prstGeom>
          <a:solidFill>
            <a:prstClr val="white">
              <a:lumMod val="95000"/>
            </a:prstClr>
          </a:solidFill>
        </p:spPr>
      </p:pic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3856EFAE-7DFF-2273-8654-7902E154F0F9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97" r="12097"/>
          <a:stretch>
            <a:fillRect/>
          </a:stretch>
        </p:blipFill>
        <p:spPr>
          <a:prstGeom prst="ellipse">
            <a:avLst/>
          </a:prstGeom>
          <a:solidFill>
            <a:prstClr val="white">
              <a:lumMod val="95000"/>
            </a:prstClr>
          </a:solidFill>
        </p:spPr>
      </p:pic>
      <p:pic>
        <p:nvPicPr>
          <p:cNvPr id="31" name="Picture Placeholder 30">
            <a:extLst>
              <a:ext uri="{FF2B5EF4-FFF2-40B4-BE49-F238E27FC236}">
                <a16:creationId xmlns:a16="http://schemas.microsoft.com/office/drawing/2014/main" id="{69ECB43C-EFD4-DA8C-E152-795E14070C53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3" r="4583"/>
          <a:stretch>
            <a:fillRect/>
          </a:stretch>
        </p:blipFill>
        <p:spPr>
          <a:prstGeom prst="ellipse">
            <a:avLst/>
          </a:prstGeom>
          <a:solidFill>
            <a:prstClr val="white">
              <a:lumMod val="95000"/>
            </a:prstClr>
          </a:solidFill>
        </p:spPr>
      </p:pic>
      <p:pic>
        <p:nvPicPr>
          <p:cNvPr id="33" name="Picture Placeholder 32">
            <a:extLst>
              <a:ext uri="{FF2B5EF4-FFF2-40B4-BE49-F238E27FC236}">
                <a16:creationId xmlns:a16="http://schemas.microsoft.com/office/drawing/2014/main" id="{27D0E115-BE3F-AA56-2C8A-C88038A379AE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4" r="3504"/>
          <a:stretch>
            <a:fillRect/>
          </a:stretch>
        </p:blipFill>
        <p:spPr>
          <a:prstGeom prst="ellipse">
            <a:avLst/>
          </a:prstGeom>
          <a:solidFill>
            <a:prstClr val="white">
              <a:lumMod val="95000"/>
            </a:prstClr>
          </a:solidFill>
        </p:spPr>
      </p:pic>
      <p:pic>
        <p:nvPicPr>
          <p:cNvPr id="35" name="Picture Placeholder 34">
            <a:extLst>
              <a:ext uri="{FF2B5EF4-FFF2-40B4-BE49-F238E27FC236}">
                <a16:creationId xmlns:a16="http://schemas.microsoft.com/office/drawing/2014/main" id="{186AE97F-E4E9-E351-4718-B651CE1508D5}"/>
              </a:ext>
            </a:extLst>
          </p:cNvPr>
          <p:cNvPicPr>
            <a:picLocks noGrp="1" noChangeAspect="1"/>
          </p:cNvPicPr>
          <p:nvPr>
            <p:ph type="pic" sz="quarter" idx="5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5" r="8655"/>
          <a:stretch>
            <a:fillRect/>
          </a:stretch>
        </p:blipFill>
        <p:spPr>
          <a:prstGeom prst="ellipse">
            <a:avLst/>
          </a:prstGeom>
          <a:solidFill>
            <a:prstClr val="white">
              <a:lumMod val="95000"/>
            </a:prstClr>
          </a:solidFill>
        </p:spPr>
      </p:pic>
    </p:spTree>
    <p:extLst>
      <p:ext uri="{BB962C8B-B14F-4D97-AF65-F5344CB8AC3E}">
        <p14:creationId xmlns:p14="http://schemas.microsoft.com/office/powerpoint/2010/main" val="223739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EF764-3619-996E-96F7-6AD74FA09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420891"/>
            <a:ext cx="11153171" cy="701731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31A384-F588-871D-BD8A-CCD7D4AF0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</p:spPr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4E25B-117B-4C54-8717-282C68DAC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810" y="1381047"/>
            <a:ext cx="5423704" cy="1003337"/>
          </a:xfrm>
        </p:spPr>
        <p:txBody>
          <a:bodyPr/>
          <a:lstStyle/>
          <a:p>
            <a:r>
              <a:rPr lang="en-US" dirty="0"/>
              <a:t>Lorem ipsum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FAF216-82B5-E954-3DF2-3BD1B37769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00486" y="1381047"/>
            <a:ext cx="5423704" cy="1003337"/>
          </a:xfrm>
        </p:spPr>
        <p:txBody>
          <a:bodyPr/>
          <a:lstStyle/>
          <a:p>
            <a:r>
              <a:rPr lang="en-US" dirty="0"/>
              <a:t>Lorem ipsum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F440AE-FB42-F421-C82D-3A570E86D2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morbi</a:t>
            </a:r>
            <a:r>
              <a:rPr lang="en-US" dirty="0"/>
              <a:t>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morbi</a:t>
            </a:r>
            <a:r>
              <a:rPr lang="en-US" dirty="0"/>
              <a:t>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  <a:p>
            <a:pPr lvl="1"/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morbi</a:t>
            </a:r>
            <a:r>
              <a:rPr lang="en-US" dirty="0"/>
              <a:t>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morbi</a:t>
            </a:r>
            <a:r>
              <a:rPr lang="en-US" dirty="0"/>
              <a:t>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78315BB-7C3E-7F79-2DA5-54276C13A9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morbi</a:t>
            </a:r>
            <a:r>
              <a:rPr lang="en-US" dirty="0"/>
              <a:t>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morbi</a:t>
            </a:r>
            <a:r>
              <a:rPr lang="en-US" dirty="0"/>
              <a:t>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  <a:p>
            <a:pPr lvl="1"/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morbi</a:t>
            </a:r>
            <a:r>
              <a:rPr lang="en-US" dirty="0"/>
              <a:t>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morbi</a:t>
            </a:r>
            <a:r>
              <a:rPr lang="en-US" dirty="0"/>
              <a:t>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</p:spTree>
    <p:extLst>
      <p:ext uri="{BB962C8B-B14F-4D97-AF65-F5344CB8AC3E}">
        <p14:creationId xmlns:p14="http://schemas.microsoft.com/office/powerpoint/2010/main" val="66195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56E5A-963E-9F9C-8AAE-D129F580B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1F633-60D0-1127-C816-BE9BA8EFF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420891"/>
            <a:ext cx="11153171" cy="701731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7995E-A434-8C4A-30A3-865F0BAA9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</p:spPr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D4C2EF8-EB1B-D097-951A-533B622AD7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810" y="1418210"/>
            <a:ext cx="5358023" cy="4418710"/>
          </a:xfrm>
        </p:spPr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62071936-BA5F-1FDB-5D52-B189380DCC1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6169" y="1418210"/>
            <a:ext cx="5358023" cy="4418710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881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9B27D-C5AF-9685-372E-968454F98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D092A-AB98-048C-8E8F-8E01B68B1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420891"/>
            <a:ext cx="11153171" cy="701731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3B0700-EB7E-3FB0-2E9E-F71060597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</p:spPr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FC5439-1050-E002-3E9C-FFA53E3A8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810" y="1418210"/>
            <a:ext cx="3542191" cy="4418710"/>
          </a:xfrm>
        </p:spPr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F79007F-CCE5-0241-0AEF-52402A1033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5E177DA-CBEB-D368-9B10-76AA73FEF0F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</p:spTree>
    <p:extLst>
      <p:ext uri="{BB962C8B-B14F-4D97-AF65-F5344CB8AC3E}">
        <p14:creationId xmlns:p14="http://schemas.microsoft.com/office/powerpoint/2010/main" val="701448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ABCB-B8E1-8566-9973-B3B5C59B0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F2081D-70D8-EE1B-BDE8-C9B5C975B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0F738F-9012-B4AA-58C1-6768A6C2C6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C704B05-D27C-1EB7-4824-19EE149D71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BDBFC2A-4D2B-7834-59D4-B0D35751B0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EC20D8-9B62-910A-A301-AD5331C66F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</p:spTree>
    <p:extLst>
      <p:ext uri="{BB962C8B-B14F-4D97-AF65-F5344CB8AC3E}">
        <p14:creationId xmlns:p14="http://schemas.microsoft.com/office/powerpoint/2010/main" val="253194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BEC6C-8FBF-FDF7-BC04-1750FAA14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7B2DA-D36F-006E-8846-F4578EA71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151235-41E0-66A5-D7BD-BC3980A15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2FE8CF-1AE7-1220-157D-C024758539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FB264F-9955-84C6-6BFB-5AE9CD8021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7A9C36-92B6-195C-1D32-169E20ABD11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9D98C0D-F8D7-3BD5-6910-FCCA644FFA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528472-2BC9-AF11-BB9B-BAB39FA4D7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</p:spTree>
    <p:extLst>
      <p:ext uri="{BB962C8B-B14F-4D97-AF65-F5344CB8AC3E}">
        <p14:creationId xmlns:p14="http://schemas.microsoft.com/office/powerpoint/2010/main" val="421220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DB915-4FEA-747C-FAE7-A88B24D16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45664-C0E7-0AC3-39C0-B1F655D4B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CF4693-87D2-46FA-3A58-2FDD5DCB4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E237DC-C8C3-0030-725D-81F7EF2EA4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B04E2BA-133E-7318-21B2-F0F4BD5560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102B5C5-A5FE-DFDF-9CC2-EBCFA500DAE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05236FD-346D-75A0-ECA0-FAE6E5F300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AC138E-9D4E-E887-BF52-AF9DE770D9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066DD0E-7448-FDFC-ED1C-505EED8B4B8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</p:spTree>
    <p:extLst>
      <p:ext uri="{BB962C8B-B14F-4D97-AF65-F5344CB8AC3E}">
        <p14:creationId xmlns:p14="http://schemas.microsoft.com/office/powerpoint/2010/main" val="58816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EB0C0-D465-BB5C-F5D4-494475244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1" y="902825"/>
            <a:ext cx="4988109" cy="135797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FB385F-F960-E178-C94F-58F899A0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</p:spPr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21389-D1A9-B3C0-EBD9-7DC426431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811" y="2497487"/>
            <a:ext cx="4988110" cy="3162534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  <p:graphicFrame>
        <p:nvGraphicFramePr>
          <p:cNvPr id="12" name="Chart Placeholder 11">
            <a:extLst>
              <a:ext uri="{FF2B5EF4-FFF2-40B4-BE49-F238E27FC236}">
                <a16:creationId xmlns:a16="http://schemas.microsoft.com/office/drawing/2014/main" id="{D1911498-D99C-68D8-3B5E-E0E1AE129E74}"/>
              </a:ext>
            </a:extLst>
          </p:cNvPr>
          <p:cNvGraphicFramePr>
            <a:graphicFrameLocks noGrp="1"/>
          </p:cNvGraphicFramePr>
          <p:nvPr>
            <p:ph type="chart" sz="quarter" idx="16"/>
            <p:extLst>
              <p:ext uri="{D42A27DB-BD31-4B8C-83A1-F6EECF244321}">
                <p14:modId xmlns:p14="http://schemas.microsoft.com/office/powerpoint/2010/main" val="3808732499"/>
              </p:ext>
            </p:extLst>
          </p:nvPr>
        </p:nvGraphicFramePr>
        <p:xfrm>
          <a:off x="6564313" y="463550"/>
          <a:ext cx="5159375" cy="5276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3535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AA891-EEF5-E95A-DE06-688DB88BE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61B47C-20D8-3FA8-2535-F97702629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</p:spPr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B8A6BE-8843-D481-A3C9-40C025BFD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689" y="587350"/>
            <a:ext cx="5060048" cy="1317396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C72A91C-A490-E82E-DCC4-515846C23A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7814" y="4087873"/>
            <a:ext cx="4190080" cy="1356752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98ADFE6-2A89-7A43-A16C-8B78183DCC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814" y="2330638"/>
            <a:ext cx="4190080" cy="1356752"/>
          </a:xfrm>
        </p:spPr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92DDB52B-D1C8-40B1-BA14-4BDEE66834D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1" b="4521"/>
          <a:stretch/>
        </p:blipFill>
        <p:spPr>
          <a:xfrm>
            <a:off x="635056" y="4502589"/>
            <a:ext cx="580051" cy="527319"/>
          </a:xfrm>
        </p:spPr>
      </p:pic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514FD1C1-C9ED-ECC5-2BDB-C1A510ECBEAF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84" b="4384"/>
          <a:stretch/>
        </p:blipFill>
        <p:spPr>
          <a:xfrm>
            <a:off x="635056" y="2745355"/>
            <a:ext cx="580051" cy="527319"/>
          </a:xfrm>
        </p:spPr>
      </p:pic>
      <p:graphicFrame>
        <p:nvGraphicFramePr>
          <p:cNvPr id="16" name="Chart Placeholder 15">
            <a:extLst>
              <a:ext uri="{FF2B5EF4-FFF2-40B4-BE49-F238E27FC236}">
                <a16:creationId xmlns:a16="http://schemas.microsoft.com/office/drawing/2014/main" id="{AD991507-1D06-A0C0-7229-84450EC47200}"/>
              </a:ext>
            </a:extLst>
          </p:cNvPr>
          <p:cNvGraphicFramePr>
            <a:graphicFrameLocks noGrp="1"/>
          </p:cNvGraphicFramePr>
          <p:nvPr>
            <p:ph type="chart" sz="quarter" idx="20"/>
            <p:extLst>
              <p:ext uri="{D42A27DB-BD31-4B8C-83A1-F6EECF244321}">
                <p14:modId xmlns:p14="http://schemas.microsoft.com/office/powerpoint/2010/main" val="4252887992"/>
              </p:ext>
            </p:extLst>
          </p:nvPr>
        </p:nvGraphicFramePr>
        <p:xfrm>
          <a:off x="6564313" y="463550"/>
          <a:ext cx="5159375" cy="5276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1389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B58B57-D1ED-FE6E-AC13-E0EB5BFF2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</p:spPr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678E55-8AE5-26E9-922C-DF431D036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689" y="317919"/>
            <a:ext cx="5060048" cy="1317396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7FF610C-3768-C272-5EBA-3719B5774D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7814" y="3309131"/>
            <a:ext cx="4190080" cy="1019348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7D49228-CB7C-2B74-22F0-5CFFA52833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814" y="1895123"/>
            <a:ext cx="4190080" cy="1019348"/>
          </a:xfrm>
        </p:spPr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E01E9796-0416-A8DF-43A8-0E0F64C6ABE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84" b="4384"/>
          <a:stretch/>
        </p:blipFill>
        <p:spPr>
          <a:xfrm>
            <a:off x="635056" y="3555145"/>
            <a:ext cx="580051" cy="527319"/>
          </a:xfrm>
        </p:spPr>
      </p:pic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3D0D4246-285B-C4BD-B8C0-52BF994458B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1" b="4521"/>
          <a:stretch/>
        </p:blipFill>
        <p:spPr>
          <a:xfrm>
            <a:off x="635056" y="2141138"/>
            <a:ext cx="580051" cy="527319"/>
          </a:xfr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BE9665D-6C05-CD69-CE9F-197EA35BD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527814" y="4724411"/>
            <a:ext cx="4190080" cy="1019348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pic>
        <p:nvPicPr>
          <p:cNvPr id="28" name="Picture Placeholder 27">
            <a:extLst>
              <a:ext uri="{FF2B5EF4-FFF2-40B4-BE49-F238E27FC236}">
                <a16:creationId xmlns:a16="http://schemas.microsoft.com/office/drawing/2014/main" id="{CBA657D4-06EB-DD63-69A9-21C27610FE90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1" b="4521"/>
          <a:stretch/>
        </p:blipFill>
        <p:spPr>
          <a:xfrm>
            <a:off x="635056" y="4970425"/>
            <a:ext cx="580051" cy="527319"/>
          </a:xfrm>
        </p:spPr>
      </p:pic>
      <p:graphicFrame>
        <p:nvGraphicFramePr>
          <p:cNvPr id="59" name="Chart Placeholder 58">
            <a:extLst>
              <a:ext uri="{FF2B5EF4-FFF2-40B4-BE49-F238E27FC236}">
                <a16:creationId xmlns:a16="http://schemas.microsoft.com/office/drawing/2014/main" id="{E26A0319-9BD5-FD55-0108-8727CDAFAA57}"/>
              </a:ext>
            </a:extLst>
          </p:cNvPr>
          <p:cNvGraphicFramePr>
            <a:graphicFrameLocks noGrp="1"/>
          </p:cNvGraphicFramePr>
          <p:nvPr>
            <p:ph type="chart" sz="quarter" idx="20"/>
            <p:extLst>
              <p:ext uri="{D42A27DB-BD31-4B8C-83A1-F6EECF244321}">
                <p14:modId xmlns:p14="http://schemas.microsoft.com/office/powerpoint/2010/main" val="812965829"/>
              </p:ext>
            </p:extLst>
          </p:nvPr>
        </p:nvGraphicFramePr>
        <p:xfrm>
          <a:off x="6564313" y="463550"/>
          <a:ext cx="5159375" cy="5276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07034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EE970-336C-D52F-3482-10523B696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1E660-5F13-94EC-D501-EDD7C1EC1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EB16C893-BDF4-F250-0E39-3D55DBDFDF2C}"/>
              </a:ext>
            </a:extLst>
          </p:cNvPr>
          <p:cNvGraphicFramePr>
            <a:graphicFrameLocks noGrp="1"/>
          </p:cNvGraphicFramePr>
          <p:nvPr>
            <p:ph type="chart" sz="quarter" idx="20"/>
            <p:extLst>
              <p:ext uri="{D42A27DB-BD31-4B8C-83A1-F6EECF244321}">
                <p14:modId xmlns:p14="http://schemas.microsoft.com/office/powerpoint/2010/main" val="2118899734"/>
              </p:ext>
            </p:extLst>
          </p:nvPr>
        </p:nvGraphicFramePr>
        <p:xfrm>
          <a:off x="474663" y="1909763"/>
          <a:ext cx="11242675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77280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3ACF0-A8D8-4484-F050-87DBD35C2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0E1617-147A-1D19-05D7-232901A9D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BCB16520-8396-63B0-9195-90EB15267EB9}"/>
              </a:ext>
            </a:extLst>
          </p:cNvPr>
          <p:cNvGraphicFramePr>
            <a:graphicFrameLocks noGrp="1"/>
          </p:cNvGraphicFramePr>
          <p:nvPr>
            <p:ph type="chart" sz="quarter" idx="20"/>
            <p:extLst>
              <p:ext uri="{D42A27DB-BD31-4B8C-83A1-F6EECF244321}">
                <p14:modId xmlns:p14="http://schemas.microsoft.com/office/powerpoint/2010/main" val="1708816589"/>
              </p:ext>
            </p:extLst>
          </p:nvPr>
        </p:nvGraphicFramePr>
        <p:xfrm>
          <a:off x="468313" y="1955800"/>
          <a:ext cx="5159375" cy="396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Placeholder 10">
            <a:extLst>
              <a:ext uri="{FF2B5EF4-FFF2-40B4-BE49-F238E27FC236}">
                <a16:creationId xmlns:a16="http://schemas.microsoft.com/office/drawing/2014/main" id="{6E9CD925-C017-FC6E-45D2-0514B84FF8E5}"/>
              </a:ext>
            </a:extLst>
          </p:cNvPr>
          <p:cNvGraphicFramePr>
            <a:graphicFrameLocks noGrp="1"/>
          </p:cNvGraphicFramePr>
          <p:nvPr>
            <p:ph type="chart" sz="quarter" idx="21"/>
            <p:extLst>
              <p:ext uri="{D42A27DB-BD31-4B8C-83A1-F6EECF244321}">
                <p14:modId xmlns:p14="http://schemas.microsoft.com/office/powerpoint/2010/main" val="2046752788"/>
              </p:ext>
            </p:extLst>
          </p:nvPr>
        </p:nvGraphicFramePr>
        <p:xfrm>
          <a:off x="6564313" y="1955800"/>
          <a:ext cx="5159375" cy="396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85890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14F93-EB07-718C-4977-81BCD4A21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10">
            <a:extLst>
              <a:ext uri="{FF2B5EF4-FFF2-40B4-BE49-F238E27FC236}">
                <a16:creationId xmlns:a16="http://schemas.microsoft.com/office/drawing/2014/main" id="{3D007671-E736-7D35-D756-A64063B47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00BB8F-FFCB-1743-DAAE-8B4961C87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43282-AF11-5E0C-2D3B-9232638B6BB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pt-BR" dirty="0"/>
              <a:t>2017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754A1-C3E6-CCEA-B0AC-A898D0B1B29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809" y="4445274"/>
            <a:ext cx="3544356" cy="1269977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55EBE7-E49A-10C1-1045-CA7579439AD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942552" y="2065220"/>
            <a:ext cx="3544356" cy="1377692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528419-5372-20AA-C670-48D3E4EC5DF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pt-BR" dirty="0"/>
              <a:t>2018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011C564-5FAC-BA46-670A-5D4C96162597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pt-BR" dirty="0"/>
              <a:t>2019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F4DF80C-2242-9D1D-E388-3DB78EDFC7C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7408124" y="4445274"/>
            <a:ext cx="3544356" cy="1269977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439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5B8F9-B08E-13EA-12B0-8D7A9263F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10">
            <a:extLst>
              <a:ext uri="{FF2B5EF4-FFF2-40B4-BE49-F238E27FC236}">
                <a16:creationId xmlns:a16="http://schemas.microsoft.com/office/drawing/2014/main" id="{C16B3573-618A-2792-EAB4-6E330E04D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6EC631-A977-E648-72B4-FEDDB8298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CBF4F-2BC4-7D3D-85C6-68944B12EE7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pt-BR" dirty="0"/>
              <a:t>2017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3FC3FE-150D-E47D-93E2-29524BF775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3DD63C-FFE5-D8AC-9D95-DE08E97CF8C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pt-BR" dirty="0"/>
              <a:t>2018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E8A664-B008-CFE1-97A5-8D233B0A9C07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EF27D97-69B4-02CB-6AEB-451339782DD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pt-BR" dirty="0"/>
              <a:t>2019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946514-B8E2-D1A7-FF1E-F63E2779B824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35F162-292B-31F9-9089-D4E5B75B442F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r>
              <a:rPr lang="pt-BR" dirty="0"/>
              <a:t>2020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666A97-1586-367A-9699-D5786997313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756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7424-9157-59BA-7D20-04E7614BA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10">
            <a:extLst>
              <a:ext uri="{FF2B5EF4-FFF2-40B4-BE49-F238E27FC236}">
                <a16:creationId xmlns:a16="http://schemas.microsoft.com/office/drawing/2014/main" id="{3C2B4004-4954-67A0-7EDB-85DEE14FF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DE23C3-63DB-C776-58EF-C94DF7B7C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EE0DE-23E5-CC59-E361-A08AD3B4C16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pt-BR" dirty="0"/>
              <a:t>2017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1BD61E-B9C3-8930-7E85-9E77FAAE56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C015A2-CA54-E838-AADA-FBB45125ADA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pt-BR" dirty="0"/>
              <a:t>2018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F2FB286-C631-050E-0649-0B89A26ADB0C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99F5C9-AF48-E35A-583A-50C9C77A149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pt-BR" dirty="0"/>
              <a:t>2019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6058BA-406C-4E01-4FBB-BF6A399A14D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7DFCFC3-8B9B-8422-CB5D-99DEE55FEB5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r>
              <a:rPr lang="pt-BR" dirty="0"/>
              <a:t>2020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81489E3-F3C4-47F2-502B-554126074BE1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9D0D99-57A2-29B5-C284-91178741F45E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r>
              <a:rPr lang="pt-BR" dirty="0"/>
              <a:t>2021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0ECE797-8056-6340-58B8-A21AE8CCF259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435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540C6-76B4-AC9F-519A-7CDD96539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10">
            <a:extLst>
              <a:ext uri="{FF2B5EF4-FFF2-40B4-BE49-F238E27FC236}">
                <a16:creationId xmlns:a16="http://schemas.microsoft.com/office/drawing/2014/main" id="{E8C76C05-9874-BDD9-FB43-BFBF59965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A4674C-AF0B-E2FE-5A6C-7BB30A9BA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4003B-D96A-E694-F78D-83D869778FF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pt-BR" dirty="0"/>
              <a:t>2017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0A8F52-DB3F-7982-2614-3D88F65095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9FAE4C-9EB7-447E-B209-7E7AB57700D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pt-BR" dirty="0"/>
              <a:t>2018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932590-4FBA-D93A-3C20-B10951B9518F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9CFF76-CEEA-37D8-B277-0E168B0BBA85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pt-BR" dirty="0"/>
              <a:t>2019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6ED62DD-2EC3-AB42-ED32-0E2B08F48D74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2C7B12-E7D1-288D-BF5E-BDF4EB9B2A3F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r>
              <a:rPr lang="pt-BR" dirty="0"/>
              <a:t>2020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E9E9DA-B762-AFC8-49D7-D07FF7412FD8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C9FBBC9-5D93-EDD9-9610-6A1CE50DDF7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r>
              <a:rPr lang="pt-BR" dirty="0"/>
              <a:t>2021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A272156-843D-D2BC-0A64-EF8CADCB4EE9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A330A8D-690E-59EE-9C37-ECC2DC5DD44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r>
              <a:rPr lang="pt-BR" dirty="0"/>
              <a:t>2022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90FC40C-1321-D041-4278-7FA8C6C1E949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868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98286-F93F-A4FF-0C26-CD74C1DF6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10">
            <a:extLst>
              <a:ext uri="{FF2B5EF4-FFF2-40B4-BE49-F238E27FC236}">
                <a16:creationId xmlns:a16="http://schemas.microsoft.com/office/drawing/2014/main" id="{08E43262-EE8C-C52B-A48F-0460A6493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792D44-2F7B-1610-3E76-4B342974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023E8-92CC-B0D1-A41F-90E9CC2C20D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pt-BR" dirty="0"/>
              <a:t>2017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053B85-3D3B-7810-1EDD-7F83765638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AA52ED-0E21-4E82-178B-8EBB0945C31C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pt-BR" dirty="0"/>
              <a:t>2018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B154B4-8D1E-CA53-B318-EF9B02A27F9F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4A6653-6222-33F7-11C3-EB38EE33AC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pt-BR" dirty="0"/>
              <a:t>2019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5969E3-07A3-6E48-143E-045777F4390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ABFAD02-6AA0-1EEA-4E3F-FB26E560847D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r>
              <a:rPr lang="pt-BR" dirty="0"/>
              <a:t>2020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5B9E468-1E23-E62C-4D20-668E529D511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E814311-3B7A-24A2-E008-DDE988039BE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r>
              <a:rPr lang="pt-BR" dirty="0"/>
              <a:t>2021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CDC626D-DA5E-0D8E-BC45-4EADFAD39ECC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EAEB94F-6140-3816-80A7-FDBB39D334A2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r>
              <a:rPr lang="pt-BR" dirty="0"/>
              <a:t>2022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E9D6390-FF17-87FB-8F2B-47C65F986CC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38BED40-A765-70DF-06C8-E64227CBFD4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r>
              <a:rPr lang="pt-BR" dirty="0"/>
              <a:t>2023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9DC2B13-1195-4E60-6609-C50691F91599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755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FEF44-07EA-7A6B-ED31-D4DD9ED33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10">
            <a:extLst>
              <a:ext uri="{FF2B5EF4-FFF2-40B4-BE49-F238E27FC236}">
                <a16:creationId xmlns:a16="http://schemas.microsoft.com/office/drawing/2014/main" id="{CB6C906F-8C62-B21E-61C2-2CE97B5CF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0C83B9-5FF5-573C-0290-591221A1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DA661C-0E38-8A3B-7FE2-9BD17B6AAEA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pt-BR" dirty="0"/>
              <a:t>2017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D05926-6CA6-BF00-DCA8-BDA8BEEE39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519C7F-2DDA-AB20-078C-D699C1AA065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pt-BR" dirty="0"/>
              <a:t>2018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3D921B-DDD8-3DDC-65A9-FCBFEF61253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8CB3443-3111-1460-86FA-954DDF96BCD1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pt-BR" dirty="0"/>
              <a:t>2019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2C81429-110D-03C9-F8F0-F37DC70B0EF6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F987D3C-6DDD-E66D-96DC-230E6BA6467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r>
              <a:rPr lang="pt-BR" dirty="0"/>
              <a:t>2020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E4930DD-1998-5685-2F7E-01570CCCDC5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377FA3D-D9CC-EBB9-65F7-3022BA6FE010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r>
              <a:rPr lang="pt-BR" dirty="0"/>
              <a:t>2021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3C700DB-ED69-064E-A385-BD72FADF6AD8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EBE1F80-5A12-4559-3112-F15D1BD1D324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r>
              <a:rPr lang="pt-BR" dirty="0"/>
              <a:t>2022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C6F32D8-B483-FA7A-9291-0544D9C6DE7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A0ACA22-277C-7280-D9F2-FF5272FE00F5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r>
              <a:rPr lang="pt-BR" dirty="0"/>
              <a:t>2023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DA4D64F-02B8-C458-CB56-B70CA87EB496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4AB0FE0-BE68-CEE6-D6AB-D6B5F71DB4BE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r>
              <a:rPr lang="pt-BR" dirty="0"/>
              <a:t>2024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CFE5962-FB36-45B4-4139-1215AED10809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53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B88AA-8009-BF07-3858-91058CDBA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10">
            <a:extLst>
              <a:ext uri="{FF2B5EF4-FFF2-40B4-BE49-F238E27FC236}">
                <a16:creationId xmlns:a16="http://schemas.microsoft.com/office/drawing/2014/main" id="{3E97A304-9AEC-DBA9-BE34-4AFB6FE2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EE53B7-BE8E-8F27-F8F5-AF3B2216B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88C80E-76B3-FF7B-BB2F-A795AC9793E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pt-BR" dirty="0"/>
              <a:t>2017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F6A1E-07A7-65CA-F1CE-90E5CB724B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938CF9-6DE9-CCBC-F425-005AD00324B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pt-BR" dirty="0"/>
              <a:t>2018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778061-0F09-6336-70AD-D4617C5FA481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922C0D1-DB4C-601C-574F-13AAAF7E5940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pt-BR" dirty="0"/>
              <a:t>2019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CDC5DDA-3D71-9473-5CEB-BB10DE127CD6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01896BB-CD50-FB1F-1C08-6E8C52F36B6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r>
              <a:rPr lang="pt-BR" dirty="0"/>
              <a:t>2020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E3060FE-5592-9079-475B-2A64C396D3D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7527522-D27B-A4F2-AC8F-6754FDA722C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r>
              <a:rPr lang="pt-BR" dirty="0"/>
              <a:t>2021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1EAA8DD-A140-E552-B306-C93D3C7B1B4C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F2D2753-0852-AC13-C56C-FBED5D708C6A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r>
              <a:rPr lang="pt-BR" dirty="0"/>
              <a:t>2022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D42BA4F-2B86-34E8-6D76-F91AC57D92C5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A70997A-5729-9CB8-D08F-74A7FEED781B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r>
              <a:rPr lang="pt-BR" dirty="0"/>
              <a:t>2023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C65A27B-1F81-47EE-CC18-F41905D58C3F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6957558-FCBC-D00D-32D8-3C02F591553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r>
              <a:rPr lang="pt-BR" dirty="0"/>
              <a:t>2024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9707997-D264-219D-8194-6F68EFFFADBB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00FDE4E-BEE1-2577-0ED2-BEE71FE6509A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r>
              <a:rPr lang="pt-BR" dirty="0"/>
              <a:t>2025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D688991-EFFA-6483-FCAD-AC414A70EFA4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795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10">
            <a:extLst>
              <a:ext uri="{FF2B5EF4-FFF2-40B4-BE49-F238E27FC236}">
                <a16:creationId xmlns:a16="http://schemas.microsoft.com/office/drawing/2014/main" id="{17FE04B6-F494-886D-0387-395CF44AD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223925"/>
            <a:ext cx="11153171" cy="1163152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B5C74-2A68-B117-A9A4-26E337C36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</p:spPr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1095E-C056-9234-F115-0093C01E6443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67810" y="4140133"/>
            <a:ext cx="748782" cy="277185"/>
          </a:xfrm>
        </p:spPr>
        <p:txBody>
          <a:bodyPr/>
          <a:lstStyle/>
          <a:p>
            <a:r>
              <a:rPr lang="pt-BR" dirty="0"/>
              <a:t>2017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A97AAB-72A3-95CD-08BE-E9A452A4E1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810" y="4445274"/>
            <a:ext cx="1761060" cy="1269977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60C17C-734A-A771-362E-5A0D237CEA2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532288" y="3494891"/>
            <a:ext cx="748782" cy="277185"/>
          </a:xfrm>
        </p:spPr>
        <p:txBody>
          <a:bodyPr/>
          <a:lstStyle/>
          <a:p>
            <a:r>
              <a:rPr lang="pt-BR" dirty="0"/>
              <a:t>2018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FF6536-82DA-9388-F7BB-BF68F979F7A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536874" y="2065220"/>
            <a:ext cx="1761060" cy="1377692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F95303-1F09-942A-C817-81B066FE38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2596766" y="4140133"/>
            <a:ext cx="748782" cy="277185"/>
          </a:xfrm>
        </p:spPr>
        <p:txBody>
          <a:bodyPr/>
          <a:lstStyle/>
          <a:p>
            <a:r>
              <a:rPr lang="pt-BR" dirty="0"/>
              <a:t>2019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6874B3-0C25-0C83-97D5-A65676674E3B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2596766" y="4445274"/>
            <a:ext cx="1761060" cy="1269977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638F986-40D6-575B-9B66-24FE9255B1B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3661244" y="3494891"/>
            <a:ext cx="748782" cy="277185"/>
          </a:xfrm>
        </p:spPr>
        <p:txBody>
          <a:bodyPr/>
          <a:lstStyle/>
          <a:p>
            <a:r>
              <a:rPr lang="pt-BR" dirty="0"/>
              <a:t>2020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DC2E670-77E2-E034-E57E-DC25655B1DCA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665830" y="2065220"/>
            <a:ext cx="1761060" cy="1377692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4DDC562-B62D-9491-86A8-0D870340ABB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725722" y="4140133"/>
            <a:ext cx="748782" cy="277185"/>
          </a:xfrm>
        </p:spPr>
        <p:txBody>
          <a:bodyPr/>
          <a:lstStyle/>
          <a:p>
            <a:r>
              <a:rPr lang="pt-BR" dirty="0"/>
              <a:t>2021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D71C09D-D20E-84CD-0C88-365C5A98F7E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725722" y="4445274"/>
            <a:ext cx="1761060" cy="1269977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BC048D5-13CC-A24B-9009-3720ECFB71C1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790200" y="3494891"/>
            <a:ext cx="748782" cy="277185"/>
          </a:xfrm>
        </p:spPr>
        <p:txBody>
          <a:bodyPr/>
          <a:lstStyle/>
          <a:p>
            <a:r>
              <a:rPr lang="pt-BR" dirty="0"/>
              <a:t>2022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ED1CCFE-7F2F-807C-A8BF-A4C8095E1E6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794786" y="2065220"/>
            <a:ext cx="1761060" cy="1377692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ADD257D-4895-5E03-A387-32958F0150A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6859264" y="4140133"/>
            <a:ext cx="748782" cy="277185"/>
          </a:xfrm>
        </p:spPr>
        <p:txBody>
          <a:bodyPr/>
          <a:lstStyle/>
          <a:p>
            <a:r>
              <a:rPr lang="pt-BR" dirty="0"/>
              <a:t>2023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FD4FDE-CF55-5BA0-5FD7-B2A35FC10FA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6859264" y="4445274"/>
            <a:ext cx="1761060" cy="1269977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D6D69D3-BA01-80ED-8782-C15BCEE31BD9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7919156" y="3494891"/>
            <a:ext cx="748782" cy="277185"/>
          </a:xfrm>
        </p:spPr>
        <p:txBody>
          <a:bodyPr/>
          <a:lstStyle/>
          <a:p>
            <a:r>
              <a:rPr lang="pt-BR" dirty="0"/>
              <a:t>2024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A195073-A42C-2C18-81B1-E67313DAD7C5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7923742" y="2065220"/>
            <a:ext cx="1761060" cy="1377692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BB73894-1477-4442-AA46-0EDD5748B90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988220" y="4140133"/>
            <a:ext cx="748782" cy="277185"/>
          </a:xfrm>
        </p:spPr>
        <p:txBody>
          <a:bodyPr/>
          <a:lstStyle/>
          <a:p>
            <a:r>
              <a:rPr lang="pt-BR" dirty="0"/>
              <a:t>2025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89E39E7-2C6F-3EC1-0B47-8CE93BA92355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988220" y="4445274"/>
            <a:ext cx="1761060" cy="1269977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F70EF47-2E90-6BD9-8937-84FC3AC54BA1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0048111" y="3494891"/>
            <a:ext cx="748782" cy="277185"/>
          </a:xfrm>
        </p:spPr>
        <p:txBody>
          <a:bodyPr/>
          <a:lstStyle/>
          <a:p>
            <a:r>
              <a:rPr lang="pt-BR" dirty="0"/>
              <a:t>2026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AFA527D-073E-9223-E834-E1327BF69AC1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052697" y="2065220"/>
            <a:ext cx="1761060" cy="1377692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2725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230A9-E675-8ADF-E6CD-1A99C7D2B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420891"/>
            <a:ext cx="11153171" cy="701731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989237-6B18-784A-681C-52C817A2C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734" y="6438750"/>
            <a:ext cx="5185320" cy="230832"/>
          </a:xfrm>
        </p:spPr>
        <p:txBody>
          <a:bodyPr/>
          <a:lstStyle/>
          <a:p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AE5AF-FC47-A9E1-B569-8230D6BC6A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810" y="1357341"/>
            <a:ext cx="4815390" cy="4499450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 vel </a:t>
            </a:r>
            <a:r>
              <a:rPr lang="en-US" dirty="0" err="1"/>
              <a:t>malesuada</a:t>
            </a:r>
            <a:r>
              <a:rPr lang="en-US" dirty="0"/>
              <a:t> nunc.</a:t>
            </a:r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E403E3DE-E36B-D6AF-6B11-9756208098B0}"/>
              </a:ext>
            </a:extLst>
          </p:cNvPr>
          <p:cNvGraphicFramePr>
            <a:graphicFrameLocks noGrp="1"/>
          </p:cNvGraphicFramePr>
          <p:nvPr>
            <p:ph type="tbl" sz="quarter" idx="42"/>
            <p:extLst>
              <p:ext uri="{D42A27DB-BD31-4B8C-83A1-F6EECF244321}">
                <p14:modId xmlns:p14="http://schemas.microsoft.com/office/powerpoint/2010/main" val="2165834847"/>
              </p:ext>
            </p:extLst>
          </p:nvPr>
        </p:nvGraphicFramePr>
        <p:xfrm>
          <a:off x="5616575" y="1357313"/>
          <a:ext cx="6107112" cy="4499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305">
                  <a:extLst>
                    <a:ext uri="{9D8B030D-6E8A-4147-A177-3AD203B41FA5}">
                      <a16:colId xmlns:a16="http://schemas.microsoft.com/office/drawing/2014/main" val="2447391432"/>
                    </a:ext>
                  </a:extLst>
                </a:gridCol>
                <a:gridCol w="4174807">
                  <a:extLst>
                    <a:ext uri="{9D8B030D-6E8A-4147-A177-3AD203B41FA5}">
                      <a16:colId xmlns:a16="http://schemas.microsoft.com/office/drawing/2014/main" val="2221836279"/>
                    </a:ext>
                  </a:extLst>
                </a:gridCol>
              </a:tblGrid>
              <a:tr h="74990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9076553"/>
                  </a:ext>
                </a:extLst>
              </a:tr>
              <a:tr h="7499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chemeClr val="tx2"/>
                          </a:solidFill>
                        </a:rPr>
                        <a:t>Item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Lorem ipsum dolor sit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vel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malesuada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nunc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282000"/>
                  </a:ext>
                </a:extLst>
              </a:tr>
              <a:tr h="7499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chemeClr val="tx2"/>
                          </a:solidFill>
                        </a:rPr>
                        <a:t>Item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Lorem ipsum dolor sit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vel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malesuada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nunc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0684547"/>
                  </a:ext>
                </a:extLst>
              </a:tr>
              <a:tr h="7499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chemeClr val="tx2"/>
                          </a:solidFill>
                        </a:rPr>
                        <a:t>Item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Lorem ipsum dolor sit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vel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malesuada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nunc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2606747"/>
                  </a:ext>
                </a:extLst>
              </a:tr>
              <a:tr h="7499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chemeClr val="tx2"/>
                          </a:solidFill>
                        </a:rPr>
                        <a:t>Item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Lorem ipsum dolor sit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vel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malesuada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nunc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3831696"/>
                  </a:ext>
                </a:extLst>
              </a:tr>
              <a:tr h="7499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chemeClr val="tx2"/>
                          </a:solidFill>
                        </a:rPr>
                        <a:t>Item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Lorem ipsum dolor sit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vel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malesuada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nunc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3241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1772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0D8CA-6269-34CE-2E9F-0069617C9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2C6E69-FA65-1496-ADC3-03A20776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36AA8B5D-1E5B-2DC4-B266-D6E3EABE07FF}"/>
              </a:ext>
            </a:extLst>
          </p:cNvPr>
          <p:cNvGraphicFramePr>
            <a:graphicFrameLocks noGrp="1"/>
          </p:cNvGraphicFramePr>
          <p:nvPr>
            <p:ph type="tbl" sz="quarter" idx="42"/>
            <p:extLst>
              <p:ext uri="{D42A27DB-BD31-4B8C-83A1-F6EECF244321}">
                <p14:modId xmlns:p14="http://schemas.microsoft.com/office/powerpoint/2010/main" val="1436842899"/>
              </p:ext>
            </p:extLst>
          </p:nvPr>
        </p:nvGraphicFramePr>
        <p:xfrm>
          <a:off x="468313" y="1357312"/>
          <a:ext cx="11255374" cy="4169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0487">
                  <a:extLst>
                    <a:ext uri="{9D8B030D-6E8A-4147-A177-3AD203B41FA5}">
                      <a16:colId xmlns:a16="http://schemas.microsoft.com/office/drawing/2014/main" val="2572713586"/>
                    </a:ext>
                  </a:extLst>
                </a:gridCol>
                <a:gridCol w="7354887">
                  <a:extLst>
                    <a:ext uri="{9D8B030D-6E8A-4147-A177-3AD203B41FA5}">
                      <a16:colId xmlns:a16="http://schemas.microsoft.com/office/drawing/2014/main" val="3184529398"/>
                    </a:ext>
                  </a:extLst>
                </a:gridCol>
              </a:tblGrid>
              <a:tr h="69495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0792309"/>
                  </a:ext>
                </a:extLst>
              </a:tr>
              <a:tr h="6949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chemeClr val="tx2"/>
                          </a:solidFill>
                        </a:rPr>
                        <a:t>Item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Lorem ipsum dolor sit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vel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malesuada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nunc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0014271"/>
                  </a:ext>
                </a:extLst>
              </a:tr>
              <a:tr h="6949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chemeClr val="tx2"/>
                          </a:solidFill>
                        </a:rPr>
                        <a:t>Item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Lorem ipsum dolor sit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vel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malesuada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nunc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183647"/>
                  </a:ext>
                </a:extLst>
              </a:tr>
              <a:tr h="6949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chemeClr val="tx2"/>
                          </a:solidFill>
                        </a:rPr>
                        <a:t>Item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Lorem ipsum dolor sit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vel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malesuada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nunc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853455"/>
                  </a:ext>
                </a:extLst>
              </a:tr>
              <a:tr h="6949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chemeClr val="tx2"/>
                          </a:solidFill>
                        </a:rPr>
                        <a:t>Item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Lorem ipsum dolor sit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vel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malesuada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nunc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29556"/>
                  </a:ext>
                </a:extLst>
              </a:tr>
              <a:tr h="6949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chemeClr val="tx2"/>
                          </a:solidFill>
                        </a:rPr>
                        <a:t>Item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Lorem ipsum dolor sit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morbi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vel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malesuada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nunc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1904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89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6DE19-DE42-46C9-5E22-1F47D7F24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CD0FD-0E72-D32C-03F6-2683E4F6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E85D7B-6711-BD32-B589-59C9A1CAAA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Loren Ipsum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13F71A-5147-78F5-81F3-4DB2E39E36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2FC5B5-1B40-497D-46E4-D5F4A46ADD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Loren Ipsum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064903-89AE-F976-0FF4-A6296CC3D7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D2F1CD-B8C1-C24A-6DA2-B7D07251B4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Loren Ipsum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81B8AA-C15C-D0F3-E60A-8883619F084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D10DF6F-4AE0-AA08-9840-C8EB6FD16B4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Loren Ipsum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65DF133-1A8E-EBAF-C450-CABC2412FD9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Morbi</a:t>
            </a:r>
          </a:p>
        </p:txBody>
      </p:sp>
    </p:spTree>
    <p:extLst>
      <p:ext uri="{BB962C8B-B14F-4D97-AF65-F5344CB8AC3E}">
        <p14:creationId xmlns:p14="http://schemas.microsoft.com/office/powerpoint/2010/main" val="3485525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13C22D-4994-BE66-F09B-8A562043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PRESENTATION DNA SCALED BY IA       |     © 2026 Codeck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1BF95-E019-F3DB-DF6E-B5BA3A0D9FE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Maecenas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, quis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. Donec vitae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lacinia nunc sed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dui </a:t>
            </a:r>
            <a:r>
              <a:rPr lang="en-US" dirty="0" err="1"/>
              <a:t>orci</a:t>
            </a:r>
            <a:r>
              <a:rPr lang="en-US" dirty="0"/>
              <a:t>, semper at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feugiat</a:t>
            </a:r>
            <a:r>
              <a:rPr lang="en-US" dirty="0"/>
              <a:t> ac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nec est”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91603-2D4E-DF1B-5348-E9DEAD9EEB8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pt-BR" dirty="0" err="1"/>
              <a:t>Author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Quote Name</a:t>
            </a:r>
          </a:p>
        </p:txBody>
      </p:sp>
    </p:spTree>
    <p:extLst>
      <p:ext uri="{BB962C8B-B14F-4D97-AF65-F5344CB8AC3E}">
        <p14:creationId xmlns:p14="http://schemas.microsoft.com/office/powerpoint/2010/main" val="340744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04D0AC-A7EA-A357-1890-D7BECEFF4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PRESENTATION DNA SCALED BY IA       |     © 2026 Codeck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C3742-456C-605B-0AE5-993A172860B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Maecenas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, quis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. Donec vitae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lacinia nunc sed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dui </a:t>
            </a:r>
            <a:r>
              <a:rPr lang="en-US" dirty="0" err="1"/>
              <a:t>orci</a:t>
            </a:r>
            <a:r>
              <a:rPr lang="en-US" dirty="0"/>
              <a:t>, semper at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feugiat</a:t>
            </a:r>
            <a:r>
              <a:rPr lang="en-US" dirty="0"/>
              <a:t> ac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nec est”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C3F41-2CCF-17B9-7F3B-9D815897FC5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n-US" dirty="0"/>
              <a:t>Author of the Quote Name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3675E615-5D82-7741-7E85-9C32234508B5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3" r="8913"/>
          <a:stretch>
            <a:fillRect/>
          </a:stretch>
        </p:blipFill>
        <p:spPr>
          <a:prstGeom prst="ellipse">
            <a:avLst/>
          </a:prstGeom>
          <a:solidFill>
            <a:srgbClr val="EAEFF2"/>
          </a:solidFill>
        </p:spPr>
      </p:pic>
    </p:spTree>
    <p:extLst>
      <p:ext uri="{BB962C8B-B14F-4D97-AF65-F5344CB8AC3E}">
        <p14:creationId xmlns:p14="http://schemas.microsoft.com/office/powerpoint/2010/main" val="381882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5CBF2-0D0A-7DC4-29D0-73A50FD3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 Chart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A7F0D5-149F-A7FE-8667-59595935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24E2D36-7E9C-26A1-4AC5-EF47D624C0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7264964"/>
              </p:ext>
            </p:extLst>
          </p:nvPr>
        </p:nvGraphicFramePr>
        <p:xfrm>
          <a:off x="467810" y="1357924"/>
          <a:ext cx="10987352" cy="47558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4100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35F9B-AB37-456A-EEE5-F4879BE8D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 Infographic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06F1F3-E301-4A26-D63A-02DD28525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D8AD819-6001-C2D1-A2E1-E5BE7F10EB7E}"/>
              </a:ext>
            </a:extLst>
          </p:cNvPr>
          <p:cNvSpPr/>
          <p:nvPr/>
        </p:nvSpPr>
        <p:spPr>
          <a:xfrm>
            <a:off x="3541138" y="1522322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7E12F7F-FF97-D601-FAFA-20C7CC339C00}"/>
              </a:ext>
            </a:extLst>
          </p:cNvPr>
          <p:cNvSpPr/>
          <p:nvPr/>
        </p:nvSpPr>
        <p:spPr>
          <a:xfrm>
            <a:off x="3541138" y="1964970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D3DEF25-2A33-963A-E0C6-93AAAA0392A9}"/>
              </a:ext>
            </a:extLst>
          </p:cNvPr>
          <p:cNvSpPr/>
          <p:nvPr/>
        </p:nvSpPr>
        <p:spPr>
          <a:xfrm>
            <a:off x="3541138" y="2407618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32EA996-D0D4-1401-1E1D-53A4C5D9E219}"/>
              </a:ext>
            </a:extLst>
          </p:cNvPr>
          <p:cNvSpPr/>
          <p:nvPr/>
        </p:nvSpPr>
        <p:spPr>
          <a:xfrm>
            <a:off x="3541138" y="2850266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7E7BE29-25B5-5EEE-69ED-0FDBC0AD0BEF}"/>
              </a:ext>
            </a:extLst>
          </p:cNvPr>
          <p:cNvSpPr/>
          <p:nvPr/>
        </p:nvSpPr>
        <p:spPr>
          <a:xfrm>
            <a:off x="3541138" y="3292914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6BE0A32-E328-54E1-7994-8B854A6B7C0E}"/>
              </a:ext>
            </a:extLst>
          </p:cNvPr>
          <p:cNvSpPr/>
          <p:nvPr/>
        </p:nvSpPr>
        <p:spPr>
          <a:xfrm>
            <a:off x="3541138" y="3735562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9A14C4-2CDD-BD92-012A-6F0B057FD8C9}"/>
              </a:ext>
            </a:extLst>
          </p:cNvPr>
          <p:cNvSpPr/>
          <p:nvPr/>
        </p:nvSpPr>
        <p:spPr>
          <a:xfrm>
            <a:off x="3541138" y="4178210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CE5F33-33F8-6903-1046-04E54C633ADE}"/>
              </a:ext>
            </a:extLst>
          </p:cNvPr>
          <p:cNvSpPr/>
          <p:nvPr/>
        </p:nvSpPr>
        <p:spPr>
          <a:xfrm>
            <a:off x="3541138" y="4620858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BC046F-DA40-D10D-9620-5BE38E0B7D23}"/>
              </a:ext>
            </a:extLst>
          </p:cNvPr>
          <p:cNvSpPr/>
          <p:nvPr/>
        </p:nvSpPr>
        <p:spPr>
          <a:xfrm>
            <a:off x="3541138" y="5063506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6EAE6F2-6D03-5FFF-1602-0C8C2BF49443}"/>
              </a:ext>
            </a:extLst>
          </p:cNvPr>
          <p:cNvSpPr/>
          <p:nvPr/>
        </p:nvSpPr>
        <p:spPr>
          <a:xfrm>
            <a:off x="3541138" y="5506152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293EBEE-93CD-332C-B0A2-F020CA0C818F}"/>
              </a:ext>
            </a:extLst>
          </p:cNvPr>
          <p:cNvSpPr/>
          <p:nvPr/>
        </p:nvSpPr>
        <p:spPr>
          <a:xfrm>
            <a:off x="4015465" y="1522322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E407BB7-2794-50B4-F910-AA4DDE82B4D9}"/>
              </a:ext>
            </a:extLst>
          </p:cNvPr>
          <p:cNvSpPr/>
          <p:nvPr/>
        </p:nvSpPr>
        <p:spPr>
          <a:xfrm>
            <a:off x="4015465" y="1964970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1153436-D52F-FA65-945C-F05F3F676679}"/>
              </a:ext>
            </a:extLst>
          </p:cNvPr>
          <p:cNvSpPr/>
          <p:nvPr/>
        </p:nvSpPr>
        <p:spPr>
          <a:xfrm>
            <a:off x="4015465" y="2407618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5CAE892-FB1C-6D06-943F-2FB7874EBC6A}"/>
              </a:ext>
            </a:extLst>
          </p:cNvPr>
          <p:cNvSpPr/>
          <p:nvPr/>
        </p:nvSpPr>
        <p:spPr>
          <a:xfrm>
            <a:off x="4015465" y="2850266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2423623-E93B-BFD0-37A4-D32628C42193}"/>
              </a:ext>
            </a:extLst>
          </p:cNvPr>
          <p:cNvSpPr/>
          <p:nvPr/>
        </p:nvSpPr>
        <p:spPr>
          <a:xfrm>
            <a:off x="4015465" y="3292914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4FA238-AD34-3B40-8C34-A9FAE09CF951}"/>
              </a:ext>
            </a:extLst>
          </p:cNvPr>
          <p:cNvSpPr/>
          <p:nvPr/>
        </p:nvSpPr>
        <p:spPr>
          <a:xfrm>
            <a:off x="4015465" y="3735562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46C52CE-E747-089F-7393-1AEAA047BC26}"/>
              </a:ext>
            </a:extLst>
          </p:cNvPr>
          <p:cNvSpPr/>
          <p:nvPr/>
        </p:nvSpPr>
        <p:spPr>
          <a:xfrm>
            <a:off x="4015465" y="4178210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5542E80-ADA6-3BA1-7D48-7843C4B6C0E8}"/>
              </a:ext>
            </a:extLst>
          </p:cNvPr>
          <p:cNvSpPr/>
          <p:nvPr/>
        </p:nvSpPr>
        <p:spPr>
          <a:xfrm>
            <a:off x="4015465" y="4620858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E4276FB-059E-A092-F848-97BBCB8BC5E2}"/>
              </a:ext>
            </a:extLst>
          </p:cNvPr>
          <p:cNvSpPr/>
          <p:nvPr/>
        </p:nvSpPr>
        <p:spPr>
          <a:xfrm>
            <a:off x="4015465" y="5063506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870099F-C652-0BFB-69A2-05BF90C91528}"/>
              </a:ext>
            </a:extLst>
          </p:cNvPr>
          <p:cNvSpPr/>
          <p:nvPr/>
        </p:nvSpPr>
        <p:spPr>
          <a:xfrm>
            <a:off x="4015465" y="5506152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26EFFBB-409D-FEB8-1764-B8186C0C2C8E}"/>
              </a:ext>
            </a:extLst>
          </p:cNvPr>
          <p:cNvSpPr/>
          <p:nvPr/>
        </p:nvSpPr>
        <p:spPr>
          <a:xfrm>
            <a:off x="4489792" y="1522322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0E5E37-44E1-F9BA-4314-AA764CEF68EF}"/>
              </a:ext>
            </a:extLst>
          </p:cNvPr>
          <p:cNvSpPr/>
          <p:nvPr/>
        </p:nvSpPr>
        <p:spPr>
          <a:xfrm>
            <a:off x="4489792" y="1964970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D012F98-D793-F197-9603-D77BC522D9C2}"/>
              </a:ext>
            </a:extLst>
          </p:cNvPr>
          <p:cNvSpPr/>
          <p:nvPr/>
        </p:nvSpPr>
        <p:spPr>
          <a:xfrm>
            <a:off x="4489792" y="2407618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3E2997C-58A4-6B7B-9186-91644A0EF6BC}"/>
              </a:ext>
            </a:extLst>
          </p:cNvPr>
          <p:cNvSpPr/>
          <p:nvPr/>
        </p:nvSpPr>
        <p:spPr>
          <a:xfrm>
            <a:off x="4489792" y="2850266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560BCE5-0B7F-2465-A1F4-0D1CC4B55507}"/>
              </a:ext>
            </a:extLst>
          </p:cNvPr>
          <p:cNvSpPr/>
          <p:nvPr/>
        </p:nvSpPr>
        <p:spPr>
          <a:xfrm>
            <a:off x="4489792" y="3292914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F593F08-04D6-A481-0093-337FBA9C7989}"/>
              </a:ext>
            </a:extLst>
          </p:cNvPr>
          <p:cNvSpPr/>
          <p:nvPr/>
        </p:nvSpPr>
        <p:spPr>
          <a:xfrm>
            <a:off x="4489792" y="3735562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801E8E9-3BC8-09EA-9C44-E36F2841C060}"/>
              </a:ext>
            </a:extLst>
          </p:cNvPr>
          <p:cNvSpPr/>
          <p:nvPr/>
        </p:nvSpPr>
        <p:spPr>
          <a:xfrm>
            <a:off x="4489792" y="4178210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15939B4-818E-F21D-2934-A4CF5374D6CE}"/>
              </a:ext>
            </a:extLst>
          </p:cNvPr>
          <p:cNvSpPr/>
          <p:nvPr/>
        </p:nvSpPr>
        <p:spPr>
          <a:xfrm>
            <a:off x="4489792" y="4620858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F2BABA8-29A2-5A65-59A1-ABF51B83EA6C}"/>
              </a:ext>
            </a:extLst>
          </p:cNvPr>
          <p:cNvSpPr/>
          <p:nvPr/>
        </p:nvSpPr>
        <p:spPr>
          <a:xfrm>
            <a:off x="4489792" y="5063506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5C3C563-20EB-6FD7-96A5-928E1E007750}"/>
              </a:ext>
            </a:extLst>
          </p:cNvPr>
          <p:cNvSpPr/>
          <p:nvPr/>
        </p:nvSpPr>
        <p:spPr>
          <a:xfrm>
            <a:off x="4489792" y="5506152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1EED0C5-7D53-6BCC-B458-32D8FEB40F6D}"/>
              </a:ext>
            </a:extLst>
          </p:cNvPr>
          <p:cNvSpPr/>
          <p:nvPr/>
        </p:nvSpPr>
        <p:spPr>
          <a:xfrm>
            <a:off x="4964119" y="1522322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1A4AB50-E26B-9ABA-2DD7-E94F8DF840A8}"/>
              </a:ext>
            </a:extLst>
          </p:cNvPr>
          <p:cNvSpPr/>
          <p:nvPr/>
        </p:nvSpPr>
        <p:spPr>
          <a:xfrm>
            <a:off x="4964119" y="1964970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6120518-0A3E-4139-6054-C62DE5D78CBC}"/>
              </a:ext>
            </a:extLst>
          </p:cNvPr>
          <p:cNvSpPr/>
          <p:nvPr/>
        </p:nvSpPr>
        <p:spPr>
          <a:xfrm>
            <a:off x="4964119" y="2407618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4F3AED5-D7E1-48B6-1848-DACFEA141595}"/>
              </a:ext>
            </a:extLst>
          </p:cNvPr>
          <p:cNvSpPr/>
          <p:nvPr/>
        </p:nvSpPr>
        <p:spPr>
          <a:xfrm>
            <a:off x="4964119" y="2850266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CD2EC48-066E-9381-62C3-14D06A59C1A0}"/>
              </a:ext>
            </a:extLst>
          </p:cNvPr>
          <p:cNvSpPr/>
          <p:nvPr/>
        </p:nvSpPr>
        <p:spPr>
          <a:xfrm>
            <a:off x="4964119" y="3292914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2108F7A-869B-4CCC-7E0C-F9B7BC8FC270}"/>
              </a:ext>
            </a:extLst>
          </p:cNvPr>
          <p:cNvSpPr/>
          <p:nvPr/>
        </p:nvSpPr>
        <p:spPr>
          <a:xfrm>
            <a:off x="4964119" y="3735562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E031D82-2305-12FD-FDD1-426D0920DF78}"/>
              </a:ext>
            </a:extLst>
          </p:cNvPr>
          <p:cNvSpPr/>
          <p:nvPr/>
        </p:nvSpPr>
        <p:spPr>
          <a:xfrm>
            <a:off x="4964119" y="4178210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B08980D-43E9-82DA-E976-09C7FBE456D0}"/>
              </a:ext>
            </a:extLst>
          </p:cNvPr>
          <p:cNvSpPr/>
          <p:nvPr/>
        </p:nvSpPr>
        <p:spPr>
          <a:xfrm>
            <a:off x="4964119" y="4620858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C885FF1-FCE2-E15B-1C03-14B1EF38C4D3}"/>
              </a:ext>
            </a:extLst>
          </p:cNvPr>
          <p:cNvSpPr/>
          <p:nvPr/>
        </p:nvSpPr>
        <p:spPr>
          <a:xfrm>
            <a:off x="4964119" y="5063506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6901985-93E4-B731-DF07-DD362C0D1F93}"/>
              </a:ext>
            </a:extLst>
          </p:cNvPr>
          <p:cNvSpPr/>
          <p:nvPr/>
        </p:nvSpPr>
        <p:spPr>
          <a:xfrm>
            <a:off x="4964119" y="5506152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AA3324F-023D-259F-B0A8-788C76BFB5E9}"/>
              </a:ext>
            </a:extLst>
          </p:cNvPr>
          <p:cNvSpPr/>
          <p:nvPr/>
        </p:nvSpPr>
        <p:spPr>
          <a:xfrm>
            <a:off x="5438446" y="1522322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3D67F80-AA61-890D-5BBF-12A0991F2208}"/>
              </a:ext>
            </a:extLst>
          </p:cNvPr>
          <p:cNvSpPr/>
          <p:nvPr/>
        </p:nvSpPr>
        <p:spPr>
          <a:xfrm>
            <a:off x="5438446" y="1964970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B97958B-4D9C-B1A6-CA75-40FFC8DC665C}"/>
              </a:ext>
            </a:extLst>
          </p:cNvPr>
          <p:cNvSpPr/>
          <p:nvPr/>
        </p:nvSpPr>
        <p:spPr>
          <a:xfrm>
            <a:off x="5438446" y="2407618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BEA67E5-4C65-71AD-FAB7-48E4A145FB31}"/>
              </a:ext>
            </a:extLst>
          </p:cNvPr>
          <p:cNvSpPr/>
          <p:nvPr/>
        </p:nvSpPr>
        <p:spPr>
          <a:xfrm>
            <a:off x="5438446" y="2850266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CA6977D-5B11-DB29-733F-8E2DAAAF75A9}"/>
              </a:ext>
            </a:extLst>
          </p:cNvPr>
          <p:cNvSpPr/>
          <p:nvPr/>
        </p:nvSpPr>
        <p:spPr>
          <a:xfrm>
            <a:off x="5438446" y="3292914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F9D0FC0-0AB0-34B3-20CE-70EE7E460FE4}"/>
              </a:ext>
            </a:extLst>
          </p:cNvPr>
          <p:cNvSpPr/>
          <p:nvPr/>
        </p:nvSpPr>
        <p:spPr>
          <a:xfrm>
            <a:off x="5438446" y="3735562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FF73893-E14F-747B-EAFD-AFC6A3F9C401}"/>
              </a:ext>
            </a:extLst>
          </p:cNvPr>
          <p:cNvSpPr/>
          <p:nvPr/>
        </p:nvSpPr>
        <p:spPr>
          <a:xfrm>
            <a:off x="5438446" y="4178210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2926710-9272-3766-DF52-DCF8CD946899}"/>
              </a:ext>
            </a:extLst>
          </p:cNvPr>
          <p:cNvSpPr/>
          <p:nvPr/>
        </p:nvSpPr>
        <p:spPr>
          <a:xfrm>
            <a:off x="5438446" y="4620858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D52D832-60CC-0388-E4DC-963EDADDE53C}"/>
              </a:ext>
            </a:extLst>
          </p:cNvPr>
          <p:cNvSpPr/>
          <p:nvPr/>
        </p:nvSpPr>
        <p:spPr>
          <a:xfrm>
            <a:off x="5438446" y="5063506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1AB0DA4-86AF-064A-54D5-D1A5FBED0560}"/>
              </a:ext>
            </a:extLst>
          </p:cNvPr>
          <p:cNvSpPr/>
          <p:nvPr/>
        </p:nvSpPr>
        <p:spPr>
          <a:xfrm>
            <a:off x="5438446" y="5506152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0FA41B5-F774-9B14-F20A-072BBBD13698}"/>
              </a:ext>
            </a:extLst>
          </p:cNvPr>
          <p:cNvSpPr/>
          <p:nvPr/>
        </p:nvSpPr>
        <p:spPr>
          <a:xfrm>
            <a:off x="5912773" y="1522322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8655827-F242-EE5D-2A1B-3ED3D63D82D5}"/>
              </a:ext>
            </a:extLst>
          </p:cNvPr>
          <p:cNvSpPr/>
          <p:nvPr/>
        </p:nvSpPr>
        <p:spPr>
          <a:xfrm>
            <a:off x="5912773" y="1964970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AA2FC79-79C6-6310-8C66-CF4964ABB268}"/>
              </a:ext>
            </a:extLst>
          </p:cNvPr>
          <p:cNvSpPr/>
          <p:nvPr/>
        </p:nvSpPr>
        <p:spPr>
          <a:xfrm>
            <a:off x="5912773" y="2407618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1E75965-0E88-4ECE-1F4A-E9F7EAF3926B}"/>
              </a:ext>
            </a:extLst>
          </p:cNvPr>
          <p:cNvSpPr/>
          <p:nvPr/>
        </p:nvSpPr>
        <p:spPr>
          <a:xfrm>
            <a:off x="5912773" y="2850266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F60A4E6-C767-837D-9727-1D2DEEAD7C4E}"/>
              </a:ext>
            </a:extLst>
          </p:cNvPr>
          <p:cNvSpPr/>
          <p:nvPr/>
        </p:nvSpPr>
        <p:spPr>
          <a:xfrm>
            <a:off x="5912773" y="3292914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68BDF4D-513D-F980-41F3-28885561232B}"/>
              </a:ext>
            </a:extLst>
          </p:cNvPr>
          <p:cNvSpPr/>
          <p:nvPr/>
        </p:nvSpPr>
        <p:spPr>
          <a:xfrm>
            <a:off x="5912773" y="3735562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8283D71-E767-53FA-D784-5A081F2630A7}"/>
              </a:ext>
            </a:extLst>
          </p:cNvPr>
          <p:cNvSpPr/>
          <p:nvPr/>
        </p:nvSpPr>
        <p:spPr>
          <a:xfrm>
            <a:off x="5912773" y="4178210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84D486E-BBEA-5DBE-EBB1-8C333D634F9E}"/>
              </a:ext>
            </a:extLst>
          </p:cNvPr>
          <p:cNvSpPr/>
          <p:nvPr/>
        </p:nvSpPr>
        <p:spPr>
          <a:xfrm>
            <a:off x="5912773" y="4620858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4B6960D-CE9B-2017-438A-F72C48047F45}"/>
              </a:ext>
            </a:extLst>
          </p:cNvPr>
          <p:cNvSpPr/>
          <p:nvPr/>
        </p:nvSpPr>
        <p:spPr>
          <a:xfrm>
            <a:off x="5912773" y="5063506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306F7A2-1B37-B078-BDF9-3593865837B9}"/>
              </a:ext>
            </a:extLst>
          </p:cNvPr>
          <p:cNvSpPr/>
          <p:nvPr/>
        </p:nvSpPr>
        <p:spPr>
          <a:xfrm>
            <a:off x="5912773" y="5506152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532BD0D-AF7C-F4B2-26A5-F6CD84BF7C77}"/>
              </a:ext>
            </a:extLst>
          </p:cNvPr>
          <p:cNvSpPr/>
          <p:nvPr/>
        </p:nvSpPr>
        <p:spPr>
          <a:xfrm>
            <a:off x="6387100" y="1522322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4808103-B769-8A5C-E3EB-B4EE7D38FDC7}"/>
              </a:ext>
            </a:extLst>
          </p:cNvPr>
          <p:cNvSpPr/>
          <p:nvPr/>
        </p:nvSpPr>
        <p:spPr>
          <a:xfrm>
            <a:off x="6387100" y="1964970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21D4D60-33CD-3E21-9860-D91B1C57DB19}"/>
              </a:ext>
            </a:extLst>
          </p:cNvPr>
          <p:cNvSpPr/>
          <p:nvPr/>
        </p:nvSpPr>
        <p:spPr>
          <a:xfrm>
            <a:off x="6387100" y="2407618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1BA7C61E-F17E-3A73-A2C1-A4214537F99B}"/>
              </a:ext>
            </a:extLst>
          </p:cNvPr>
          <p:cNvSpPr/>
          <p:nvPr/>
        </p:nvSpPr>
        <p:spPr>
          <a:xfrm>
            <a:off x="6387100" y="2850266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8FEF624-D990-9565-5DB1-8FAC380A7E76}"/>
              </a:ext>
            </a:extLst>
          </p:cNvPr>
          <p:cNvSpPr/>
          <p:nvPr/>
        </p:nvSpPr>
        <p:spPr>
          <a:xfrm>
            <a:off x="6387100" y="3292914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F0A49E1-3A59-0C68-F6C0-FD0961F73AC9}"/>
              </a:ext>
            </a:extLst>
          </p:cNvPr>
          <p:cNvSpPr/>
          <p:nvPr/>
        </p:nvSpPr>
        <p:spPr>
          <a:xfrm>
            <a:off x="6387100" y="3735562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C9BED08-57A6-4AFC-DF85-62975D328C1F}"/>
              </a:ext>
            </a:extLst>
          </p:cNvPr>
          <p:cNvSpPr/>
          <p:nvPr/>
        </p:nvSpPr>
        <p:spPr>
          <a:xfrm>
            <a:off x="6387100" y="4178210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5757AFD-6DCC-C39E-8FC2-CAE7A85FC7D3}"/>
              </a:ext>
            </a:extLst>
          </p:cNvPr>
          <p:cNvSpPr/>
          <p:nvPr/>
        </p:nvSpPr>
        <p:spPr>
          <a:xfrm>
            <a:off x="6387100" y="4620858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7AFEC1C9-F103-246F-7C62-2BFA99F03A36}"/>
              </a:ext>
            </a:extLst>
          </p:cNvPr>
          <p:cNvSpPr/>
          <p:nvPr/>
        </p:nvSpPr>
        <p:spPr>
          <a:xfrm>
            <a:off x="6387100" y="5063506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69D0D18-DEE8-55DF-7461-DEC5A9C93D7E}"/>
              </a:ext>
            </a:extLst>
          </p:cNvPr>
          <p:cNvSpPr/>
          <p:nvPr/>
        </p:nvSpPr>
        <p:spPr>
          <a:xfrm>
            <a:off x="6387100" y="5506152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1D88ACB-5FA8-5A1D-CD22-C280F3F0827E}"/>
              </a:ext>
            </a:extLst>
          </p:cNvPr>
          <p:cNvSpPr/>
          <p:nvPr/>
        </p:nvSpPr>
        <p:spPr>
          <a:xfrm>
            <a:off x="6861427" y="1522322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77D3E9A-AFBF-D009-9333-C341ECB77652}"/>
              </a:ext>
            </a:extLst>
          </p:cNvPr>
          <p:cNvSpPr/>
          <p:nvPr/>
        </p:nvSpPr>
        <p:spPr>
          <a:xfrm>
            <a:off x="6861427" y="1964970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ECE3C19-BD0F-B46D-E98C-977403759C84}"/>
              </a:ext>
            </a:extLst>
          </p:cNvPr>
          <p:cNvSpPr/>
          <p:nvPr/>
        </p:nvSpPr>
        <p:spPr>
          <a:xfrm>
            <a:off x="6861427" y="2407618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A4365DA-5E4B-25C6-B190-3443521271A0}"/>
              </a:ext>
            </a:extLst>
          </p:cNvPr>
          <p:cNvSpPr/>
          <p:nvPr/>
        </p:nvSpPr>
        <p:spPr>
          <a:xfrm>
            <a:off x="6861427" y="2850266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11DFC13-EB47-3B13-9D26-DC7BD9897A93}"/>
              </a:ext>
            </a:extLst>
          </p:cNvPr>
          <p:cNvSpPr/>
          <p:nvPr/>
        </p:nvSpPr>
        <p:spPr>
          <a:xfrm>
            <a:off x="6861427" y="3292914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1749F48-604B-046D-24B6-F1DC748F638C}"/>
              </a:ext>
            </a:extLst>
          </p:cNvPr>
          <p:cNvSpPr/>
          <p:nvPr/>
        </p:nvSpPr>
        <p:spPr>
          <a:xfrm>
            <a:off x="6861427" y="3735562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F36B7B5-9A9A-28F9-E366-65F1C6CF7685}"/>
              </a:ext>
            </a:extLst>
          </p:cNvPr>
          <p:cNvSpPr/>
          <p:nvPr/>
        </p:nvSpPr>
        <p:spPr>
          <a:xfrm>
            <a:off x="6861427" y="4178210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17CF54E-197E-01E9-1425-3E2C31E18C81}"/>
              </a:ext>
            </a:extLst>
          </p:cNvPr>
          <p:cNvSpPr/>
          <p:nvPr/>
        </p:nvSpPr>
        <p:spPr>
          <a:xfrm>
            <a:off x="6861427" y="4620858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9C78CE5-72A7-2CBB-EAF8-5EDE164BCB18}"/>
              </a:ext>
            </a:extLst>
          </p:cNvPr>
          <p:cNvSpPr/>
          <p:nvPr/>
        </p:nvSpPr>
        <p:spPr>
          <a:xfrm>
            <a:off x="6861427" y="5063506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3088876-5B58-6B92-08FD-5E1804015FDC}"/>
              </a:ext>
            </a:extLst>
          </p:cNvPr>
          <p:cNvSpPr/>
          <p:nvPr/>
        </p:nvSpPr>
        <p:spPr>
          <a:xfrm>
            <a:off x="6861427" y="5506152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9D52533B-8FCB-FC45-DBCE-0A44F8D3C5AF}"/>
              </a:ext>
            </a:extLst>
          </p:cNvPr>
          <p:cNvSpPr/>
          <p:nvPr/>
        </p:nvSpPr>
        <p:spPr>
          <a:xfrm>
            <a:off x="7335754" y="1522322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B4B271A-A142-8DC1-1624-1C58C483E3A2}"/>
              </a:ext>
            </a:extLst>
          </p:cNvPr>
          <p:cNvSpPr/>
          <p:nvPr/>
        </p:nvSpPr>
        <p:spPr>
          <a:xfrm>
            <a:off x="7335754" y="1964970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4DE9BA0-E610-D439-17DB-DBF5A4FA513B}"/>
              </a:ext>
            </a:extLst>
          </p:cNvPr>
          <p:cNvSpPr/>
          <p:nvPr/>
        </p:nvSpPr>
        <p:spPr>
          <a:xfrm>
            <a:off x="7335754" y="2407618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E5E2F30-3268-295A-2B56-D1462CF1E2F8}"/>
              </a:ext>
            </a:extLst>
          </p:cNvPr>
          <p:cNvSpPr/>
          <p:nvPr/>
        </p:nvSpPr>
        <p:spPr>
          <a:xfrm>
            <a:off x="7335754" y="2850266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D0C13FE-2879-D4C5-F6E7-B1D1183E3093}"/>
              </a:ext>
            </a:extLst>
          </p:cNvPr>
          <p:cNvSpPr/>
          <p:nvPr/>
        </p:nvSpPr>
        <p:spPr>
          <a:xfrm>
            <a:off x="7335754" y="3292914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2A4C2D1D-6306-60FB-637D-4F7282B75278}"/>
              </a:ext>
            </a:extLst>
          </p:cNvPr>
          <p:cNvSpPr/>
          <p:nvPr/>
        </p:nvSpPr>
        <p:spPr>
          <a:xfrm>
            <a:off x="7335754" y="3735562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0A2D6AB-78F3-1F9E-6B4C-FC531287B458}"/>
              </a:ext>
            </a:extLst>
          </p:cNvPr>
          <p:cNvSpPr/>
          <p:nvPr/>
        </p:nvSpPr>
        <p:spPr>
          <a:xfrm>
            <a:off x="7335754" y="4178210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35BAEEA4-1284-1021-EA06-575F2FEBAE6E}"/>
              </a:ext>
            </a:extLst>
          </p:cNvPr>
          <p:cNvSpPr/>
          <p:nvPr/>
        </p:nvSpPr>
        <p:spPr>
          <a:xfrm>
            <a:off x="7335754" y="4620858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01BDDFBB-BF70-98AF-D20F-C568604E13C6}"/>
              </a:ext>
            </a:extLst>
          </p:cNvPr>
          <p:cNvSpPr/>
          <p:nvPr/>
        </p:nvSpPr>
        <p:spPr>
          <a:xfrm>
            <a:off x="7335754" y="5063506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0DE9EC4-BF93-AE7D-9BFE-085A6BC7CFB6}"/>
              </a:ext>
            </a:extLst>
          </p:cNvPr>
          <p:cNvSpPr/>
          <p:nvPr/>
        </p:nvSpPr>
        <p:spPr>
          <a:xfrm>
            <a:off x="7335754" y="5506152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1F6A4EA6-3E0E-E7E7-EC85-159C1BCE6964}"/>
              </a:ext>
            </a:extLst>
          </p:cNvPr>
          <p:cNvSpPr/>
          <p:nvPr/>
        </p:nvSpPr>
        <p:spPr>
          <a:xfrm>
            <a:off x="7810080" y="1522322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65D8973-52B3-9538-CA19-AFDE0B97160B}"/>
              </a:ext>
            </a:extLst>
          </p:cNvPr>
          <p:cNvSpPr/>
          <p:nvPr/>
        </p:nvSpPr>
        <p:spPr>
          <a:xfrm>
            <a:off x="7810080" y="1964970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7A291BFE-F78C-4801-A7B1-EAA753F35471}"/>
              </a:ext>
            </a:extLst>
          </p:cNvPr>
          <p:cNvSpPr/>
          <p:nvPr/>
        </p:nvSpPr>
        <p:spPr>
          <a:xfrm>
            <a:off x="7810080" y="2407618"/>
            <a:ext cx="330200" cy="330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AFCAC75-6580-0C38-573F-0183A9BC3B2E}"/>
              </a:ext>
            </a:extLst>
          </p:cNvPr>
          <p:cNvSpPr/>
          <p:nvPr/>
        </p:nvSpPr>
        <p:spPr>
          <a:xfrm>
            <a:off x="7810080" y="2850266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4731CB73-54FB-FC88-1B4B-6D908848D067}"/>
              </a:ext>
            </a:extLst>
          </p:cNvPr>
          <p:cNvSpPr/>
          <p:nvPr/>
        </p:nvSpPr>
        <p:spPr>
          <a:xfrm>
            <a:off x="7810080" y="3292914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642C7DA0-FF91-4239-DA9A-A0C027F1279F}"/>
              </a:ext>
            </a:extLst>
          </p:cNvPr>
          <p:cNvSpPr/>
          <p:nvPr/>
        </p:nvSpPr>
        <p:spPr>
          <a:xfrm>
            <a:off x="7810080" y="3735562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94F90555-3E19-0877-F4FE-595F85EC8909}"/>
              </a:ext>
            </a:extLst>
          </p:cNvPr>
          <p:cNvSpPr/>
          <p:nvPr/>
        </p:nvSpPr>
        <p:spPr>
          <a:xfrm>
            <a:off x="7810080" y="4178210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A7F6FAA3-C2FE-B8F7-5016-9E8EDF10BA54}"/>
              </a:ext>
            </a:extLst>
          </p:cNvPr>
          <p:cNvSpPr/>
          <p:nvPr/>
        </p:nvSpPr>
        <p:spPr>
          <a:xfrm>
            <a:off x="7810080" y="4620858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F70712C-88C7-374E-B12D-5FB3D91E35F2}"/>
              </a:ext>
            </a:extLst>
          </p:cNvPr>
          <p:cNvSpPr/>
          <p:nvPr/>
        </p:nvSpPr>
        <p:spPr>
          <a:xfrm>
            <a:off x="7810080" y="5063506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91EA431-A592-A267-4443-20211A6DAF80}"/>
              </a:ext>
            </a:extLst>
          </p:cNvPr>
          <p:cNvSpPr/>
          <p:nvPr/>
        </p:nvSpPr>
        <p:spPr>
          <a:xfrm>
            <a:off x="7810080" y="5506152"/>
            <a:ext cx="330200" cy="33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Text Placeholder 14">
            <a:extLst>
              <a:ext uri="{FF2B5EF4-FFF2-40B4-BE49-F238E27FC236}">
                <a16:creationId xmlns:a16="http://schemas.microsoft.com/office/drawing/2014/main" id="{C58E17B8-771E-B555-5E9E-90B45076CB66}"/>
              </a:ext>
            </a:extLst>
          </p:cNvPr>
          <p:cNvSpPr txBox="1">
            <a:spLocks/>
          </p:cNvSpPr>
          <p:nvPr/>
        </p:nvSpPr>
        <p:spPr>
          <a:xfrm>
            <a:off x="467810" y="2225429"/>
            <a:ext cx="2397099" cy="286233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Loren </a:t>
            </a:r>
            <a:r>
              <a:rPr lang="en-US" dirty="0" err="1">
                <a:solidFill>
                  <a:schemeClr val="tx1"/>
                </a:solidFill>
              </a:rPr>
              <a:t>Ipsun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5" name="Text Placeholder 14">
            <a:extLst>
              <a:ext uri="{FF2B5EF4-FFF2-40B4-BE49-F238E27FC236}">
                <a16:creationId xmlns:a16="http://schemas.microsoft.com/office/drawing/2014/main" id="{BBE64E09-9E45-7D45-2CE4-34577EAD5738}"/>
              </a:ext>
            </a:extLst>
          </p:cNvPr>
          <p:cNvSpPr txBox="1">
            <a:spLocks/>
          </p:cNvSpPr>
          <p:nvPr/>
        </p:nvSpPr>
        <p:spPr>
          <a:xfrm>
            <a:off x="467810" y="1690208"/>
            <a:ext cx="2397099" cy="6463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accent1"/>
                </a:solidFill>
              </a:rPr>
              <a:t>XX%</a:t>
            </a:r>
          </a:p>
        </p:txBody>
      </p:sp>
      <p:sp>
        <p:nvSpPr>
          <p:cNvPr id="106" name="Text Placeholder 14">
            <a:extLst>
              <a:ext uri="{FF2B5EF4-FFF2-40B4-BE49-F238E27FC236}">
                <a16:creationId xmlns:a16="http://schemas.microsoft.com/office/drawing/2014/main" id="{A746551F-6A2A-92CC-0AAC-016D92C18741}"/>
              </a:ext>
            </a:extLst>
          </p:cNvPr>
          <p:cNvSpPr txBox="1">
            <a:spLocks/>
          </p:cNvSpPr>
          <p:nvPr/>
        </p:nvSpPr>
        <p:spPr>
          <a:xfrm>
            <a:off x="8781780" y="3581863"/>
            <a:ext cx="2397099" cy="286233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Loren </a:t>
            </a:r>
            <a:r>
              <a:rPr lang="en-US" dirty="0" err="1">
                <a:solidFill>
                  <a:schemeClr val="tx1"/>
                </a:solidFill>
              </a:rPr>
              <a:t>Ipsun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7" name="Text Placeholder 14">
            <a:extLst>
              <a:ext uri="{FF2B5EF4-FFF2-40B4-BE49-F238E27FC236}">
                <a16:creationId xmlns:a16="http://schemas.microsoft.com/office/drawing/2014/main" id="{2D29F689-C965-6D2F-61AC-9AF3953CAAF1}"/>
              </a:ext>
            </a:extLst>
          </p:cNvPr>
          <p:cNvSpPr txBox="1">
            <a:spLocks/>
          </p:cNvSpPr>
          <p:nvPr/>
        </p:nvSpPr>
        <p:spPr>
          <a:xfrm>
            <a:off x="8781780" y="3046642"/>
            <a:ext cx="2397099" cy="6463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/>
              <a:t>XX%</a:t>
            </a:r>
          </a:p>
        </p:txBody>
      </p:sp>
      <p:sp>
        <p:nvSpPr>
          <p:cNvPr id="108" name="Text Placeholder 14">
            <a:extLst>
              <a:ext uri="{FF2B5EF4-FFF2-40B4-BE49-F238E27FC236}">
                <a16:creationId xmlns:a16="http://schemas.microsoft.com/office/drawing/2014/main" id="{63719783-BB63-8329-2C5C-C4B647DB414D}"/>
              </a:ext>
            </a:extLst>
          </p:cNvPr>
          <p:cNvSpPr txBox="1">
            <a:spLocks/>
          </p:cNvSpPr>
          <p:nvPr/>
        </p:nvSpPr>
        <p:spPr>
          <a:xfrm>
            <a:off x="467810" y="5372319"/>
            <a:ext cx="2397099" cy="286233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Loren </a:t>
            </a:r>
            <a:r>
              <a:rPr lang="en-US" dirty="0" err="1">
                <a:solidFill>
                  <a:schemeClr val="tx1"/>
                </a:solidFill>
              </a:rPr>
              <a:t>Ipsun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Text Placeholder 14">
            <a:extLst>
              <a:ext uri="{FF2B5EF4-FFF2-40B4-BE49-F238E27FC236}">
                <a16:creationId xmlns:a16="http://schemas.microsoft.com/office/drawing/2014/main" id="{9FB233A9-292A-E795-0978-F9B86F92E24A}"/>
              </a:ext>
            </a:extLst>
          </p:cNvPr>
          <p:cNvSpPr txBox="1">
            <a:spLocks/>
          </p:cNvSpPr>
          <p:nvPr/>
        </p:nvSpPr>
        <p:spPr>
          <a:xfrm>
            <a:off x="467810" y="4837098"/>
            <a:ext cx="2397099" cy="6463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accent3"/>
                </a:solidFill>
              </a:rPr>
              <a:t>XX%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BF5EB0A-31E1-ED6A-6496-C05631007F27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481309" y="2572718"/>
            <a:ext cx="3059829" cy="0"/>
          </a:xfrm>
          <a:prstGeom prst="line">
            <a:avLst/>
          </a:prstGeom>
          <a:ln w="12700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D2AE00D-DFBF-C8A2-38C1-4FB8EF2559CE}"/>
              </a:ext>
            </a:extLst>
          </p:cNvPr>
          <p:cNvCxnSpPr>
            <a:cxnSpLocks/>
            <a:stCxn id="99" idx="6"/>
          </p:cNvCxnSpPr>
          <p:nvPr/>
        </p:nvCxnSpPr>
        <p:spPr>
          <a:xfrm>
            <a:off x="8140280" y="3900662"/>
            <a:ext cx="3003699" cy="0"/>
          </a:xfrm>
          <a:prstGeom prst="line">
            <a:avLst/>
          </a:prstGeom>
          <a:ln w="12700">
            <a:solidFill>
              <a:schemeClr val="accent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E20F0D1A-02D2-257E-3726-209EE6DDEB08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481309" y="5671252"/>
            <a:ext cx="3059829" cy="0"/>
          </a:xfrm>
          <a:prstGeom prst="line">
            <a:avLst/>
          </a:prstGeom>
          <a:ln w="12700">
            <a:solidFill>
              <a:schemeClr val="tx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574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C9D30-F73E-C53F-8E69-C88C9A41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 Infographic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127227-7F29-85B6-6A1E-D0B81D2AD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F35665FE-94A3-A47F-4697-C9A5B9F042ED}"/>
              </a:ext>
            </a:extLst>
          </p:cNvPr>
          <p:cNvSpPr txBox="1">
            <a:spLocks/>
          </p:cNvSpPr>
          <p:nvPr/>
        </p:nvSpPr>
        <p:spPr>
          <a:xfrm>
            <a:off x="7228246" y="1483828"/>
            <a:ext cx="4392735" cy="121243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tx1"/>
                </a:solidFill>
              </a:rPr>
              <a:t>Lorem ipsum dolor sit </a:t>
            </a:r>
            <a:r>
              <a:rPr lang="en-US" sz="1600" dirty="0" err="1">
                <a:solidFill>
                  <a:schemeClr val="tx1"/>
                </a:solidFill>
              </a:rPr>
              <a:t>amet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consectetur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adipiscing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elit</a:t>
            </a:r>
            <a:r>
              <a:rPr lang="en-US" sz="1600" dirty="0">
                <a:solidFill>
                  <a:schemeClr val="tx1"/>
                </a:solidFill>
              </a:rPr>
              <a:t>. Morbi vel </a:t>
            </a:r>
            <a:r>
              <a:rPr lang="en-US" sz="1600" dirty="0" err="1">
                <a:solidFill>
                  <a:schemeClr val="tx1"/>
                </a:solidFill>
              </a:rPr>
              <a:t>malesuada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nunc</a:t>
            </a:r>
            <a:r>
              <a:rPr lang="en-US" sz="1600" dirty="0">
                <a:solidFill>
                  <a:schemeClr val="tx1"/>
                </a:solidFill>
              </a:rPr>
              <a:t>. Lorem ipsum dolor sit </a:t>
            </a:r>
            <a:r>
              <a:rPr lang="en-US" sz="1600" dirty="0" err="1">
                <a:solidFill>
                  <a:schemeClr val="tx1"/>
                </a:solidFill>
              </a:rPr>
              <a:t>amet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consectetur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adipiscing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elit</a:t>
            </a:r>
            <a:r>
              <a:rPr lang="en-US" sz="1600" dirty="0">
                <a:solidFill>
                  <a:schemeClr val="tx1"/>
                </a:solidFill>
              </a:rPr>
              <a:t>. Morbi vel </a:t>
            </a:r>
            <a:r>
              <a:rPr lang="en-US" sz="1600" dirty="0" err="1">
                <a:solidFill>
                  <a:schemeClr val="tx1"/>
                </a:solidFill>
              </a:rPr>
              <a:t>malesuada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nunc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7E0903B-AADE-6F83-6CCB-6A0F8B012AB6}"/>
              </a:ext>
            </a:extLst>
          </p:cNvPr>
          <p:cNvSpPr txBox="1">
            <a:spLocks/>
          </p:cNvSpPr>
          <p:nvPr/>
        </p:nvSpPr>
        <p:spPr>
          <a:xfrm>
            <a:off x="5638310" y="1766877"/>
            <a:ext cx="1487309" cy="6463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accent1"/>
                </a:solidFill>
              </a:rPr>
              <a:t>XX%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894B58-816C-54B0-A357-212C04535018}"/>
              </a:ext>
            </a:extLst>
          </p:cNvPr>
          <p:cNvSpPr/>
          <p:nvPr/>
        </p:nvSpPr>
        <p:spPr>
          <a:xfrm>
            <a:off x="467810" y="1531108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C16700-FAFF-2788-C50B-56B18A4E1E87}"/>
              </a:ext>
            </a:extLst>
          </p:cNvPr>
          <p:cNvSpPr/>
          <p:nvPr/>
        </p:nvSpPr>
        <p:spPr>
          <a:xfrm>
            <a:off x="467810" y="176664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B8FD2FE-C792-D217-674D-E22A4942CCD3}"/>
              </a:ext>
            </a:extLst>
          </p:cNvPr>
          <p:cNvSpPr/>
          <p:nvPr/>
        </p:nvSpPr>
        <p:spPr>
          <a:xfrm>
            <a:off x="467810" y="2002191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B997968-480F-9EAD-1825-9AC9EB4558D0}"/>
              </a:ext>
            </a:extLst>
          </p:cNvPr>
          <p:cNvSpPr/>
          <p:nvPr/>
        </p:nvSpPr>
        <p:spPr>
          <a:xfrm>
            <a:off x="467810" y="22377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BDDDD77-49A1-B075-F2F4-2B48A92A1E25}"/>
              </a:ext>
            </a:extLst>
          </p:cNvPr>
          <p:cNvSpPr/>
          <p:nvPr/>
        </p:nvSpPr>
        <p:spPr>
          <a:xfrm>
            <a:off x="467810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D9670D0-90FD-8D12-C45D-5C8B31944301}"/>
              </a:ext>
            </a:extLst>
          </p:cNvPr>
          <p:cNvSpPr/>
          <p:nvPr/>
        </p:nvSpPr>
        <p:spPr>
          <a:xfrm>
            <a:off x="2991792" y="153110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23B09EE-AABC-16BA-CA4A-C566343155CB}"/>
              </a:ext>
            </a:extLst>
          </p:cNvPr>
          <p:cNvSpPr/>
          <p:nvPr/>
        </p:nvSpPr>
        <p:spPr>
          <a:xfrm>
            <a:off x="2991792" y="1766650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D87C628-4308-162D-CED5-4CDED37B9993}"/>
              </a:ext>
            </a:extLst>
          </p:cNvPr>
          <p:cNvSpPr/>
          <p:nvPr/>
        </p:nvSpPr>
        <p:spPr>
          <a:xfrm>
            <a:off x="2991792" y="2002192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5044374-77F1-9C79-E6D5-45B4BB058A77}"/>
              </a:ext>
            </a:extLst>
          </p:cNvPr>
          <p:cNvSpPr/>
          <p:nvPr/>
        </p:nvSpPr>
        <p:spPr>
          <a:xfrm>
            <a:off x="2991792" y="223773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228B745-10FC-D0A3-E834-18B8243A1998}"/>
              </a:ext>
            </a:extLst>
          </p:cNvPr>
          <p:cNvSpPr/>
          <p:nvPr/>
        </p:nvSpPr>
        <p:spPr>
          <a:xfrm>
            <a:off x="2991792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A632DE9-C106-74D1-6DED-2E4B5BF8F471}"/>
              </a:ext>
            </a:extLst>
          </p:cNvPr>
          <p:cNvSpPr/>
          <p:nvPr/>
        </p:nvSpPr>
        <p:spPr>
          <a:xfrm>
            <a:off x="720208" y="1531108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5BC9188-3CFB-DCE0-74A4-A80E80A25E28}"/>
              </a:ext>
            </a:extLst>
          </p:cNvPr>
          <p:cNvSpPr/>
          <p:nvPr/>
        </p:nvSpPr>
        <p:spPr>
          <a:xfrm>
            <a:off x="720208" y="176664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4288360-E355-B8D0-1A36-AA8E1C6C0D0E}"/>
              </a:ext>
            </a:extLst>
          </p:cNvPr>
          <p:cNvSpPr/>
          <p:nvPr/>
        </p:nvSpPr>
        <p:spPr>
          <a:xfrm>
            <a:off x="720208" y="2002191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C054260-213E-1092-CAB8-D70D942AA9F6}"/>
              </a:ext>
            </a:extLst>
          </p:cNvPr>
          <p:cNvSpPr/>
          <p:nvPr/>
        </p:nvSpPr>
        <p:spPr>
          <a:xfrm>
            <a:off x="720208" y="22377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C190FDD-947A-173E-9AEF-3C63AF9F5440}"/>
              </a:ext>
            </a:extLst>
          </p:cNvPr>
          <p:cNvSpPr/>
          <p:nvPr/>
        </p:nvSpPr>
        <p:spPr>
          <a:xfrm>
            <a:off x="720208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3DAE2B2-AC8D-A503-9007-ABB06253E173}"/>
              </a:ext>
            </a:extLst>
          </p:cNvPr>
          <p:cNvSpPr/>
          <p:nvPr/>
        </p:nvSpPr>
        <p:spPr>
          <a:xfrm>
            <a:off x="3244190" y="153110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23D6532-235F-0EC1-9E4B-89A101980F4B}"/>
              </a:ext>
            </a:extLst>
          </p:cNvPr>
          <p:cNvSpPr/>
          <p:nvPr/>
        </p:nvSpPr>
        <p:spPr>
          <a:xfrm>
            <a:off x="3244190" y="1766650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D84B60D-7CAF-5490-8CB3-391A406FF8EC}"/>
              </a:ext>
            </a:extLst>
          </p:cNvPr>
          <p:cNvSpPr/>
          <p:nvPr/>
        </p:nvSpPr>
        <p:spPr>
          <a:xfrm>
            <a:off x="3244190" y="2002192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953B11F-D8BD-3445-0216-A4F1D64DA847}"/>
              </a:ext>
            </a:extLst>
          </p:cNvPr>
          <p:cNvSpPr/>
          <p:nvPr/>
        </p:nvSpPr>
        <p:spPr>
          <a:xfrm>
            <a:off x="3244190" y="223773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3217647-6538-5C05-D4B3-B3A8369C69E2}"/>
              </a:ext>
            </a:extLst>
          </p:cNvPr>
          <p:cNvSpPr/>
          <p:nvPr/>
        </p:nvSpPr>
        <p:spPr>
          <a:xfrm>
            <a:off x="3244190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02824BD-AE9F-F6A6-13F3-12DAC1014CE7}"/>
              </a:ext>
            </a:extLst>
          </p:cNvPr>
          <p:cNvSpPr/>
          <p:nvPr/>
        </p:nvSpPr>
        <p:spPr>
          <a:xfrm>
            <a:off x="972607" y="1531108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EF1EEDD-769F-AA8E-6A41-21659AACBD00}"/>
              </a:ext>
            </a:extLst>
          </p:cNvPr>
          <p:cNvSpPr/>
          <p:nvPr/>
        </p:nvSpPr>
        <p:spPr>
          <a:xfrm>
            <a:off x="972607" y="176664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AAAC5E8-F2F3-58E4-52CC-4D9367642E3F}"/>
              </a:ext>
            </a:extLst>
          </p:cNvPr>
          <p:cNvSpPr/>
          <p:nvPr/>
        </p:nvSpPr>
        <p:spPr>
          <a:xfrm>
            <a:off x="972607" y="2002191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EA99D22-6366-28D1-0A26-D66536350373}"/>
              </a:ext>
            </a:extLst>
          </p:cNvPr>
          <p:cNvSpPr/>
          <p:nvPr/>
        </p:nvSpPr>
        <p:spPr>
          <a:xfrm>
            <a:off x="972607" y="22377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C275AE6-84E2-A401-D74C-881473A2CE7B}"/>
              </a:ext>
            </a:extLst>
          </p:cNvPr>
          <p:cNvSpPr/>
          <p:nvPr/>
        </p:nvSpPr>
        <p:spPr>
          <a:xfrm>
            <a:off x="972607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47719C4-74F3-400A-2CA8-6D8946B65F4B}"/>
              </a:ext>
            </a:extLst>
          </p:cNvPr>
          <p:cNvSpPr/>
          <p:nvPr/>
        </p:nvSpPr>
        <p:spPr>
          <a:xfrm>
            <a:off x="3496588" y="153110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19F6105-108F-85C1-222E-20D8FEC39282}"/>
              </a:ext>
            </a:extLst>
          </p:cNvPr>
          <p:cNvSpPr/>
          <p:nvPr/>
        </p:nvSpPr>
        <p:spPr>
          <a:xfrm>
            <a:off x="3496588" y="1766650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034F276-2EA8-D92B-4584-8B0E83934EE9}"/>
              </a:ext>
            </a:extLst>
          </p:cNvPr>
          <p:cNvSpPr/>
          <p:nvPr/>
        </p:nvSpPr>
        <p:spPr>
          <a:xfrm>
            <a:off x="3496588" y="2002192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38EB1B8-9396-6B3E-A595-D8D50CAECC5E}"/>
              </a:ext>
            </a:extLst>
          </p:cNvPr>
          <p:cNvSpPr/>
          <p:nvPr/>
        </p:nvSpPr>
        <p:spPr>
          <a:xfrm>
            <a:off x="3496588" y="223773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EACEC32-F133-8755-6FE1-FBD53D53491F}"/>
              </a:ext>
            </a:extLst>
          </p:cNvPr>
          <p:cNvSpPr/>
          <p:nvPr/>
        </p:nvSpPr>
        <p:spPr>
          <a:xfrm>
            <a:off x="3496588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D5834B8-F483-570B-45F5-AC3510A159B8}"/>
              </a:ext>
            </a:extLst>
          </p:cNvPr>
          <p:cNvSpPr/>
          <p:nvPr/>
        </p:nvSpPr>
        <p:spPr>
          <a:xfrm>
            <a:off x="1225005" y="1531108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2469D43-F428-1431-ADE4-034184143EF0}"/>
              </a:ext>
            </a:extLst>
          </p:cNvPr>
          <p:cNvSpPr/>
          <p:nvPr/>
        </p:nvSpPr>
        <p:spPr>
          <a:xfrm>
            <a:off x="1225005" y="176664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5D659BD1-2729-1B5F-26F2-C5A65AA41DA0}"/>
              </a:ext>
            </a:extLst>
          </p:cNvPr>
          <p:cNvSpPr/>
          <p:nvPr/>
        </p:nvSpPr>
        <p:spPr>
          <a:xfrm>
            <a:off x="1225005" y="2002191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4E5DDBB-4F71-B582-B9E7-C968BD4EE66D}"/>
              </a:ext>
            </a:extLst>
          </p:cNvPr>
          <p:cNvSpPr/>
          <p:nvPr/>
        </p:nvSpPr>
        <p:spPr>
          <a:xfrm>
            <a:off x="1225005" y="22377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FFEE2D5D-8EAA-EE72-91C5-076FFC0CE0DB}"/>
              </a:ext>
            </a:extLst>
          </p:cNvPr>
          <p:cNvSpPr/>
          <p:nvPr/>
        </p:nvSpPr>
        <p:spPr>
          <a:xfrm>
            <a:off x="1225005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5D303C5-C550-5EEF-6EFA-19F4DA9DB64A}"/>
              </a:ext>
            </a:extLst>
          </p:cNvPr>
          <p:cNvSpPr/>
          <p:nvPr/>
        </p:nvSpPr>
        <p:spPr>
          <a:xfrm>
            <a:off x="3748986" y="153110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97C4658-9EAE-872C-CB2B-6A6DB0341CAA}"/>
              </a:ext>
            </a:extLst>
          </p:cNvPr>
          <p:cNvSpPr/>
          <p:nvPr/>
        </p:nvSpPr>
        <p:spPr>
          <a:xfrm>
            <a:off x="3748986" y="1766650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025EDC7E-E4EE-9EB0-DCD0-72E0CF50F413}"/>
              </a:ext>
            </a:extLst>
          </p:cNvPr>
          <p:cNvSpPr/>
          <p:nvPr/>
        </p:nvSpPr>
        <p:spPr>
          <a:xfrm>
            <a:off x="3748986" y="2002192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DC46F300-85D7-2863-F6D1-499420FC0994}"/>
              </a:ext>
            </a:extLst>
          </p:cNvPr>
          <p:cNvSpPr/>
          <p:nvPr/>
        </p:nvSpPr>
        <p:spPr>
          <a:xfrm>
            <a:off x="3748986" y="223773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16943A5-B8E3-4637-6460-60E4F58EC696}"/>
              </a:ext>
            </a:extLst>
          </p:cNvPr>
          <p:cNvSpPr/>
          <p:nvPr/>
        </p:nvSpPr>
        <p:spPr>
          <a:xfrm>
            <a:off x="3748986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FDFEDF8-C88F-A581-300C-798540ECB000}"/>
              </a:ext>
            </a:extLst>
          </p:cNvPr>
          <p:cNvSpPr/>
          <p:nvPr/>
        </p:nvSpPr>
        <p:spPr>
          <a:xfrm>
            <a:off x="1477403" y="1531108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A4E8E1B-F114-DEEB-2C6D-1A918ACCF9B7}"/>
              </a:ext>
            </a:extLst>
          </p:cNvPr>
          <p:cNvSpPr/>
          <p:nvPr/>
        </p:nvSpPr>
        <p:spPr>
          <a:xfrm>
            <a:off x="1477403" y="176664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1B67C1D-FBCE-AF03-73FA-E448BAF8A61E}"/>
              </a:ext>
            </a:extLst>
          </p:cNvPr>
          <p:cNvSpPr/>
          <p:nvPr/>
        </p:nvSpPr>
        <p:spPr>
          <a:xfrm>
            <a:off x="1477403" y="2002191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B8D43C8A-F729-3572-1760-DC79BE09C20F}"/>
              </a:ext>
            </a:extLst>
          </p:cNvPr>
          <p:cNvSpPr/>
          <p:nvPr/>
        </p:nvSpPr>
        <p:spPr>
          <a:xfrm>
            <a:off x="1477403" y="22377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D597D0D1-0E22-D8C9-0472-98EB686BBC31}"/>
              </a:ext>
            </a:extLst>
          </p:cNvPr>
          <p:cNvSpPr/>
          <p:nvPr/>
        </p:nvSpPr>
        <p:spPr>
          <a:xfrm>
            <a:off x="1477403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3DCEE1AA-3F45-81EF-D411-8FFE2FCF63FA}"/>
              </a:ext>
            </a:extLst>
          </p:cNvPr>
          <p:cNvSpPr/>
          <p:nvPr/>
        </p:nvSpPr>
        <p:spPr>
          <a:xfrm>
            <a:off x="4001385" y="153110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56262E2C-506B-C5BA-8E64-04A3B83ECF0A}"/>
              </a:ext>
            </a:extLst>
          </p:cNvPr>
          <p:cNvSpPr/>
          <p:nvPr/>
        </p:nvSpPr>
        <p:spPr>
          <a:xfrm>
            <a:off x="4001385" y="1766650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8231B70-D16A-4865-1A46-58E6802D0A29}"/>
              </a:ext>
            </a:extLst>
          </p:cNvPr>
          <p:cNvSpPr/>
          <p:nvPr/>
        </p:nvSpPr>
        <p:spPr>
          <a:xfrm>
            <a:off x="4001385" y="2002192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71A0E9CC-A5F1-EB80-AA2F-EDB3927E0B07}"/>
              </a:ext>
            </a:extLst>
          </p:cNvPr>
          <p:cNvSpPr/>
          <p:nvPr/>
        </p:nvSpPr>
        <p:spPr>
          <a:xfrm>
            <a:off x="4001385" y="223773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140A7B7-DBA8-3CBD-04C9-32166ADD5CC9}"/>
              </a:ext>
            </a:extLst>
          </p:cNvPr>
          <p:cNvSpPr/>
          <p:nvPr/>
        </p:nvSpPr>
        <p:spPr>
          <a:xfrm>
            <a:off x="4001385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F0771F80-DA42-D2A1-AB61-8D6F474CC9C1}"/>
              </a:ext>
            </a:extLst>
          </p:cNvPr>
          <p:cNvSpPr/>
          <p:nvPr/>
        </p:nvSpPr>
        <p:spPr>
          <a:xfrm>
            <a:off x="1729801" y="1531108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74DBDA76-0AFA-85B6-77C6-347670CF4478}"/>
              </a:ext>
            </a:extLst>
          </p:cNvPr>
          <p:cNvSpPr/>
          <p:nvPr/>
        </p:nvSpPr>
        <p:spPr>
          <a:xfrm>
            <a:off x="1729801" y="176664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12374AA7-7993-C1C3-BEB4-E54D922E35FD}"/>
              </a:ext>
            </a:extLst>
          </p:cNvPr>
          <p:cNvSpPr/>
          <p:nvPr/>
        </p:nvSpPr>
        <p:spPr>
          <a:xfrm>
            <a:off x="1729801" y="2002191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06FFA5BE-4C77-DD0B-D74F-A9F42734FC22}"/>
              </a:ext>
            </a:extLst>
          </p:cNvPr>
          <p:cNvSpPr/>
          <p:nvPr/>
        </p:nvSpPr>
        <p:spPr>
          <a:xfrm>
            <a:off x="1729801" y="22377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19B743E5-427E-832D-50C1-9802B4686FD8}"/>
              </a:ext>
            </a:extLst>
          </p:cNvPr>
          <p:cNvSpPr/>
          <p:nvPr/>
        </p:nvSpPr>
        <p:spPr>
          <a:xfrm>
            <a:off x="1729801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12801AFD-C5D2-BF68-003A-8FD254D64777}"/>
              </a:ext>
            </a:extLst>
          </p:cNvPr>
          <p:cNvSpPr/>
          <p:nvPr/>
        </p:nvSpPr>
        <p:spPr>
          <a:xfrm>
            <a:off x="4253783" y="153110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634F9E0B-F08B-AD0A-A2CC-C74D3AC70885}"/>
              </a:ext>
            </a:extLst>
          </p:cNvPr>
          <p:cNvSpPr/>
          <p:nvPr/>
        </p:nvSpPr>
        <p:spPr>
          <a:xfrm>
            <a:off x="4253783" y="1766650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BF705EB8-DC39-6108-C25E-C18F9701404C}"/>
              </a:ext>
            </a:extLst>
          </p:cNvPr>
          <p:cNvSpPr/>
          <p:nvPr/>
        </p:nvSpPr>
        <p:spPr>
          <a:xfrm>
            <a:off x="4253783" y="2002192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657CFBC4-A96A-1033-ADD1-03C1DA0E8B18}"/>
              </a:ext>
            </a:extLst>
          </p:cNvPr>
          <p:cNvSpPr/>
          <p:nvPr/>
        </p:nvSpPr>
        <p:spPr>
          <a:xfrm>
            <a:off x="4253783" y="223773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D2C76515-A80B-E12B-886F-814EFC772AA9}"/>
              </a:ext>
            </a:extLst>
          </p:cNvPr>
          <p:cNvSpPr/>
          <p:nvPr/>
        </p:nvSpPr>
        <p:spPr>
          <a:xfrm>
            <a:off x="4253783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1E399DE9-D20E-3F42-FE46-981EB7BAC6CF}"/>
              </a:ext>
            </a:extLst>
          </p:cNvPr>
          <p:cNvSpPr/>
          <p:nvPr/>
        </p:nvSpPr>
        <p:spPr>
          <a:xfrm>
            <a:off x="1982200" y="1531108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CC60D916-94D9-EEA1-361E-ABD60898B50A}"/>
              </a:ext>
            </a:extLst>
          </p:cNvPr>
          <p:cNvSpPr/>
          <p:nvPr/>
        </p:nvSpPr>
        <p:spPr>
          <a:xfrm>
            <a:off x="1982200" y="176664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74BCABB6-9ACA-61CB-B825-DBA03A3F2679}"/>
              </a:ext>
            </a:extLst>
          </p:cNvPr>
          <p:cNvSpPr/>
          <p:nvPr/>
        </p:nvSpPr>
        <p:spPr>
          <a:xfrm>
            <a:off x="1982200" y="2002191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6322836D-CFA0-4869-BC1E-EBE08AA755D5}"/>
              </a:ext>
            </a:extLst>
          </p:cNvPr>
          <p:cNvSpPr/>
          <p:nvPr/>
        </p:nvSpPr>
        <p:spPr>
          <a:xfrm>
            <a:off x="1982200" y="22377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99DEC85A-0107-0214-46B7-767AE149F654}"/>
              </a:ext>
            </a:extLst>
          </p:cNvPr>
          <p:cNvSpPr/>
          <p:nvPr/>
        </p:nvSpPr>
        <p:spPr>
          <a:xfrm>
            <a:off x="1982200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E9862E81-7AEB-3A33-BDD5-4B172E1E5E1F}"/>
              </a:ext>
            </a:extLst>
          </p:cNvPr>
          <p:cNvSpPr/>
          <p:nvPr/>
        </p:nvSpPr>
        <p:spPr>
          <a:xfrm>
            <a:off x="4506181" y="153110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75C05CF6-0E8F-86C0-E6B5-FFA6A6602E37}"/>
              </a:ext>
            </a:extLst>
          </p:cNvPr>
          <p:cNvSpPr/>
          <p:nvPr/>
        </p:nvSpPr>
        <p:spPr>
          <a:xfrm>
            <a:off x="4506181" y="1766650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36BCF6B9-AF5B-6B09-4B26-F8CF89B4A564}"/>
              </a:ext>
            </a:extLst>
          </p:cNvPr>
          <p:cNvSpPr/>
          <p:nvPr/>
        </p:nvSpPr>
        <p:spPr>
          <a:xfrm>
            <a:off x="4506181" y="2002192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4F87007B-8373-FE6F-65AC-0E7D6AD1EFAA}"/>
              </a:ext>
            </a:extLst>
          </p:cNvPr>
          <p:cNvSpPr/>
          <p:nvPr/>
        </p:nvSpPr>
        <p:spPr>
          <a:xfrm>
            <a:off x="4506181" y="223773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3F1D5D16-641D-0F6C-0EAF-B21059B048B9}"/>
              </a:ext>
            </a:extLst>
          </p:cNvPr>
          <p:cNvSpPr/>
          <p:nvPr/>
        </p:nvSpPr>
        <p:spPr>
          <a:xfrm>
            <a:off x="4506181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AF006751-7304-82D0-B515-BDC9AB0DBAE0}"/>
              </a:ext>
            </a:extLst>
          </p:cNvPr>
          <p:cNvSpPr/>
          <p:nvPr/>
        </p:nvSpPr>
        <p:spPr>
          <a:xfrm>
            <a:off x="2234598" y="1531108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99716E0A-07F6-7C86-9AE2-21C338A82F17}"/>
              </a:ext>
            </a:extLst>
          </p:cNvPr>
          <p:cNvSpPr/>
          <p:nvPr/>
        </p:nvSpPr>
        <p:spPr>
          <a:xfrm>
            <a:off x="2234598" y="176664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C85D6A58-75A5-A3B2-87B6-465D7C92F1AC}"/>
              </a:ext>
            </a:extLst>
          </p:cNvPr>
          <p:cNvSpPr/>
          <p:nvPr/>
        </p:nvSpPr>
        <p:spPr>
          <a:xfrm>
            <a:off x="2234598" y="2002191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3D53989A-4CE8-BA45-CE25-2244DC6291F2}"/>
              </a:ext>
            </a:extLst>
          </p:cNvPr>
          <p:cNvSpPr/>
          <p:nvPr/>
        </p:nvSpPr>
        <p:spPr>
          <a:xfrm>
            <a:off x="2234598" y="22377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4B6E3D4B-5A2E-8939-9E05-35B31F46D9D1}"/>
              </a:ext>
            </a:extLst>
          </p:cNvPr>
          <p:cNvSpPr/>
          <p:nvPr/>
        </p:nvSpPr>
        <p:spPr>
          <a:xfrm>
            <a:off x="2234598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0F76CE83-7B19-40CB-E0AB-91BF817956A3}"/>
              </a:ext>
            </a:extLst>
          </p:cNvPr>
          <p:cNvSpPr/>
          <p:nvPr/>
        </p:nvSpPr>
        <p:spPr>
          <a:xfrm>
            <a:off x="4758579" y="153110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0764D4DD-F493-95FC-5368-609222E823AD}"/>
              </a:ext>
            </a:extLst>
          </p:cNvPr>
          <p:cNvSpPr/>
          <p:nvPr/>
        </p:nvSpPr>
        <p:spPr>
          <a:xfrm>
            <a:off x="4758579" y="1766650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8465AB70-0F7B-3715-A264-303C034EFC3F}"/>
              </a:ext>
            </a:extLst>
          </p:cNvPr>
          <p:cNvSpPr/>
          <p:nvPr/>
        </p:nvSpPr>
        <p:spPr>
          <a:xfrm>
            <a:off x="4758579" y="200219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6E840241-A0E7-2961-819C-D271034B98AA}"/>
              </a:ext>
            </a:extLst>
          </p:cNvPr>
          <p:cNvSpPr/>
          <p:nvPr/>
        </p:nvSpPr>
        <p:spPr>
          <a:xfrm>
            <a:off x="4758579" y="223773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E7D953F4-ECF8-B1DD-9D3C-6EA9148D10E4}"/>
              </a:ext>
            </a:extLst>
          </p:cNvPr>
          <p:cNvSpPr/>
          <p:nvPr/>
        </p:nvSpPr>
        <p:spPr>
          <a:xfrm>
            <a:off x="4758579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741B52F2-93BF-1FB0-6B5B-2A5043AE0F58}"/>
              </a:ext>
            </a:extLst>
          </p:cNvPr>
          <p:cNvSpPr/>
          <p:nvPr/>
        </p:nvSpPr>
        <p:spPr>
          <a:xfrm>
            <a:off x="2486996" y="1531108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DBE75C14-1B8A-758C-A1A8-65276308B5AA}"/>
              </a:ext>
            </a:extLst>
          </p:cNvPr>
          <p:cNvSpPr/>
          <p:nvPr/>
        </p:nvSpPr>
        <p:spPr>
          <a:xfrm>
            <a:off x="2486996" y="176664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0A6BE0EE-73E6-11D1-730A-325EDD3FECF2}"/>
              </a:ext>
            </a:extLst>
          </p:cNvPr>
          <p:cNvSpPr/>
          <p:nvPr/>
        </p:nvSpPr>
        <p:spPr>
          <a:xfrm>
            <a:off x="2486996" y="2002191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410147B3-D34D-0089-04BE-3FF38CBECD34}"/>
              </a:ext>
            </a:extLst>
          </p:cNvPr>
          <p:cNvSpPr/>
          <p:nvPr/>
        </p:nvSpPr>
        <p:spPr>
          <a:xfrm>
            <a:off x="2486996" y="22377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402753CA-BB61-6E42-6FED-156C75F1F8D7}"/>
              </a:ext>
            </a:extLst>
          </p:cNvPr>
          <p:cNvSpPr/>
          <p:nvPr/>
        </p:nvSpPr>
        <p:spPr>
          <a:xfrm>
            <a:off x="2486996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BAB2B3D9-F23A-F470-A954-03233171855C}"/>
              </a:ext>
            </a:extLst>
          </p:cNvPr>
          <p:cNvSpPr/>
          <p:nvPr/>
        </p:nvSpPr>
        <p:spPr>
          <a:xfrm>
            <a:off x="5010978" y="153110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217BE2AA-1849-22CD-159F-6E1924AED7D4}"/>
              </a:ext>
            </a:extLst>
          </p:cNvPr>
          <p:cNvSpPr/>
          <p:nvPr/>
        </p:nvSpPr>
        <p:spPr>
          <a:xfrm>
            <a:off x="5010978" y="1766650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8B81D19F-4F12-1635-3EAB-96DD4CCC2BF2}"/>
              </a:ext>
            </a:extLst>
          </p:cNvPr>
          <p:cNvSpPr/>
          <p:nvPr/>
        </p:nvSpPr>
        <p:spPr>
          <a:xfrm>
            <a:off x="5010978" y="200219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0C56DC6F-0FF9-F0AF-62C2-BBEBB8682CED}"/>
              </a:ext>
            </a:extLst>
          </p:cNvPr>
          <p:cNvSpPr/>
          <p:nvPr/>
        </p:nvSpPr>
        <p:spPr>
          <a:xfrm>
            <a:off x="5010978" y="223773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32B4380E-5877-8C86-6628-637BAD018B87}"/>
              </a:ext>
            </a:extLst>
          </p:cNvPr>
          <p:cNvSpPr/>
          <p:nvPr/>
        </p:nvSpPr>
        <p:spPr>
          <a:xfrm>
            <a:off x="5010978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97194C96-513A-FD5E-9DBF-A6386F88F1E8}"/>
              </a:ext>
            </a:extLst>
          </p:cNvPr>
          <p:cNvSpPr/>
          <p:nvPr/>
        </p:nvSpPr>
        <p:spPr>
          <a:xfrm>
            <a:off x="2739394" y="1531108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B91DF118-DE44-B44E-980D-88241808EF5D}"/>
              </a:ext>
            </a:extLst>
          </p:cNvPr>
          <p:cNvSpPr/>
          <p:nvPr/>
        </p:nvSpPr>
        <p:spPr>
          <a:xfrm>
            <a:off x="2739394" y="176664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3F1E02B-81B7-8BCB-DCDE-DFDCA1A95336}"/>
              </a:ext>
            </a:extLst>
          </p:cNvPr>
          <p:cNvSpPr/>
          <p:nvPr/>
        </p:nvSpPr>
        <p:spPr>
          <a:xfrm>
            <a:off x="2739394" y="2002191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ABE5B09C-7095-051A-FE9E-80D6C1395EE7}"/>
              </a:ext>
            </a:extLst>
          </p:cNvPr>
          <p:cNvSpPr/>
          <p:nvPr/>
        </p:nvSpPr>
        <p:spPr>
          <a:xfrm>
            <a:off x="2739394" y="22377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22D14D5E-0753-2A00-206E-1B33FC528B7F}"/>
              </a:ext>
            </a:extLst>
          </p:cNvPr>
          <p:cNvSpPr/>
          <p:nvPr/>
        </p:nvSpPr>
        <p:spPr>
          <a:xfrm>
            <a:off x="2739394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57DB879D-B1F8-B7A2-4EC0-5D7A66824B0F}"/>
              </a:ext>
            </a:extLst>
          </p:cNvPr>
          <p:cNvSpPr/>
          <p:nvPr/>
        </p:nvSpPr>
        <p:spPr>
          <a:xfrm>
            <a:off x="5263375" y="1531109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3C498DE4-CADC-86A9-037F-888A88A3A03C}"/>
              </a:ext>
            </a:extLst>
          </p:cNvPr>
          <p:cNvSpPr/>
          <p:nvPr/>
        </p:nvSpPr>
        <p:spPr>
          <a:xfrm>
            <a:off x="5263375" y="1766650"/>
            <a:ext cx="175706" cy="175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A01F31DD-DF0B-98F1-ABD8-CCE465A3F16C}"/>
              </a:ext>
            </a:extLst>
          </p:cNvPr>
          <p:cNvSpPr/>
          <p:nvPr/>
        </p:nvSpPr>
        <p:spPr>
          <a:xfrm>
            <a:off x="5263375" y="200219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94F2B602-67AD-35C2-460A-A242AD1CF855}"/>
              </a:ext>
            </a:extLst>
          </p:cNvPr>
          <p:cNvSpPr/>
          <p:nvPr/>
        </p:nvSpPr>
        <p:spPr>
          <a:xfrm>
            <a:off x="5263375" y="223773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8F6FF520-0A80-17A8-7CA5-D9208F98255E}"/>
              </a:ext>
            </a:extLst>
          </p:cNvPr>
          <p:cNvSpPr/>
          <p:nvPr/>
        </p:nvSpPr>
        <p:spPr>
          <a:xfrm>
            <a:off x="5263375" y="24732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9" name="Text Placeholder 14">
            <a:extLst>
              <a:ext uri="{FF2B5EF4-FFF2-40B4-BE49-F238E27FC236}">
                <a16:creationId xmlns:a16="http://schemas.microsoft.com/office/drawing/2014/main" id="{A528B99D-6ECA-76B3-6DFA-B46D08109524}"/>
              </a:ext>
            </a:extLst>
          </p:cNvPr>
          <p:cNvSpPr txBox="1">
            <a:spLocks/>
          </p:cNvSpPr>
          <p:nvPr/>
        </p:nvSpPr>
        <p:spPr>
          <a:xfrm>
            <a:off x="7228246" y="3051968"/>
            <a:ext cx="4392735" cy="121243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tx1"/>
                </a:solidFill>
              </a:rPr>
              <a:t>Lorem ipsum dolor sit </a:t>
            </a:r>
            <a:r>
              <a:rPr lang="en-US" sz="1600" dirty="0" err="1">
                <a:solidFill>
                  <a:schemeClr val="tx1"/>
                </a:solidFill>
              </a:rPr>
              <a:t>amet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consectetur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adipiscing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elit</a:t>
            </a:r>
            <a:r>
              <a:rPr lang="en-US" sz="1600" dirty="0">
                <a:solidFill>
                  <a:schemeClr val="tx1"/>
                </a:solidFill>
              </a:rPr>
              <a:t>. Morbi vel </a:t>
            </a:r>
            <a:r>
              <a:rPr lang="en-US" sz="1600" dirty="0" err="1">
                <a:solidFill>
                  <a:schemeClr val="tx1"/>
                </a:solidFill>
              </a:rPr>
              <a:t>malesuada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nunc</a:t>
            </a:r>
            <a:r>
              <a:rPr lang="en-US" sz="1600" dirty="0">
                <a:solidFill>
                  <a:schemeClr val="tx1"/>
                </a:solidFill>
              </a:rPr>
              <a:t>. Lorem ipsum dolor sit </a:t>
            </a:r>
            <a:r>
              <a:rPr lang="en-US" sz="1600" dirty="0" err="1">
                <a:solidFill>
                  <a:schemeClr val="tx1"/>
                </a:solidFill>
              </a:rPr>
              <a:t>amet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consectetur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adipiscing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elit</a:t>
            </a:r>
            <a:r>
              <a:rPr lang="en-US" sz="1600" dirty="0">
                <a:solidFill>
                  <a:schemeClr val="tx1"/>
                </a:solidFill>
              </a:rPr>
              <a:t>. Morbi vel </a:t>
            </a:r>
            <a:r>
              <a:rPr lang="en-US" sz="1600" dirty="0" err="1">
                <a:solidFill>
                  <a:schemeClr val="tx1"/>
                </a:solidFill>
              </a:rPr>
              <a:t>malesuada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nunc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11" name="Text Placeholder 14">
            <a:extLst>
              <a:ext uri="{FF2B5EF4-FFF2-40B4-BE49-F238E27FC236}">
                <a16:creationId xmlns:a16="http://schemas.microsoft.com/office/drawing/2014/main" id="{1FE80033-BBC0-D346-9BCB-5696D609797E}"/>
              </a:ext>
            </a:extLst>
          </p:cNvPr>
          <p:cNvSpPr txBox="1">
            <a:spLocks/>
          </p:cNvSpPr>
          <p:nvPr/>
        </p:nvSpPr>
        <p:spPr>
          <a:xfrm>
            <a:off x="5638310" y="3335017"/>
            <a:ext cx="1487309" cy="6463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accent5"/>
                </a:solidFill>
              </a:rPr>
              <a:t>XX%</a:t>
            </a:r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60949869-23DF-F283-882E-56C7664D0300}"/>
              </a:ext>
            </a:extLst>
          </p:cNvPr>
          <p:cNvSpPr/>
          <p:nvPr/>
        </p:nvSpPr>
        <p:spPr>
          <a:xfrm>
            <a:off x="467810" y="3099248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BACF7DA4-0F63-7C10-E574-F3E80969E10E}"/>
              </a:ext>
            </a:extLst>
          </p:cNvPr>
          <p:cNvSpPr/>
          <p:nvPr/>
        </p:nvSpPr>
        <p:spPr>
          <a:xfrm>
            <a:off x="467810" y="333478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81098116-A26B-668A-E45E-58EE50FBC475}"/>
              </a:ext>
            </a:extLst>
          </p:cNvPr>
          <p:cNvSpPr/>
          <p:nvPr/>
        </p:nvSpPr>
        <p:spPr>
          <a:xfrm>
            <a:off x="467810" y="3570331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9DD9B31D-87CF-A848-570E-B46A78318764}"/>
              </a:ext>
            </a:extLst>
          </p:cNvPr>
          <p:cNvSpPr/>
          <p:nvPr/>
        </p:nvSpPr>
        <p:spPr>
          <a:xfrm>
            <a:off x="467810" y="380587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7C02A3B5-1B9B-1B77-5D86-9C348CDE5CB3}"/>
              </a:ext>
            </a:extLst>
          </p:cNvPr>
          <p:cNvSpPr/>
          <p:nvPr/>
        </p:nvSpPr>
        <p:spPr>
          <a:xfrm>
            <a:off x="467810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ABC24BDC-49C3-151E-21C7-1970F00CBB17}"/>
              </a:ext>
            </a:extLst>
          </p:cNvPr>
          <p:cNvSpPr/>
          <p:nvPr/>
        </p:nvSpPr>
        <p:spPr>
          <a:xfrm>
            <a:off x="2991792" y="309924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8205B1B3-D3A1-A0CA-9E0D-7A508B4C216B}"/>
              </a:ext>
            </a:extLst>
          </p:cNvPr>
          <p:cNvSpPr/>
          <p:nvPr/>
        </p:nvSpPr>
        <p:spPr>
          <a:xfrm>
            <a:off x="2991792" y="3334790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CE13F829-1404-524D-29B4-DBFD68EF3437}"/>
              </a:ext>
            </a:extLst>
          </p:cNvPr>
          <p:cNvSpPr/>
          <p:nvPr/>
        </p:nvSpPr>
        <p:spPr>
          <a:xfrm>
            <a:off x="2991792" y="35703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FE428736-4354-7E21-32E0-55E1B5777691}"/>
              </a:ext>
            </a:extLst>
          </p:cNvPr>
          <p:cNvSpPr/>
          <p:nvPr/>
        </p:nvSpPr>
        <p:spPr>
          <a:xfrm>
            <a:off x="2991792" y="38058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97BF9463-7362-D3F3-166E-4556C20F60BC}"/>
              </a:ext>
            </a:extLst>
          </p:cNvPr>
          <p:cNvSpPr/>
          <p:nvPr/>
        </p:nvSpPr>
        <p:spPr>
          <a:xfrm>
            <a:off x="2991792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B14159E6-B460-8BEC-E082-2C21D5DF5F0E}"/>
              </a:ext>
            </a:extLst>
          </p:cNvPr>
          <p:cNvSpPr/>
          <p:nvPr/>
        </p:nvSpPr>
        <p:spPr>
          <a:xfrm>
            <a:off x="720208" y="3099248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00DCA170-55FD-D018-8FB9-C72885A85B82}"/>
              </a:ext>
            </a:extLst>
          </p:cNvPr>
          <p:cNvSpPr/>
          <p:nvPr/>
        </p:nvSpPr>
        <p:spPr>
          <a:xfrm>
            <a:off x="720208" y="333478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C00C638F-8A05-1620-8345-710FE01B2F1F}"/>
              </a:ext>
            </a:extLst>
          </p:cNvPr>
          <p:cNvSpPr/>
          <p:nvPr/>
        </p:nvSpPr>
        <p:spPr>
          <a:xfrm>
            <a:off x="720208" y="3570331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5CCCED47-60E1-B996-6DA9-B95514847307}"/>
              </a:ext>
            </a:extLst>
          </p:cNvPr>
          <p:cNvSpPr/>
          <p:nvPr/>
        </p:nvSpPr>
        <p:spPr>
          <a:xfrm>
            <a:off x="720208" y="380587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E006868A-290F-8D9E-A612-EF7C6D84482E}"/>
              </a:ext>
            </a:extLst>
          </p:cNvPr>
          <p:cNvSpPr/>
          <p:nvPr/>
        </p:nvSpPr>
        <p:spPr>
          <a:xfrm>
            <a:off x="720208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48BEFD5F-A8EE-9986-BEAA-1292A3876787}"/>
              </a:ext>
            </a:extLst>
          </p:cNvPr>
          <p:cNvSpPr/>
          <p:nvPr/>
        </p:nvSpPr>
        <p:spPr>
          <a:xfrm>
            <a:off x="3244190" y="309924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6B928D83-8127-0F4B-316E-70990569C9AB}"/>
              </a:ext>
            </a:extLst>
          </p:cNvPr>
          <p:cNvSpPr/>
          <p:nvPr/>
        </p:nvSpPr>
        <p:spPr>
          <a:xfrm>
            <a:off x="3244190" y="3334790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D0964B77-7289-2BB7-3AE8-6EB52C3F2EC4}"/>
              </a:ext>
            </a:extLst>
          </p:cNvPr>
          <p:cNvSpPr/>
          <p:nvPr/>
        </p:nvSpPr>
        <p:spPr>
          <a:xfrm>
            <a:off x="3244190" y="35703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4621C1BF-ED8F-2B5A-A30C-0EF9AE4FC90C}"/>
              </a:ext>
            </a:extLst>
          </p:cNvPr>
          <p:cNvSpPr/>
          <p:nvPr/>
        </p:nvSpPr>
        <p:spPr>
          <a:xfrm>
            <a:off x="3244190" y="38058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D960A869-E618-CC53-06DE-A42EE7593EFB}"/>
              </a:ext>
            </a:extLst>
          </p:cNvPr>
          <p:cNvSpPr/>
          <p:nvPr/>
        </p:nvSpPr>
        <p:spPr>
          <a:xfrm>
            <a:off x="3244190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400DF055-75D3-7EB4-847F-A5C4BF35BE0B}"/>
              </a:ext>
            </a:extLst>
          </p:cNvPr>
          <p:cNvSpPr/>
          <p:nvPr/>
        </p:nvSpPr>
        <p:spPr>
          <a:xfrm>
            <a:off x="972607" y="3099248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117DD909-D3FC-8160-54CF-1B1486774003}"/>
              </a:ext>
            </a:extLst>
          </p:cNvPr>
          <p:cNvSpPr/>
          <p:nvPr/>
        </p:nvSpPr>
        <p:spPr>
          <a:xfrm>
            <a:off x="972607" y="333478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6D298DC1-D509-B78C-3C0A-D4411325B38F}"/>
              </a:ext>
            </a:extLst>
          </p:cNvPr>
          <p:cNvSpPr/>
          <p:nvPr/>
        </p:nvSpPr>
        <p:spPr>
          <a:xfrm>
            <a:off x="972607" y="3570331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89134D47-C643-274C-018D-9EBC472B2754}"/>
              </a:ext>
            </a:extLst>
          </p:cNvPr>
          <p:cNvSpPr/>
          <p:nvPr/>
        </p:nvSpPr>
        <p:spPr>
          <a:xfrm>
            <a:off x="972607" y="380587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BED08860-452D-3DCD-57B9-9D9635F906AB}"/>
              </a:ext>
            </a:extLst>
          </p:cNvPr>
          <p:cNvSpPr/>
          <p:nvPr/>
        </p:nvSpPr>
        <p:spPr>
          <a:xfrm>
            <a:off x="972607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DCE9E1D0-C73C-7C91-CC1F-C37C792BAB71}"/>
              </a:ext>
            </a:extLst>
          </p:cNvPr>
          <p:cNvSpPr/>
          <p:nvPr/>
        </p:nvSpPr>
        <p:spPr>
          <a:xfrm>
            <a:off x="3496588" y="309924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D6CBB22C-3D61-3B67-4ADE-FDE63B4AFF6E}"/>
              </a:ext>
            </a:extLst>
          </p:cNvPr>
          <p:cNvSpPr/>
          <p:nvPr/>
        </p:nvSpPr>
        <p:spPr>
          <a:xfrm>
            <a:off x="3496588" y="3334790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7" name="Oval 266">
            <a:extLst>
              <a:ext uri="{FF2B5EF4-FFF2-40B4-BE49-F238E27FC236}">
                <a16:creationId xmlns:a16="http://schemas.microsoft.com/office/drawing/2014/main" id="{E704017B-601A-72C5-E1BB-BC98B4D2B28B}"/>
              </a:ext>
            </a:extLst>
          </p:cNvPr>
          <p:cNvSpPr/>
          <p:nvPr/>
        </p:nvSpPr>
        <p:spPr>
          <a:xfrm>
            <a:off x="3496588" y="35703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32E66333-7A0D-12CA-F9B4-ECF76793A6C4}"/>
              </a:ext>
            </a:extLst>
          </p:cNvPr>
          <p:cNvSpPr/>
          <p:nvPr/>
        </p:nvSpPr>
        <p:spPr>
          <a:xfrm>
            <a:off x="3496588" y="38058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B4D2D7D6-1907-B274-5535-8B91AEF6469D}"/>
              </a:ext>
            </a:extLst>
          </p:cNvPr>
          <p:cNvSpPr/>
          <p:nvPr/>
        </p:nvSpPr>
        <p:spPr>
          <a:xfrm>
            <a:off x="3496588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2CBB228F-7869-2B68-CFC1-044898E5BFC4}"/>
              </a:ext>
            </a:extLst>
          </p:cNvPr>
          <p:cNvSpPr/>
          <p:nvPr/>
        </p:nvSpPr>
        <p:spPr>
          <a:xfrm>
            <a:off x="1225005" y="3099248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29C1DC2E-8E5D-2E36-9C15-B2F5A318C0F7}"/>
              </a:ext>
            </a:extLst>
          </p:cNvPr>
          <p:cNvSpPr/>
          <p:nvPr/>
        </p:nvSpPr>
        <p:spPr>
          <a:xfrm>
            <a:off x="1225005" y="333478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7634697A-A572-72B8-BD0D-B7017A60CA1B}"/>
              </a:ext>
            </a:extLst>
          </p:cNvPr>
          <p:cNvSpPr/>
          <p:nvPr/>
        </p:nvSpPr>
        <p:spPr>
          <a:xfrm>
            <a:off x="1225005" y="3570331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1460EE00-F53A-D3E4-D317-41BADC4DD9D3}"/>
              </a:ext>
            </a:extLst>
          </p:cNvPr>
          <p:cNvSpPr/>
          <p:nvPr/>
        </p:nvSpPr>
        <p:spPr>
          <a:xfrm>
            <a:off x="1225005" y="380587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68D6904D-7D4B-78A0-A478-597176EA9981}"/>
              </a:ext>
            </a:extLst>
          </p:cNvPr>
          <p:cNvSpPr/>
          <p:nvPr/>
        </p:nvSpPr>
        <p:spPr>
          <a:xfrm>
            <a:off x="1225005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FDFFA8FF-8FA8-7228-07F9-4B7B8A9F3C65}"/>
              </a:ext>
            </a:extLst>
          </p:cNvPr>
          <p:cNvSpPr/>
          <p:nvPr/>
        </p:nvSpPr>
        <p:spPr>
          <a:xfrm>
            <a:off x="3748986" y="309924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3B26737A-D47A-61BA-AEA1-9CC5DC6A4028}"/>
              </a:ext>
            </a:extLst>
          </p:cNvPr>
          <p:cNvSpPr/>
          <p:nvPr/>
        </p:nvSpPr>
        <p:spPr>
          <a:xfrm>
            <a:off x="3748986" y="3334790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59FC7F16-B484-C6A4-E400-11DEF24A0D25}"/>
              </a:ext>
            </a:extLst>
          </p:cNvPr>
          <p:cNvSpPr/>
          <p:nvPr/>
        </p:nvSpPr>
        <p:spPr>
          <a:xfrm>
            <a:off x="3748986" y="35703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CABBACFB-7EDF-D4FE-A067-4605722F1A2B}"/>
              </a:ext>
            </a:extLst>
          </p:cNvPr>
          <p:cNvSpPr/>
          <p:nvPr/>
        </p:nvSpPr>
        <p:spPr>
          <a:xfrm>
            <a:off x="3748986" y="38058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808A31B8-8E6F-1D6F-92E4-6D4498160C39}"/>
              </a:ext>
            </a:extLst>
          </p:cNvPr>
          <p:cNvSpPr/>
          <p:nvPr/>
        </p:nvSpPr>
        <p:spPr>
          <a:xfrm>
            <a:off x="3748986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C42B8C9D-26F5-6B9B-5745-AEF12500C0BE}"/>
              </a:ext>
            </a:extLst>
          </p:cNvPr>
          <p:cNvSpPr/>
          <p:nvPr/>
        </p:nvSpPr>
        <p:spPr>
          <a:xfrm>
            <a:off x="1477403" y="3099248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FFA0419A-3FFF-73A9-544E-B5C33C191424}"/>
              </a:ext>
            </a:extLst>
          </p:cNvPr>
          <p:cNvSpPr/>
          <p:nvPr/>
        </p:nvSpPr>
        <p:spPr>
          <a:xfrm>
            <a:off x="1477403" y="333478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895A923A-5FDD-5CA5-BCEA-2A17EE2C5167}"/>
              </a:ext>
            </a:extLst>
          </p:cNvPr>
          <p:cNvSpPr/>
          <p:nvPr/>
        </p:nvSpPr>
        <p:spPr>
          <a:xfrm>
            <a:off x="1477403" y="3570331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93434897-D1D1-8912-1132-F9814D9E9C62}"/>
              </a:ext>
            </a:extLst>
          </p:cNvPr>
          <p:cNvSpPr/>
          <p:nvPr/>
        </p:nvSpPr>
        <p:spPr>
          <a:xfrm>
            <a:off x="1477403" y="380587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154445FF-5D8B-3CF1-9C26-FB9E148432E8}"/>
              </a:ext>
            </a:extLst>
          </p:cNvPr>
          <p:cNvSpPr/>
          <p:nvPr/>
        </p:nvSpPr>
        <p:spPr>
          <a:xfrm>
            <a:off x="1477403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A729D520-7E4A-961E-4373-683D5D57BD3E}"/>
              </a:ext>
            </a:extLst>
          </p:cNvPr>
          <p:cNvSpPr/>
          <p:nvPr/>
        </p:nvSpPr>
        <p:spPr>
          <a:xfrm>
            <a:off x="4001385" y="309924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5" name="Oval 304">
            <a:extLst>
              <a:ext uri="{FF2B5EF4-FFF2-40B4-BE49-F238E27FC236}">
                <a16:creationId xmlns:a16="http://schemas.microsoft.com/office/drawing/2014/main" id="{2EB485B9-8F2C-1309-5B76-F09BDFF1E390}"/>
              </a:ext>
            </a:extLst>
          </p:cNvPr>
          <p:cNvSpPr/>
          <p:nvPr/>
        </p:nvSpPr>
        <p:spPr>
          <a:xfrm>
            <a:off x="4001385" y="3334790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7F66EABA-86FC-AEBB-C0EF-23A1C5D5E46C}"/>
              </a:ext>
            </a:extLst>
          </p:cNvPr>
          <p:cNvSpPr/>
          <p:nvPr/>
        </p:nvSpPr>
        <p:spPr>
          <a:xfrm>
            <a:off x="4001385" y="35703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7D55CB1A-614A-6A57-24EB-CCF997C3E7CE}"/>
              </a:ext>
            </a:extLst>
          </p:cNvPr>
          <p:cNvSpPr/>
          <p:nvPr/>
        </p:nvSpPr>
        <p:spPr>
          <a:xfrm>
            <a:off x="4001385" y="38058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85ADA838-28F7-3429-A468-D4E7A0618361}"/>
              </a:ext>
            </a:extLst>
          </p:cNvPr>
          <p:cNvSpPr/>
          <p:nvPr/>
        </p:nvSpPr>
        <p:spPr>
          <a:xfrm>
            <a:off x="4001385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95890B56-25C5-102E-72A4-C9647CC4B288}"/>
              </a:ext>
            </a:extLst>
          </p:cNvPr>
          <p:cNvSpPr/>
          <p:nvPr/>
        </p:nvSpPr>
        <p:spPr>
          <a:xfrm>
            <a:off x="1729801" y="3099248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AEE9BAA3-9F8A-731B-21EE-3D717923610F}"/>
              </a:ext>
            </a:extLst>
          </p:cNvPr>
          <p:cNvSpPr/>
          <p:nvPr/>
        </p:nvSpPr>
        <p:spPr>
          <a:xfrm>
            <a:off x="1729801" y="333478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D55DEF18-9103-18CB-3096-7BA20D8A8DF2}"/>
              </a:ext>
            </a:extLst>
          </p:cNvPr>
          <p:cNvSpPr/>
          <p:nvPr/>
        </p:nvSpPr>
        <p:spPr>
          <a:xfrm>
            <a:off x="1729801" y="3570331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864E38AA-EF0D-30D9-13C0-4F6464BFE442}"/>
              </a:ext>
            </a:extLst>
          </p:cNvPr>
          <p:cNvSpPr/>
          <p:nvPr/>
        </p:nvSpPr>
        <p:spPr>
          <a:xfrm>
            <a:off x="1729801" y="380587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AA9D615C-7976-0689-72A2-925C39B47036}"/>
              </a:ext>
            </a:extLst>
          </p:cNvPr>
          <p:cNvSpPr/>
          <p:nvPr/>
        </p:nvSpPr>
        <p:spPr>
          <a:xfrm>
            <a:off x="1729801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65F6F203-3B3C-5CEE-2AE3-89DA5CB769D3}"/>
              </a:ext>
            </a:extLst>
          </p:cNvPr>
          <p:cNvSpPr/>
          <p:nvPr/>
        </p:nvSpPr>
        <p:spPr>
          <a:xfrm>
            <a:off x="4253783" y="309924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1DE3B563-69E0-C19B-00E5-8C45D07286A5}"/>
              </a:ext>
            </a:extLst>
          </p:cNvPr>
          <p:cNvSpPr/>
          <p:nvPr/>
        </p:nvSpPr>
        <p:spPr>
          <a:xfrm>
            <a:off x="4253783" y="3334790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06D774EA-1C2A-E25A-FCA4-3E95650564AB}"/>
              </a:ext>
            </a:extLst>
          </p:cNvPr>
          <p:cNvSpPr/>
          <p:nvPr/>
        </p:nvSpPr>
        <p:spPr>
          <a:xfrm>
            <a:off x="4253783" y="35703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2294D754-783D-57B1-10CD-C5A770CC73B4}"/>
              </a:ext>
            </a:extLst>
          </p:cNvPr>
          <p:cNvSpPr/>
          <p:nvPr/>
        </p:nvSpPr>
        <p:spPr>
          <a:xfrm>
            <a:off x="4253783" y="38058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A80B27F6-B911-B9E3-183E-4C7E97AF5B13}"/>
              </a:ext>
            </a:extLst>
          </p:cNvPr>
          <p:cNvSpPr/>
          <p:nvPr/>
        </p:nvSpPr>
        <p:spPr>
          <a:xfrm>
            <a:off x="4253783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3" name="Oval 332">
            <a:extLst>
              <a:ext uri="{FF2B5EF4-FFF2-40B4-BE49-F238E27FC236}">
                <a16:creationId xmlns:a16="http://schemas.microsoft.com/office/drawing/2014/main" id="{74E7E13D-E861-4505-1D8C-C758316D6ADB}"/>
              </a:ext>
            </a:extLst>
          </p:cNvPr>
          <p:cNvSpPr/>
          <p:nvPr/>
        </p:nvSpPr>
        <p:spPr>
          <a:xfrm>
            <a:off x="1982200" y="3099248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5" name="Oval 334">
            <a:extLst>
              <a:ext uri="{FF2B5EF4-FFF2-40B4-BE49-F238E27FC236}">
                <a16:creationId xmlns:a16="http://schemas.microsoft.com/office/drawing/2014/main" id="{FEC45616-3F32-1244-EC5D-5C194A57F59F}"/>
              </a:ext>
            </a:extLst>
          </p:cNvPr>
          <p:cNvSpPr/>
          <p:nvPr/>
        </p:nvSpPr>
        <p:spPr>
          <a:xfrm>
            <a:off x="1982200" y="333478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DCB1A2F7-160A-E955-4C1A-276D8C72C74F}"/>
              </a:ext>
            </a:extLst>
          </p:cNvPr>
          <p:cNvSpPr/>
          <p:nvPr/>
        </p:nvSpPr>
        <p:spPr>
          <a:xfrm>
            <a:off x="1982200" y="3570331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C73295AD-A1C5-6C48-13F4-20DE8A328405}"/>
              </a:ext>
            </a:extLst>
          </p:cNvPr>
          <p:cNvSpPr/>
          <p:nvPr/>
        </p:nvSpPr>
        <p:spPr>
          <a:xfrm>
            <a:off x="1982200" y="380587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CA979F8F-45D3-1FB5-3F34-C9DF0D295A6A}"/>
              </a:ext>
            </a:extLst>
          </p:cNvPr>
          <p:cNvSpPr/>
          <p:nvPr/>
        </p:nvSpPr>
        <p:spPr>
          <a:xfrm>
            <a:off x="1982200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3" name="Oval 342">
            <a:extLst>
              <a:ext uri="{FF2B5EF4-FFF2-40B4-BE49-F238E27FC236}">
                <a16:creationId xmlns:a16="http://schemas.microsoft.com/office/drawing/2014/main" id="{F6A5C494-C4CE-6D04-5591-B8A1CE8C8E00}"/>
              </a:ext>
            </a:extLst>
          </p:cNvPr>
          <p:cNvSpPr/>
          <p:nvPr/>
        </p:nvSpPr>
        <p:spPr>
          <a:xfrm>
            <a:off x="4506181" y="309924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5" name="Oval 344">
            <a:extLst>
              <a:ext uri="{FF2B5EF4-FFF2-40B4-BE49-F238E27FC236}">
                <a16:creationId xmlns:a16="http://schemas.microsoft.com/office/drawing/2014/main" id="{69448F19-5781-F3B0-72C0-06A380F6F005}"/>
              </a:ext>
            </a:extLst>
          </p:cNvPr>
          <p:cNvSpPr/>
          <p:nvPr/>
        </p:nvSpPr>
        <p:spPr>
          <a:xfrm>
            <a:off x="4506181" y="3334790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322725BF-4219-1E7A-141A-6E9340D6884A}"/>
              </a:ext>
            </a:extLst>
          </p:cNvPr>
          <p:cNvSpPr/>
          <p:nvPr/>
        </p:nvSpPr>
        <p:spPr>
          <a:xfrm>
            <a:off x="4506181" y="35703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386E4AFF-A40E-BB39-50CD-92F5686B0136}"/>
              </a:ext>
            </a:extLst>
          </p:cNvPr>
          <p:cNvSpPr/>
          <p:nvPr/>
        </p:nvSpPr>
        <p:spPr>
          <a:xfrm>
            <a:off x="4506181" y="38058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C7323B6D-549B-8E31-4A03-7C09425FB3EC}"/>
              </a:ext>
            </a:extLst>
          </p:cNvPr>
          <p:cNvSpPr/>
          <p:nvPr/>
        </p:nvSpPr>
        <p:spPr>
          <a:xfrm>
            <a:off x="4506181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3" name="Oval 352">
            <a:extLst>
              <a:ext uri="{FF2B5EF4-FFF2-40B4-BE49-F238E27FC236}">
                <a16:creationId xmlns:a16="http://schemas.microsoft.com/office/drawing/2014/main" id="{7394C8C3-2898-A5ED-7C6A-D5797A31F9BF}"/>
              </a:ext>
            </a:extLst>
          </p:cNvPr>
          <p:cNvSpPr/>
          <p:nvPr/>
        </p:nvSpPr>
        <p:spPr>
          <a:xfrm>
            <a:off x="2234598" y="3099248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4A7276C3-54D5-A726-9FA3-5E513C25E71B}"/>
              </a:ext>
            </a:extLst>
          </p:cNvPr>
          <p:cNvSpPr/>
          <p:nvPr/>
        </p:nvSpPr>
        <p:spPr>
          <a:xfrm>
            <a:off x="2234598" y="333478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E626F3C5-7F39-E1F6-D8D0-1F5E9A220C47}"/>
              </a:ext>
            </a:extLst>
          </p:cNvPr>
          <p:cNvSpPr/>
          <p:nvPr/>
        </p:nvSpPr>
        <p:spPr>
          <a:xfrm>
            <a:off x="2234598" y="3570331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906EC434-540B-124A-624A-BF6D23ABCF40}"/>
              </a:ext>
            </a:extLst>
          </p:cNvPr>
          <p:cNvSpPr/>
          <p:nvPr/>
        </p:nvSpPr>
        <p:spPr>
          <a:xfrm>
            <a:off x="2234598" y="380587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A6C5327A-8CC7-920B-53D8-0E6FD41C9408}"/>
              </a:ext>
            </a:extLst>
          </p:cNvPr>
          <p:cNvSpPr/>
          <p:nvPr/>
        </p:nvSpPr>
        <p:spPr>
          <a:xfrm>
            <a:off x="2234598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D15101F9-4663-0266-064C-63985A9F933A}"/>
              </a:ext>
            </a:extLst>
          </p:cNvPr>
          <p:cNvSpPr/>
          <p:nvPr/>
        </p:nvSpPr>
        <p:spPr>
          <a:xfrm>
            <a:off x="4758579" y="309924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3957260B-F1D5-F07A-8E0D-BAB730E44B4C}"/>
              </a:ext>
            </a:extLst>
          </p:cNvPr>
          <p:cNvSpPr/>
          <p:nvPr/>
        </p:nvSpPr>
        <p:spPr>
          <a:xfrm>
            <a:off x="4758579" y="3334790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7" name="Oval 366">
            <a:extLst>
              <a:ext uri="{FF2B5EF4-FFF2-40B4-BE49-F238E27FC236}">
                <a16:creationId xmlns:a16="http://schemas.microsoft.com/office/drawing/2014/main" id="{4670F910-DA37-B062-D3A8-7A3FB1813262}"/>
              </a:ext>
            </a:extLst>
          </p:cNvPr>
          <p:cNvSpPr/>
          <p:nvPr/>
        </p:nvSpPr>
        <p:spPr>
          <a:xfrm>
            <a:off x="4758579" y="35703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9" name="Oval 368">
            <a:extLst>
              <a:ext uri="{FF2B5EF4-FFF2-40B4-BE49-F238E27FC236}">
                <a16:creationId xmlns:a16="http://schemas.microsoft.com/office/drawing/2014/main" id="{CB641570-4428-C036-F0A0-752FC448B2C4}"/>
              </a:ext>
            </a:extLst>
          </p:cNvPr>
          <p:cNvSpPr/>
          <p:nvPr/>
        </p:nvSpPr>
        <p:spPr>
          <a:xfrm>
            <a:off x="4758579" y="38058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1" name="Oval 370">
            <a:extLst>
              <a:ext uri="{FF2B5EF4-FFF2-40B4-BE49-F238E27FC236}">
                <a16:creationId xmlns:a16="http://schemas.microsoft.com/office/drawing/2014/main" id="{CCC17EC1-9604-DADC-BDD9-8F845AF3D973}"/>
              </a:ext>
            </a:extLst>
          </p:cNvPr>
          <p:cNvSpPr/>
          <p:nvPr/>
        </p:nvSpPr>
        <p:spPr>
          <a:xfrm>
            <a:off x="4758579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FD98580E-BED5-296E-26FE-473A6F9BA4B1}"/>
              </a:ext>
            </a:extLst>
          </p:cNvPr>
          <p:cNvSpPr/>
          <p:nvPr/>
        </p:nvSpPr>
        <p:spPr>
          <a:xfrm>
            <a:off x="2486996" y="3099248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3E8773D0-41F4-B2A0-96AB-0CC37B63FFE3}"/>
              </a:ext>
            </a:extLst>
          </p:cNvPr>
          <p:cNvSpPr/>
          <p:nvPr/>
        </p:nvSpPr>
        <p:spPr>
          <a:xfrm>
            <a:off x="2486996" y="333478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7" name="Oval 376">
            <a:extLst>
              <a:ext uri="{FF2B5EF4-FFF2-40B4-BE49-F238E27FC236}">
                <a16:creationId xmlns:a16="http://schemas.microsoft.com/office/drawing/2014/main" id="{4418DE07-593B-91D0-3057-32D85373FB3E}"/>
              </a:ext>
            </a:extLst>
          </p:cNvPr>
          <p:cNvSpPr/>
          <p:nvPr/>
        </p:nvSpPr>
        <p:spPr>
          <a:xfrm>
            <a:off x="2486996" y="3570331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D7CE6AE2-5349-D6E6-126F-F324393F300C}"/>
              </a:ext>
            </a:extLst>
          </p:cNvPr>
          <p:cNvSpPr/>
          <p:nvPr/>
        </p:nvSpPr>
        <p:spPr>
          <a:xfrm>
            <a:off x="2486996" y="380587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B867FD82-000F-829E-62D3-E3FF5D8AD19E}"/>
              </a:ext>
            </a:extLst>
          </p:cNvPr>
          <p:cNvSpPr/>
          <p:nvPr/>
        </p:nvSpPr>
        <p:spPr>
          <a:xfrm>
            <a:off x="2486996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3" name="Oval 382">
            <a:extLst>
              <a:ext uri="{FF2B5EF4-FFF2-40B4-BE49-F238E27FC236}">
                <a16:creationId xmlns:a16="http://schemas.microsoft.com/office/drawing/2014/main" id="{22E487CD-67C6-3D22-E884-A12F507931BA}"/>
              </a:ext>
            </a:extLst>
          </p:cNvPr>
          <p:cNvSpPr/>
          <p:nvPr/>
        </p:nvSpPr>
        <p:spPr>
          <a:xfrm>
            <a:off x="5010978" y="309924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7A07506C-0497-D9EA-543B-54A0A7EBECAC}"/>
              </a:ext>
            </a:extLst>
          </p:cNvPr>
          <p:cNvSpPr/>
          <p:nvPr/>
        </p:nvSpPr>
        <p:spPr>
          <a:xfrm>
            <a:off x="5010978" y="3334790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59235A43-4060-631D-05E2-528F48806212}"/>
              </a:ext>
            </a:extLst>
          </p:cNvPr>
          <p:cNvSpPr/>
          <p:nvPr/>
        </p:nvSpPr>
        <p:spPr>
          <a:xfrm>
            <a:off x="5010978" y="35703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9" name="Oval 388">
            <a:extLst>
              <a:ext uri="{FF2B5EF4-FFF2-40B4-BE49-F238E27FC236}">
                <a16:creationId xmlns:a16="http://schemas.microsoft.com/office/drawing/2014/main" id="{D072403E-6552-6C3D-9F38-ECC671904F8B}"/>
              </a:ext>
            </a:extLst>
          </p:cNvPr>
          <p:cNvSpPr/>
          <p:nvPr/>
        </p:nvSpPr>
        <p:spPr>
          <a:xfrm>
            <a:off x="5010978" y="38058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1" name="Oval 390">
            <a:extLst>
              <a:ext uri="{FF2B5EF4-FFF2-40B4-BE49-F238E27FC236}">
                <a16:creationId xmlns:a16="http://schemas.microsoft.com/office/drawing/2014/main" id="{680C69AB-C815-E422-55C3-DDF11FE94F5A}"/>
              </a:ext>
            </a:extLst>
          </p:cNvPr>
          <p:cNvSpPr/>
          <p:nvPr/>
        </p:nvSpPr>
        <p:spPr>
          <a:xfrm>
            <a:off x="5010978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8B150C1F-1E79-9ED4-123F-4E85A9D6597D}"/>
              </a:ext>
            </a:extLst>
          </p:cNvPr>
          <p:cNvSpPr/>
          <p:nvPr/>
        </p:nvSpPr>
        <p:spPr>
          <a:xfrm>
            <a:off x="2739394" y="3099248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8C0F605C-FCBF-78C4-B75C-D04D28532688}"/>
              </a:ext>
            </a:extLst>
          </p:cNvPr>
          <p:cNvSpPr/>
          <p:nvPr/>
        </p:nvSpPr>
        <p:spPr>
          <a:xfrm>
            <a:off x="2739394" y="333478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24676D25-DF34-88A5-C7F1-86ECAC48FF18}"/>
              </a:ext>
            </a:extLst>
          </p:cNvPr>
          <p:cNvSpPr/>
          <p:nvPr/>
        </p:nvSpPr>
        <p:spPr>
          <a:xfrm>
            <a:off x="2739394" y="3570331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9" name="Oval 398">
            <a:extLst>
              <a:ext uri="{FF2B5EF4-FFF2-40B4-BE49-F238E27FC236}">
                <a16:creationId xmlns:a16="http://schemas.microsoft.com/office/drawing/2014/main" id="{A5BB0804-849B-2286-B17B-CBDAE36FA367}"/>
              </a:ext>
            </a:extLst>
          </p:cNvPr>
          <p:cNvSpPr/>
          <p:nvPr/>
        </p:nvSpPr>
        <p:spPr>
          <a:xfrm>
            <a:off x="2739394" y="380587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1" name="Oval 400">
            <a:extLst>
              <a:ext uri="{FF2B5EF4-FFF2-40B4-BE49-F238E27FC236}">
                <a16:creationId xmlns:a16="http://schemas.microsoft.com/office/drawing/2014/main" id="{E7D19391-8272-705A-A638-EB239F829FCC}"/>
              </a:ext>
            </a:extLst>
          </p:cNvPr>
          <p:cNvSpPr/>
          <p:nvPr/>
        </p:nvSpPr>
        <p:spPr>
          <a:xfrm>
            <a:off x="2739394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3" name="Oval 402">
            <a:extLst>
              <a:ext uri="{FF2B5EF4-FFF2-40B4-BE49-F238E27FC236}">
                <a16:creationId xmlns:a16="http://schemas.microsoft.com/office/drawing/2014/main" id="{5C3A0704-91E5-4545-B962-9A566320FCA0}"/>
              </a:ext>
            </a:extLst>
          </p:cNvPr>
          <p:cNvSpPr/>
          <p:nvPr/>
        </p:nvSpPr>
        <p:spPr>
          <a:xfrm>
            <a:off x="5263375" y="3099249"/>
            <a:ext cx="175706" cy="1757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5" name="Oval 404">
            <a:extLst>
              <a:ext uri="{FF2B5EF4-FFF2-40B4-BE49-F238E27FC236}">
                <a16:creationId xmlns:a16="http://schemas.microsoft.com/office/drawing/2014/main" id="{5ECEAA0D-CB05-19C0-A0DB-C3E1F938E0A7}"/>
              </a:ext>
            </a:extLst>
          </p:cNvPr>
          <p:cNvSpPr/>
          <p:nvPr/>
        </p:nvSpPr>
        <p:spPr>
          <a:xfrm>
            <a:off x="5263375" y="3334790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7" name="Oval 406">
            <a:extLst>
              <a:ext uri="{FF2B5EF4-FFF2-40B4-BE49-F238E27FC236}">
                <a16:creationId xmlns:a16="http://schemas.microsoft.com/office/drawing/2014/main" id="{F78EBD18-7024-4501-80CC-4E3E0239FB60}"/>
              </a:ext>
            </a:extLst>
          </p:cNvPr>
          <p:cNvSpPr/>
          <p:nvPr/>
        </p:nvSpPr>
        <p:spPr>
          <a:xfrm>
            <a:off x="5263375" y="357033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43C630D3-411E-250B-F987-E7D28042AF90}"/>
              </a:ext>
            </a:extLst>
          </p:cNvPr>
          <p:cNvSpPr/>
          <p:nvPr/>
        </p:nvSpPr>
        <p:spPr>
          <a:xfrm>
            <a:off x="5263375" y="380587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1" name="Oval 410">
            <a:extLst>
              <a:ext uri="{FF2B5EF4-FFF2-40B4-BE49-F238E27FC236}">
                <a16:creationId xmlns:a16="http://schemas.microsoft.com/office/drawing/2014/main" id="{141CA37D-4870-E67F-38A5-0315EAA878EE}"/>
              </a:ext>
            </a:extLst>
          </p:cNvPr>
          <p:cNvSpPr/>
          <p:nvPr/>
        </p:nvSpPr>
        <p:spPr>
          <a:xfrm>
            <a:off x="5263375" y="40414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3" name="Text Placeholder 14">
            <a:extLst>
              <a:ext uri="{FF2B5EF4-FFF2-40B4-BE49-F238E27FC236}">
                <a16:creationId xmlns:a16="http://schemas.microsoft.com/office/drawing/2014/main" id="{E732C286-763C-F7CD-2CB8-4A22E524FEF2}"/>
              </a:ext>
            </a:extLst>
          </p:cNvPr>
          <p:cNvSpPr txBox="1">
            <a:spLocks/>
          </p:cNvSpPr>
          <p:nvPr/>
        </p:nvSpPr>
        <p:spPr>
          <a:xfrm>
            <a:off x="7228246" y="4620108"/>
            <a:ext cx="4392735" cy="121243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tx1"/>
                </a:solidFill>
              </a:rPr>
              <a:t>Lorem ipsum dolor sit </a:t>
            </a:r>
            <a:r>
              <a:rPr lang="en-US" sz="1600" dirty="0" err="1">
                <a:solidFill>
                  <a:schemeClr val="tx1"/>
                </a:solidFill>
              </a:rPr>
              <a:t>amet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consectetur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adipiscing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elit</a:t>
            </a:r>
            <a:r>
              <a:rPr lang="en-US" sz="1600" dirty="0">
                <a:solidFill>
                  <a:schemeClr val="tx1"/>
                </a:solidFill>
              </a:rPr>
              <a:t>. Morbi vel </a:t>
            </a:r>
            <a:r>
              <a:rPr lang="en-US" sz="1600" dirty="0" err="1">
                <a:solidFill>
                  <a:schemeClr val="tx1"/>
                </a:solidFill>
              </a:rPr>
              <a:t>malesuada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nunc</a:t>
            </a:r>
            <a:r>
              <a:rPr lang="en-US" sz="1600" dirty="0">
                <a:solidFill>
                  <a:schemeClr val="tx1"/>
                </a:solidFill>
              </a:rPr>
              <a:t>. Lorem ipsum dolor sit </a:t>
            </a:r>
            <a:r>
              <a:rPr lang="en-US" sz="1600" dirty="0" err="1">
                <a:solidFill>
                  <a:schemeClr val="tx1"/>
                </a:solidFill>
              </a:rPr>
              <a:t>amet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consectetur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adipiscing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elit</a:t>
            </a:r>
            <a:r>
              <a:rPr lang="en-US" sz="1600" dirty="0">
                <a:solidFill>
                  <a:schemeClr val="tx1"/>
                </a:solidFill>
              </a:rPr>
              <a:t>. Morbi vel </a:t>
            </a:r>
            <a:r>
              <a:rPr lang="en-US" sz="1600" dirty="0" err="1">
                <a:solidFill>
                  <a:schemeClr val="tx1"/>
                </a:solidFill>
              </a:rPr>
              <a:t>malesuada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nunc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15" name="Text Placeholder 14">
            <a:extLst>
              <a:ext uri="{FF2B5EF4-FFF2-40B4-BE49-F238E27FC236}">
                <a16:creationId xmlns:a16="http://schemas.microsoft.com/office/drawing/2014/main" id="{148C8220-BD5B-B89D-7B40-91E27A31BB76}"/>
              </a:ext>
            </a:extLst>
          </p:cNvPr>
          <p:cNvSpPr txBox="1">
            <a:spLocks/>
          </p:cNvSpPr>
          <p:nvPr/>
        </p:nvSpPr>
        <p:spPr>
          <a:xfrm>
            <a:off x="5638310" y="4903157"/>
            <a:ext cx="1487309" cy="6463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tx1"/>
                </a:solidFill>
              </a:rPr>
              <a:t>XX%</a:t>
            </a:r>
          </a:p>
        </p:txBody>
      </p:sp>
      <p:sp>
        <p:nvSpPr>
          <p:cNvPr id="417" name="Oval 416">
            <a:extLst>
              <a:ext uri="{FF2B5EF4-FFF2-40B4-BE49-F238E27FC236}">
                <a16:creationId xmlns:a16="http://schemas.microsoft.com/office/drawing/2014/main" id="{FAC99855-46A0-4B85-E81A-17EE9EB667E0}"/>
              </a:ext>
            </a:extLst>
          </p:cNvPr>
          <p:cNvSpPr/>
          <p:nvPr/>
        </p:nvSpPr>
        <p:spPr>
          <a:xfrm>
            <a:off x="467810" y="4667388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9" name="Oval 418">
            <a:extLst>
              <a:ext uri="{FF2B5EF4-FFF2-40B4-BE49-F238E27FC236}">
                <a16:creationId xmlns:a16="http://schemas.microsoft.com/office/drawing/2014/main" id="{826D29A0-5692-CD2C-2047-E3C6EA7762AA}"/>
              </a:ext>
            </a:extLst>
          </p:cNvPr>
          <p:cNvSpPr/>
          <p:nvPr/>
        </p:nvSpPr>
        <p:spPr>
          <a:xfrm>
            <a:off x="467810" y="490292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A31BA1EC-DDB9-1226-4E69-C89A1538F58B}"/>
              </a:ext>
            </a:extLst>
          </p:cNvPr>
          <p:cNvSpPr/>
          <p:nvPr/>
        </p:nvSpPr>
        <p:spPr>
          <a:xfrm>
            <a:off x="467810" y="5138471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3" name="Oval 422">
            <a:extLst>
              <a:ext uri="{FF2B5EF4-FFF2-40B4-BE49-F238E27FC236}">
                <a16:creationId xmlns:a16="http://schemas.microsoft.com/office/drawing/2014/main" id="{35318BB8-92EE-5A31-CA51-29B1A73DE008}"/>
              </a:ext>
            </a:extLst>
          </p:cNvPr>
          <p:cNvSpPr/>
          <p:nvPr/>
        </p:nvSpPr>
        <p:spPr>
          <a:xfrm>
            <a:off x="467810" y="5374012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5" name="Oval 424">
            <a:extLst>
              <a:ext uri="{FF2B5EF4-FFF2-40B4-BE49-F238E27FC236}">
                <a16:creationId xmlns:a16="http://schemas.microsoft.com/office/drawing/2014/main" id="{D4EBE915-E480-E8B4-8973-5DE4F82A7DF4}"/>
              </a:ext>
            </a:extLst>
          </p:cNvPr>
          <p:cNvSpPr/>
          <p:nvPr/>
        </p:nvSpPr>
        <p:spPr>
          <a:xfrm>
            <a:off x="467810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7" name="Oval 426">
            <a:extLst>
              <a:ext uri="{FF2B5EF4-FFF2-40B4-BE49-F238E27FC236}">
                <a16:creationId xmlns:a16="http://schemas.microsoft.com/office/drawing/2014/main" id="{9CCB3C47-EB09-C53A-77F9-06FC7BBA8E20}"/>
              </a:ext>
            </a:extLst>
          </p:cNvPr>
          <p:cNvSpPr/>
          <p:nvPr/>
        </p:nvSpPr>
        <p:spPr>
          <a:xfrm>
            <a:off x="2991792" y="466738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9" name="Oval 428">
            <a:extLst>
              <a:ext uri="{FF2B5EF4-FFF2-40B4-BE49-F238E27FC236}">
                <a16:creationId xmlns:a16="http://schemas.microsoft.com/office/drawing/2014/main" id="{A82A328C-83C3-8E16-B7C7-F63BB07493E6}"/>
              </a:ext>
            </a:extLst>
          </p:cNvPr>
          <p:cNvSpPr/>
          <p:nvPr/>
        </p:nvSpPr>
        <p:spPr>
          <a:xfrm>
            <a:off x="2991792" y="4902930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1" name="Oval 430">
            <a:extLst>
              <a:ext uri="{FF2B5EF4-FFF2-40B4-BE49-F238E27FC236}">
                <a16:creationId xmlns:a16="http://schemas.microsoft.com/office/drawing/2014/main" id="{B1548463-041C-C6B2-8677-9E82919A5679}"/>
              </a:ext>
            </a:extLst>
          </p:cNvPr>
          <p:cNvSpPr/>
          <p:nvPr/>
        </p:nvSpPr>
        <p:spPr>
          <a:xfrm>
            <a:off x="2991792" y="5138472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3" name="Oval 432">
            <a:extLst>
              <a:ext uri="{FF2B5EF4-FFF2-40B4-BE49-F238E27FC236}">
                <a16:creationId xmlns:a16="http://schemas.microsoft.com/office/drawing/2014/main" id="{6D3B347F-DC92-2D67-8F9D-E71D7CDA2046}"/>
              </a:ext>
            </a:extLst>
          </p:cNvPr>
          <p:cNvSpPr/>
          <p:nvPr/>
        </p:nvSpPr>
        <p:spPr>
          <a:xfrm>
            <a:off x="2991792" y="53740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5" name="Oval 434">
            <a:extLst>
              <a:ext uri="{FF2B5EF4-FFF2-40B4-BE49-F238E27FC236}">
                <a16:creationId xmlns:a16="http://schemas.microsoft.com/office/drawing/2014/main" id="{41934A60-6663-5A99-680C-29AEA0914D57}"/>
              </a:ext>
            </a:extLst>
          </p:cNvPr>
          <p:cNvSpPr/>
          <p:nvPr/>
        </p:nvSpPr>
        <p:spPr>
          <a:xfrm>
            <a:off x="2991792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7" name="Oval 436">
            <a:extLst>
              <a:ext uri="{FF2B5EF4-FFF2-40B4-BE49-F238E27FC236}">
                <a16:creationId xmlns:a16="http://schemas.microsoft.com/office/drawing/2014/main" id="{FC2F3860-8305-B7E2-A2EA-34FA4C5F18C5}"/>
              </a:ext>
            </a:extLst>
          </p:cNvPr>
          <p:cNvSpPr/>
          <p:nvPr/>
        </p:nvSpPr>
        <p:spPr>
          <a:xfrm>
            <a:off x="720208" y="4667388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E63F68D8-18EB-BCFA-E368-33B2218AADA1}"/>
              </a:ext>
            </a:extLst>
          </p:cNvPr>
          <p:cNvSpPr/>
          <p:nvPr/>
        </p:nvSpPr>
        <p:spPr>
          <a:xfrm>
            <a:off x="720208" y="490292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1" name="Oval 440">
            <a:extLst>
              <a:ext uri="{FF2B5EF4-FFF2-40B4-BE49-F238E27FC236}">
                <a16:creationId xmlns:a16="http://schemas.microsoft.com/office/drawing/2014/main" id="{F4DAF4BB-E878-B734-1935-1AD7D3B29FDB}"/>
              </a:ext>
            </a:extLst>
          </p:cNvPr>
          <p:cNvSpPr/>
          <p:nvPr/>
        </p:nvSpPr>
        <p:spPr>
          <a:xfrm>
            <a:off x="720208" y="5138471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3" name="Oval 442">
            <a:extLst>
              <a:ext uri="{FF2B5EF4-FFF2-40B4-BE49-F238E27FC236}">
                <a16:creationId xmlns:a16="http://schemas.microsoft.com/office/drawing/2014/main" id="{D39CCF1F-38A9-5770-F108-E011D95CE7AB}"/>
              </a:ext>
            </a:extLst>
          </p:cNvPr>
          <p:cNvSpPr/>
          <p:nvPr/>
        </p:nvSpPr>
        <p:spPr>
          <a:xfrm>
            <a:off x="720208" y="5374012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5" name="Oval 444">
            <a:extLst>
              <a:ext uri="{FF2B5EF4-FFF2-40B4-BE49-F238E27FC236}">
                <a16:creationId xmlns:a16="http://schemas.microsoft.com/office/drawing/2014/main" id="{56AF1BA5-515F-6408-35F0-870998366168}"/>
              </a:ext>
            </a:extLst>
          </p:cNvPr>
          <p:cNvSpPr/>
          <p:nvPr/>
        </p:nvSpPr>
        <p:spPr>
          <a:xfrm>
            <a:off x="720208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7" name="Oval 446">
            <a:extLst>
              <a:ext uri="{FF2B5EF4-FFF2-40B4-BE49-F238E27FC236}">
                <a16:creationId xmlns:a16="http://schemas.microsoft.com/office/drawing/2014/main" id="{E629CDC9-4505-B876-C9F0-059458B7E3B6}"/>
              </a:ext>
            </a:extLst>
          </p:cNvPr>
          <p:cNvSpPr/>
          <p:nvPr/>
        </p:nvSpPr>
        <p:spPr>
          <a:xfrm>
            <a:off x="3244190" y="466738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9" name="Oval 448">
            <a:extLst>
              <a:ext uri="{FF2B5EF4-FFF2-40B4-BE49-F238E27FC236}">
                <a16:creationId xmlns:a16="http://schemas.microsoft.com/office/drawing/2014/main" id="{A2AF157F-537E-84D9-FF84-C96010EDF4BC}"/>
              </a:ext>
            </a:extLst>
          </p:cNvPr>
          <p:cNvSpPr/>
          <p:nvPr/>
        </p:nvSpPr>
        <p:spPr>
          <a:xfrm>
            <a:off x="3244190" y="4902930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1" name="Oval 450">
            <a:extLst>
              <a:ext uri="{FF2B5EF4-FFF2-40B4-BE49-F238E27FC236}">
                <a16:creationId xmlns:a16="http://schemas.microsoft.com/office/drawing/2014/main" id="{07BE9B9C-4E4F-815F-7E4C-828138B08D6C}"/>
              </a:ext>
            </a:extLst>
          </p:cNvPr>
          <p:cNvSpPr/>
          <p:nvPr/>
        </p:nvSpPr>
        <p:spPr>
          <a:xfrm>
            <a:off x="3244190" y="5138472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3" name="Oval 452">
            <a:extLst>
              <a:ext uri="{FF2B5EF4-FFF2-40B4-BE49-F238E27FC236}">
                <a16:creationId xmlns:a16="http://schemas.microsoft.com/office/drawing/2014/main" id="{42C9E205-60D8-6EA6-09EF-C910F9AD08E9}"/>
              </a:ext>
            </a:extLst>
          </p:cNvPr>
          <p:cNvSpPr/>
          <p:nvPr/>
        </p:nvSpPr>
        <p:spPr>
          <a:xfrm>
            <a:off x="3244190" y="53740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5" name="Oval 454">
            <a:extLst>
              <a:ext uri="{FF2B5EF4-FFF2-40B4-BE49-F238E27FC236}">
                <a16:creationId xmlns:a16="http://schemas.microsoft.com/office/drawing/2014/main" id="{EFAD4A24-D5FF-4A76-803B-0D8204820D3C}"/>
              </a:ext>
            </a:extLst>
          </p:cNvPr>
          <p:cNvSpPr/>
          <p:nvPr/>
        </p:nvSpPr>
        <p:spPr>
          <a:xfrm>
            <a:off x="3244190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2D9A917B-0DF4-DC3B-17E2-447192E44082}"/>
              </a:ext>
            </a:extLst>
          </p:cNvPr>
          <p:cNvSpPr/>
          <p:nvPr/>
        </p:nvSpPr>
        <p:spPr>
          <a:xfrm>
            <a:off x="972607" y="4667388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9EE2A8C4-C29F-BCF1-F6FA-1823AC8FA1CF}"/>
              </a:ext>
            </a:extLst>
          </p:cNvPr>
          <p:cNvSpPr/>
          <p:nvPr/>
        </p:nvSpPr>
        <p:spPr>
          <a:xfrm>
            <a:off x="972607" y="490292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1" name="Oval 460">
            <a:extLst>
              <a:ext uri="{FF2B5EF4-FFF2-40B4-BE49-F238E27FC236}">
                <a16:creationId xmlns:a16="http://schemas.microsoft.com/office/drawing/2014/main" id="{6ADD74D6-E38D-1D14-4B03-E62B2BD836D3}"/>
              </a:ext>
            </a:extLst>
          </p:cNvPr>
          <p:cNvSpPr/>
          <p:nvPr/>
        </p:nvSpPr>
        <p:spPr>
          <a:xfrm>
            <a:off x="972607" y="5138471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3" name="Oval 462">
            <a:extLst>
              <a:ext uri="{FF2B5EF4-FFF2-40B4-BE49-F238E27FC236}">
                <a16:creationId xmlns:a16="http://schemas.microsoft.com/office/drawing/2014/main" id="{FE1EF8C9-1AF5-05A7-C80F-483E2F81B6F4}"/>
              </a:ext>
            </a:extLst>
          </p:cNvPr>
          <p:cNvSpPr/>
          <p:nvPr/>
        </p:nvSpPr>
        <p:spPr>
          <a:xfrm>
            <a:off x="972607" y="537401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5" name="Oval 464">
            <a:extLst>
              <a:ext uri="{FF2B5EF4-FFF2-40B4-BE49-F238E27FC236}">
                <a16:creationId xmlns:a16="http://schemas.microsoft.com/office/drawing/2014/main" id="{D30C95F2-7FF1-FF11-3FCE-72504C07B4E3}"/>
              </a:ext>
            </a:extLst>
          </p:cNvPr>
          <p:cNvSpPr/>
          <p:nvPr/>
        </p:nvSpPr>
        <p:spPr>
          <a:xfrm>
            <a:off x="972607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7" name="Oval 466">
            <a:extLst>
              <a:ext uri="{FF2B5EF4-FFF2-40B4-BE49-F238E27FC236}">
                <a16:creationId xmlns:a16="http://schemas.microsoft.com/office/drawing/2014/main" id="{C8941303-9716-76D5-6148-D7E563FD0E46}"/>
              </a:ext>
            </a:extLst>
          </p:cNvPr>
          <p:cNvSpPr/>
          <p:nvPr/>
        </p:nvSpPr>
        <p:spPr>
          <a:xfrm>
            <a:off x="3496588" y="466738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9" name="Oval 468">
            <a:extLst>
              <a:ext uri="{FF2B5EF4-FFF2-40B4-BE49-F238E27FC236}">
                <a16:creationId xmlns:a16="http://schemas.microsoft.com/office/drawing/2014/main" id="{954DBF72-8EFA-2719-B927-E848D539236F}"/>
              </a:ext>
            </a:extLst>
          </p:cNvPr>
          <p:cNvSpPr/>
          <p:nvPr/>
        </p:nvSpPr>
        <p:spPr>
          <a:xfrm>
            <a:off x="3496588" y="4902930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1" name="Oval 470">
            <a:extLst>
              <a:ext uri="{FF2B5EF4-FFF2-40B4-BE49-F238E27FC236}">
                <a16:creationId xmlns:a16="http://schemas.microsoft.com/office/drawing/2014/main" id="{31E32EB1-6796-F803-7B79-F8B10FC073F0}"/>
              </a:ext>
            </a:extLst>
          </p:cNvPr>
          <p:cNvSpPr/>
          <p:nvPr/>
        </p:nvSpPr>
        <p:spPr>
          <a:xfrm>
            <a:off x="3496588" y="5138472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3" name="Oval 472">
            <a:extLst>
              <a:ext uri="{FF2B5EF4-FFF2-40B4-BE49-F238E27FC236}">
                <a16:creationId xmlns:a16="http://schemas.microsoft.com/office/drawing/2014/main" id="{6C943543-3935-09ED-0560-986DFA6F92AE}"/>
              </a:ext>
            </a:extLst>
          </p:cNvPr>
          <p:cNvSpPr/>
          <p:nvPr/>
        </p:nvSpPr>
        <p:spPr>
          <a:xfrm>
            <a:off x="3496588" y="53740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5" name="Oval 474">
            <a:extLst>
              <a:ext uri="{FF2B5EF4-FFF2-40B4-BE49-F238E27FC236}">
                <a16:creationId xmlns:a16="http://schemas.microsoft.com/office/drawing/2014/main" id="{3318B76A-CAB7-4CD6-0D44-EE846896B877}"/>
              </a:ext>
            </a:extLst>
          </p:cNvPr>
          <p:cNvSpPr/>
          <p:nvPr/>
        </p:nvSpPr>
        <p:spPr>
          <a:xfrm>
            <a:off x="3496588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7" name="Oval 476">
            <a:extLst>
              <a:ext uri="{FF2B5EF4-FFF2-40B4-BE49-F238E27FC236}">
                <a16:creationId xmlns:a16="http://schemas.microsoft.com/office/drawing/2014/main" id="{4E6055C2-7540-60BB-7CEE-2581D7662A5E}"/>
              </a:ext>
            </a:extLst>
          </p:cNvPr>
          <p:cNvSpPr/>
          <p:nvPr/>
        </p:nvSpPr>
        <p:spPr>
          <a:xfrm>
            <a:off x="1225005" y="4667388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0C177661-5BA5-3650-3BAA-3C7B791A1804}"/>
              </a:ext>
            </a:extLst>
          </p:cNvPr>
          <p:cNvSpPr/>
          <p:nvPr/>
        </p:nvSpPr>
        <p:spPr>
          <a:xfrm>
            <a:off x="1225005" y="490292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1" name="Oval 480">
            <a:extLst>
              <a:ext uri="{FF2B5EF4-FFF2-40B4-BE49-F238E27FC236}">
                <a16:creationId xmlns:a16="http://schemas.microsoft.com/office/drawing/2014/main" id="{7B44A386-8C18-FDE2-67CE-AE705582859E}"/>
              </a:ext>
            </a:extLst>
          </p:cNvPr>
          <p:cNvSpPr/>
          <p:nvPr/>
        </p:nvSpPr>
        <p:spPr>
          <a:xfrm>
            <a:off x="1225005" y="5138471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3" name="Oval 482">
            <a:extLst>
              <a:ext uri="{FF2B5EF4-FFF2-40B4-BE49-F238E27FC236}">
                <a16:creationId xmlns:a16="http://schemas.microsoft.com/office/drawing/2014/main" id="{B4F2FC49-A4C1-37FA-0B22-EA2CFF9A90C0}"/>
              </a:ext>
            </a:extLst>
          </p:cNvPr>
          <p:cNvSpPr/>
          <p:nvPr/>
        </p:nvSpPr>
        <p:spPr>
          <a:xfrm>
            <a:off x="1225005" y="537401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5" name="Oval 484">
            <a:extLst>
              <a:ext uri="{FF2B5EF4-FFF2-40B4-BE49-F238E27FC236}">
                <a16:creationId xmlns:a16="http://schemas.microsoft.com/office/drawing/2014/main" id="{93ACB10C-B1C2-1C98-BC5A-8BB6E5A58998}"/>
              </a:ext>
            </a:extLst>
          </p:cNvPr>
          <p:cNvSpPr/>
          <p:nvPr/>
        </p:nvSpPr>
        <p:spPr>
          <a:xfrm>
            <a:off x="1225005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7" name="Oval 486">
            <a:extLst>
              <a:ext uri="{FF2B5EF4-FFF2-40B4-BE49-F238E27FC236}">
                <a16:creationId xmlns:a16="http://schemas.microsoft.com/office/drawing/2014/main" id="{CEDE13AF-C6C4-2B0C-34A6-E65D4931E40A}"/>
              </a:ext>
            </a:extLst>
          </p:cNvPr>
          <p:cNvSpPr/>
          <p:nvPr/>
        </p:nvSpPr>
        <p:spPr>
          <a:xfrm>
            <a:off x="3748986" y="466738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9" name="Oval 488">
            <a:extLst>
              <a:ext uri="{FF2B5EF4-FFF2-40B4-BE49-F238E27FC236}">
                <a16:creationId xmlns:a16="http://schemas.microsoft.com/office/drawing/2014/main" id="{D6B08656-F73B-0D5A-FB29-38E2B6FBB718}"/>
              </a:ext>
            </a:extLst>
          </p:cNvPr>
          <p:cNvSpPr/>
          <p:nvPr/>
        </p:nvSpPr>
        <p:spPr>
          <a:xfrm>
            <a:off x="3748986" y="4902930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1" name="Oval 490">
            <a:extLst>
              <a:ext uri="{FF2B5EF4-FFF2-40B4-BE49-F238E27FC236}">
                <a16:creationId xmlns:a16="http://schemas.microsoft.com/office/drawing/2014/main" id="{0C4480E2-0471-C804-AE19-362A4AD5BE98}"/>
              </a:ext>
            </a:extLst>
          </p:cNvPr>
          <p:cNvSpPr/>
          <p:nvPr/>
        </p:nvSpPr>
        <p:spPr>
          <a:xfrm>
            <a:off x="3748986" y="5138472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3" name="Oval 492">
            <a:extLst>
              <a:ext uri="{FF2B5EF4-FFF2-40B4-BE49-F238E27FC236}">
                <a16:creationId xmlns:a16="http://schemas.microsoft.com/office/drawing/2014/main" id="{34B36761-EF3E-4D93-B31B-F6EDF86DF34B}"/>
              </a:ext>
            </a:extLst>
          </p:cNvPr>
          <p:cNvSpPr/>
          <p:nvPr/>
        </p:nvSpPr>
        <p:spPr>
          <a:xfrm>
            <a:off x="3748986" y="53740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5" name="Oval 494">
            <a:extLst>
              <a:ext uri="{FF2B5EF4-FFF2-40B4-BE49-F238E27FC236}">
                <a16:creationId xmlns:a16="http://schemas.microsoft.com/office/drawing/2014/main" id="{40085486-EE4C-6E32-089D-E9EEA578FFE3}"/>
              </a:ext>
            </a:extLst>
          </p:cNvPr>
          <p:cNvSpPr/>
          <p:nvPr/>
        </p:nvSpPr>
        <p:spPr>
          <a:xfrm>
            <a:off x="3748986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7" name="Oval 496">
            <a:extLst>
              <a:ext uri="{FF2B5EF4-FFF2-40B4-BE49-F238E27FC236}">
                <a16:creationId xmlns:a16="http://schemas.microsoft.com/office/drawing/2014/main" id="{70CE5D7E-4404-A552-CF63-05AF79A2CD00}"/>
              </a:ext>
            </a:extLst>
          </p:cNvPr>
          <p:cNvSpPr/>
          <p:nvPr/>
        </p:nvSpPr>
        <p:spPr>
          <a:xfrm>
            <a:off x="1477403" y="4667388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9" name="Oval 498">
            <a:extLst>
              <a:ext uri="{FF2B5EF4-FFF2-40B4-BE49-F238E27FC236}">
                <a16:creationId xmlns:a16="http://schemas.microsoft.com/office/drawing/2014/main" id="{CEA2C58C-45CD-F85F-FDDA-0234E0D0B0EA}"/>
              </a:ext>
            </a:extLst>
          </p:cNvPr>
          <p:cNvSpPr/>
          <p:nvPr/>
        </p:nvSpPr>
        <p:spPr>
          <a:xfrm>
            <a:off x="1477403" y="490292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1" name="Oval 500">
            <a:extLst>
              <a:ext uri="{FF2B5EF4-FFF2-40B4-BE49-F238E27FC236}">
                <a16:creationId xmlns:a16="http://schemas.microsoft.com/office/drawing/2014/main" id="{518BBC44-DA78-6D9D-4B25-E1FAA6D31BFB}"/>
              </a:ext>
            </a:extLst>
          </p:cNvPr>
          <p:cNvSpPr/>
          <p:nvPr/>
        </p:nvSpPr>
        <p:spPr>
          <a:xfrm>
            <a:off x="1477403" y="5138471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3" name="Oval 502">
            <a:extLst>
              <a:ext uri="{FF2B5EF4-FFF2-40B4-BE49-F238E27FC236}">
                <a16:creationId xmlns:a16="http://schemas.microsoft.com/office/drawing/2014/main" id="{F23611E4-B15B-C265-2CAC-3AA348F8A7C5}"/>
              </a:ext>
            </a:extLst>
          </p:cNvPr>
          <p:cNvSpPr/>
          <p:nvPr/>
        </p:nvSpPr>
        <p:spPr>
          <a:xfrm>
            <a:off x="1477403" y="537401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5" name="Oval 504">
            <a:extLst>
              <a:ext uri="{FF2B5EF4-FFF2-40B4-BE49-F238E27FC236}">
                <a16:creationId xmlns:a16="http://schemas.microsoft.com/office/drawing/2014/main" id="{CF9FBDC8-058C-4CFF-A96D-8D8863112C01}"/>
              </a:ext>
            </a:extLst>
          </p:cNvPr>
          <p:cNvSpPr/>
          <p:nvPr/>
        </p:nvSpPr>
        <p:spPr>
          <a:xfrm>
            <a:off x="1477403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7" name="Oval 506">
            <a:extLst>
              <a:ext uri="{FF2B5EF4-FFF2-40B4-BE49-F238E27FC236}">
                <a16:creationId xmlns:a16="http://schemas.microsoft.com/office/drawing/2014/main" id="{501E44EE-1A4E-2E5E-C98F-CD534419EA74}"/>
              </a:ext>
            </a:extLst>
          </p:cNvPr>
          <p:cNvSpPr/>
          <p:nvPr/>
        </p:nvSpPr>
        <p:spPr>
          <a:xfrm>
            <a:off x="4001385" y="466738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9" name="Oval 508">
            <a:extLst>
              <a:ext uri="{FF2B5EF4-FFF2-40B4-BE49-F238E27FC236}">
                <a16:creationId xmlns:a16="http://schemas.microsoft.com/office/drawing/2014/main" id="{3A4234F2-108B-E358-F802-AD63CD3448E8}"/>
              </a:ext>
            </a:extLst>
          </p:cNvPr>
          <p:cNvSpPr/>
          <p:nvPr/>
        </p:nvSpPr>
        <p:spPr>
          <a:xfrm>
            <a:off x="4001385" y="4902930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1" name="Oval 510">
            <a:extLst>
              <a:ext uri="{FF2B5EF4-FFF2-40B4-BE49-F238E27FC236}">
                <a16:creationId xmlns:a16="http://schemas.microsoft.com/office/drawing/2014/main" id="{34AF21E0-8630-1A0A-9397-1158BAB77A07}"/>
              </a:ext>
            </a:extLst>
          </p:cNvPr>
          <p:cNvSpPr/>
          <p:nvPr/>
        </p:nvSpPr>
        <p:spPr>
          <a:xfrm>
            <a:off x="4001385" y="5138472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3" name="Oval 512">
            <a:extLst>
              <a:ext uri="{FF2B5EF4-FFF2-40B4-BE49-F238E27FC236}">
                <a16:creationId xmlns:a16="http://schemas.microsoft.com/office/drawing/2014/main" id="{6FE22DF6-5A54-4EF1-3919-44E3A4AA777E}"/>
              </a:ext>
            </a:extLst>
          </p:cNvPr>
          <p:cNvSpPr/>
          <p:nvPr/>
        </p:nvSpPr>
        <p:spPr>
          <a:xfrm>
            <a:off x="4001385" y="53740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D90465E9-8519-E299-EF3B-47C2DB18FD7C}"/>
              </a:ext>
            </a:extLst>
          </p:cNvPr>
          <p:cNvSpPr/>
          <p:nvPr/>
        </p:nvSpPr>
        <p:spPr>
          <a:xfrm>
            <a:off x="4001385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7" name="Oval 516">
            <a:extLst>
              <a:ext uri="{FF2B5EF4-FFF2-40B4-BE49-F238E27FC236}">
                <a16:creationId xmlns:a16="http://schemas.microsoft.com/office/drawing/2014/main" id="{44150627-EBED-AEC9-B600-9BD35D1FCA50}"/>
              </a:ext>
            </a:extLst>
          </p:cNvPr>
          <p:cNvSpPr/>
          <p:nvPr/>
        </p:nvSpPr>
        <p:spPr>
          <a:xfrm>
            <a:off x="1729801" y="4667388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9" name="Oval 518">
            <a:extLst>
              <a:ext uri="{FF2B5EF4-FFF2-40B4-BE49-F238E27FC236}">
                <a16:creationId xmlns:a16="http://schemas.microsoft.com/office/drawing/2014/main" id="{34F65425-3C0A-B8FF-D047-5447FEAD5C37}"/>
              </a:ext>
            </a:extLst>
          </p:cNvPr>
          <p:cNvSpPr/>
          <p:nvPr/>
        </p:nvSpPr>
        <p:spPr>
          <a:xfrm>
            <a:off x="1729801" y="490292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1" name="Oval 520">
            <a:extLst>
              <a:ext uri="{FF2B5EF4-FFF2-40B4-BE49-F238E27FC236}">
                <a16:creationId xmlns:a16="http://schemas.microsoft.com/office/drawing/2014/main" id="{419291C6-81A5-A73C-9F12-C9959A8648D9}"/>
              </a:ext>
            </a:extLst>
          </p:cNvPr>
          <p:cNvSpPr/>
          <p:nvPr/>
        </p:nvSpPr>
        <p:spPr>
          <a:xfrm>
            <a:off x="1729801" y="5138471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3" name="Oval 522">
            <a:extLst>
              <a:ext uri="{FF2B5EF4-FFF2-40B4-BE49-F238E27FC236}">
                <a16:creationId xmlns:a16="http://schemas.microsoft.com/office/drawing/2014/main" id="{F0A793D3-9C6B-B9BF-FD30-75D696B344BD}"/>
              </a:ext>
            </a:extLst>
          </p:cNvPr>
          <p:cNvSpPr/>
          <p:nvPr/>
        </p:nvSpPr>
        <p:spPr>
          <a:xfrm>
            <a:off x="1729801" y="537401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5" name="Oval 524">
            <a:extLst>
              <a:ext uri="{FF2B5EF4-FFF2-40B4-BE49-F238E27FC236}">
                <a16:creationId xmlns:a16="http://schemas.microsoft.com/office/drawing/2014/main" id="{165E1DC0-838E-4110-A2E9-C361BC2F42A4}"/>
              </a:ext>
            </a:extLst>
          </p:cNvPr>
          <p:cNvSpPr/>
          <p:nvPr/>
        </p:nvSpPr>
        <p:spPr>
          <a:xfrm>
            <a:off x="1729801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7" name="Oval 526">
            <a:extLst>
              <a:ext uri="{FF2B5EF4-FFF2-40B4-BE49-F238E27FC236}">
                <a16:creationId xmlns:a16="http://schemas.microsoft.com/office/drawing/2014/main" id="{253DD898-46BE-2AC5-CCB0-FBAA4AC8C832}"/>
              </a:ext>
            </a:extLst>
          </p:cNvPr>
          <p:cNvSpPr/>
          <p:nvPr/>
        </p:nvSpPr>
        <p:spPr>
          <a:xfrm>
            <a:off x="4253783" y="466738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9" name="Oval 528">
            <a:extLst>
              <a:ext uri="{FF2B5EF4-FFF2-40B4-BE49-F238E27FC236}">
                <a16:creationId xmlns:a16="http://schemas.microsoft.com/office/drawing/2014/main" id="{0B4AF2D9-6FAD-4E5A-6F5A-101427EC2928}"/>
              </a:ext>
            </a:extLst>
          </p:cNvPr>
          <p:cNvSpPr/>
          <p:nvPr/>
        </p:nvSpPr>
        <p:spPr>
          <a:xfrm>
            <a:off x="4253783" y="4902930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1" name="Oval 530">
            <a:extLst>
              <a:ext uri="{FF2B5EF4-FFF2-40B4-BE49-F238E27FC236}">
                <a16:creationId xmlns:a16="http://schemas.microsoft.com/office/drawing/2014/main" id="{B8E7B8EA-E0FC-DBD9-AF9F-F2AD178B0C5B}"/>
              </a:ext>
            </a:extLst>
          </p:cNvPr>
          <p:cNvSpPr/>
          <p:nvPr/>
        </p:nvSpPr>
        <p:spPr>
          <a:xfrm>
            <a:off x="4253783" y="5138472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3" name="Oval 532">
            <a:extLst>
              <a:ext uri="{FF2B5EF4-FFF2-40B4-BE49-F238E27FC236}">
                <a16:creationId xmlns:a16="http://schemas.microsoft.com/office/drawing/2014/main" id="{68D1CED9-A124-29F3-83AB-E87616A4E410}"/>
              </a:ext>
            </a:extLst>
          </p:cNvPr>
          <p:cNvSpPr/>
          <p:nvPr/>
        </p:nvSpPr>
        <p:spPr>
          <a:xfrm>
            <a:off x="4253783" y="53740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5" name="Oval 534">
            <a:extLst>
              <a:ext uri="{FF2B5EF4-FFF2-40B4-BE49-F238E27FC236}">
                <a16:creationId xmlns:a16="http://schemas.microsoft.com/office/drawing/2014/main" id="{731EF3AE-9B6C-82DA-FB02-E075E46EC78B}"/>
              </a:ext>
            </a:extLst>
          </p:cNvPr>
          <p:cNvSpPr/>
          <p:nvPr/>
        </p:nvSpPr>
        <p:spPr>
          <a:xfrm>
            <a:off x="4253783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7" name="Oval 536">
            <a:extLst>
              <a:ext uri="{FF2B5EF4-FFF2-40B4-BE49-F238E27FC236}">
                <a16:creationId xmlns:a16="http://schemas.microsoft.com/office/drawing/2014/main" id="{3CD086F7-2CF9-0C27-1427-750F01C0EEA5}"/>
              </a:ext>
            </a:extLst>
          </p:cNvPr>
          <p:cNvSpPr/>
          <p:nvPr/>
        </p:nvSpPr>
        <p:spPr>
          <a:xfrm>
            <a:off x="1982200" y="4667388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D2757F98-7588-BAA7-BAAC-955F3E47B70C}"/>
              </a:ext>
            </a:extLst>
          </p:cNvPr>
          <p:cNvSpPr/>
          <p:nvPr/>
        </p:nvSpPr>
        <p:spPr>
          <a:xfrm>
            <a:off x="1982200" y="490292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1" name="Oval 540">
            <a:extLst>
              <a:ext uri="{FF2B5EF4-FFF2-40B4-BE49-F238E27FC236}">
                <a16:creationId xmlns:a16="http://schemas.microsoft.com/office/drawing/2014/main" id="{D584537B-C194-6BEE-9174-2DF53A8523E6}"/>
              </a:ext>
            </a:extLst>
          </p:cNvPr>
          <p:cNvSpPr/>
          <p:nvPr/>
        </p:nvSpPr>
        <p:spPr>
          <a:xfrm>
            <a:off x="1982200" y="5138471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3" name="Oval 542">
            <a:extLst>
              <a:ext uri="{FF2B5EF4-FFF2-40B4-BE49-F238E27FC236}">
                <a16:creationId xmlns:a16="http://schemas.microsoft.com/office/drawing/2014/main" id="{B38AFC27-60B0-B9A8-4665-1BDE892297FC}"/>
              </a:ext>
            </a:extLst>
          </p:cNvPr>
          <p:cNvSpPr/>
          <p:nvPr/>
        </p:nvSpPr>
        <p:spPr>
          <a:xfrm>
            <a:off x="1982200" y="537401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5" name="Oval 544">
            <a:extLst>
              <a:ext uri="{FF2B5EF4-FFF2-40B4-BE49-F238E27FC236}">
                <a16:creationId xmlns:a16="http://schemas.microsoft.com/office/drawing/2014/main" id="{B4DDA5FA-FFDA-9DB7-2143-CA71CB4B8FBE}"/>
              </a:ext>
            </a:extLst>
          </p:cNvPr>
          <p:cNvSpPr/>
          <p:nvPr/>
        </p:nvSpPr>
        <p:spPr>
          <a:xfrm>
            <a:off x="1982200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7" name="Oval 546">
            <a:extLst>
              <a:ext uri="{FF2B5EF4-FFF2-40B4-BE49-F238E27FC236}">
                <a16:creationId xmlns:a16="http://schemas.microsoft.com/office/drawing/2014/main" id="{61D844EF-F500-B867-F786-2D84CA9C133A}"/>
              </a:ext>
            </a:extLst>
          </p:cNvPr>
          <p:cNvSpPr/>
          <p:nvPr/>
        </p:nvSpPr>
        <p:spPr>
          <a:xfrm>
            <a:off x="4506181" y="466738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9" name="Oval 548">
            <a:extLst>
              <a:ext uri="{FF2B5EF4-FFF2-40B4-BE49-F238E27FC236}">
                <a16:creationId xmlns:a16="http://schemas.microsoft.com/office/drawing/2014/main" id="{248BE6F0-4052-95B6-AF7A-D7F0C4D246B4}"/>
              </a:ext>
            </a:extLst>
          </p:cNvPr>
          <p:cNvSpPr/>
          <p:nvPr/>
        </p:nvSpPr>
        <p:spPr>
          <a:xfrm>
            <a:off x="4506181" y="4902930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1" name="Oval 550">
            <a:extLst>
              <a:ext uri="{FF2B5EF4-FFF2-40B4-BE49-F238E27FC236}">
                <a16:creationId xmlns:a16="http://schemas.microsoft.com/office/drawing/2014/main" id="{A786BDCA-CD3C-F73F-2840-033624248926}"/>
              </a:ext>
            </a:extLst>
          </p:cNvPr>
          <p:cNvSpPr/>
          <p:nvPr/>
        </p:nvSpPr>
        <p:spPr>
          <a:xfrm>
            <a:off x="4506181" y="5138472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3" name="Oval 552">
            <a:extLst>
              <a:ext uri="{FF2B5EF4-FFF2-40B4-BE49-F238E27FC236}">
                <a16:creationId xmlns:a16="http://schemas.microsoft.com/office/drawing/2014/main" id="{F9033F96-88FC-2811-334B-A2DAF2443C1E}"/>
              </a:ext>
            </a:extLst>
          </p:cNvPr>
          <p:cNvSpPr/>
          <p:nvPr/>
        </p:nvSpPr>
        <p:spPr>
          <a:xfrm>
            <a:off x="4506181" y="53740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CF18BB94-0F98-FBF1-C6E1-75A16977BC32}"/>
              </a:ext>
            </a:extLst>
          </p:cNvPr>
          <p:cNvSpPr/>
          <p:nvPr/>
        </p:nvSpPr>
        <p:spPr>
          <a:xfrm>
            <a:off x="4506181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7" name="Oval 556">
            <a:extLst>
              <a:ext uri="{FF2B5EF4-FFF2-40B4-BE49-F238E27FC236}">
                <a16:creationId xmlns:a16="http://schemas.microsoft.com/office/drawing/2014/main" id="{FAE9910B-1D6A-41F6-738F-CE968171926B}"/>
              </a:ext>
            </a:extLst>
          </p:cNvPr>
          <p:cNvSpPr/>
          <p:nvPr/>
        </p:nvSpPr>
        <p:spPr>
          <a:xfrm>
            <a:off x="2234598" y="4667388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9" name="Oval 558">
            <a:extLst>
              <a:ext uri="{FF2B5EF4-FFF2-40B4-BE49-F238E27FC236}">
                <a16:creationId xmlns:a16="http://schemas.microsoft.com/office/drawing/2014/main" id="{34DAA9C9-BDF1-1A2C-C746-0C1F2A16F345}"/>
              </a:ext>
            </a:extLst>
          </p:cNvPr>
          <p:cNvSpPr/>
          <p:nvPr/>
        </p:nvSpPr>
        <p:spPr>
          <a:xfrm>
            <a:off x="2234598" y="490292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1" name="Oval 560">
            <a:extLst>
              <a:ext uri="{FF2B5EF4-FFF2-40B4-BE49-F238E27FC236}">
                <a16:creationId xmlns:a16="http://schemas.microsoft.com/office/drawing/2014/main" id="{3C3B84A7-F3AA-AF49-C967-483599C608BA}"/>
              </a:ext>
            </a:extLst>
          </p:cNvPr>
          <p:cNvSpPr/>
          <p:nvPr/>
        </p:nvSpPr>
        <p:spPr>
          <a:xfrm>
            <a:off x="2234598" y="5138471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3" name="Oval 562">
            <a:extLst>
              <a:ext uri="{FF2B5EF4-FFF2-40B4-BE49-F238E27FC236}">
                <a16:creationId xmlns:a16="http://schemas.microsoft.com/office/drawing/2014/main" id="{C6A75D14-0D4C-7FB2-BA3D-0208BA6F1606}"/>
              </a:ext>
            </a:extLst>
          </p:cNvPr>
          <p:cNvSpPr/>
          <p:nvPr/>
        </p:nvSpPr>
        <p:spPr>
          <a:xfrm>
            <a:off x="2234598" y="537401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5" name="Oval 564">
            <a:extLst>
              <a:ext uri="{FF2B5EF4-FFF2-40B4-BE49-F238E27FC236}">
                <a16:creationId xmlns:a16="http://schemas.microsoft.com/office/drawing/2014/main" id="{D54A5543-33D6-9046-1589-4D4CE7DD359E}"/>
              </a:ext>
            </a:extLst>
          </p:cNvPr>
          <p:cNvSpPr/>
          <p:nvPr/>
        </p:nvSpPr>
        <p:spPr>
          <a:xfrm>
            <a:off x="2234598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7" name="Oval 566">
            <a:extLst>
              <a:ext uri="{FF2B5EF4-FFF2-40B4-BE49-F238E27FC236}">
                <a16:creationId xmlns:a16="http://schemas.microsoft.com/office/drawing/2014/main" id="{60504D30-F3F1-4C9E-63AB-F5953DD90251}"/>
              </a:ext>
            </a:extLst>
          </p:cNvPr>
          <p:cNvSpPr/>
          <p:nvPr/>
        </p:nvSpPr>
        <p:spPr>
          <a:xfrm>
            <a:off x="4758579" y="466738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9" name="Oval 568">
            <a:extLst>
              <a:ext uri="{FF2B5EF4-FFF2-40B4-BE49-F238E27FC236}">
                <a16:creationId xmlns:a16="http://schemas.microsoft.com/office/drawing/2014/main" id="{C9D1CBD7-484C-AB50-3BAE-68EAD0A872FB}"/>
              </a:ext>
            </a:extLst>
          </p:cNvPr>
          <p:cNvSpPr/>
          <p:nvPr/>
        </p:nvSpPr>
        <p:spPr>
          <a:xfrm>
            <a:off x="4758579" y="4902930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1" name="Oval 570">
            <a:extLst>
              <a:ext uri="{FF2B5EF4-FFF2-40B4-BE49-F238E27FC236}">
                <a16:creationId xmlns:a16="http://schemas.microsoft.com/office/drawing/2014/main" id="{3C83E648-A484-8143-43F8-A6018FEF1498}"/>
              </a:ext>
            </a:extLst>
          </p:cNvPr>
          <p:cNvSpPr/>
          <p:nvPr/>
        </p:nvSpPr>
        <p:spPr>
          <a:xfrm>
            <a:off x="4758579" y="5138472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26674B4F-347E-87E8-54D0-9D9DBC54B4F7}"/>
              </a:ext>
            </a:extLst>
          </p:cNvPr>
          <p:cNvSpPr/>
          <p:nvPr/>
        </p:nvSpPr>
        <p:spPr>
          <a:xfrm>
            <a:off x="4758579" y="53740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0B51B457-E20E-8834-8E97-029DE8CDB1AE}"/>
              </a:ext>
            </a:extLst>
          </p:cNvPr>
          <p:cNvSpPr/>
          <p:nvPr/>
        </p:nvSpPr>
        <p:spPr>
          <a:xfrm>
            <a:off x="4758579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7" name="Oval 576">
            <a:extLst>
              <a:ext uri="{FF2B5EF4-FFF2-40B4-BE49-F238E27FC236}">
                <a16:creationId xmlns:a16="http://schemas.microsoft.com/office/drawing/2014/main" id="{8D0BED4A-B3A5-CA4A-B0E6-233C635D8E4E}"/>
              </a:ext>
            </a:extLst>
          </p:cNvPr>
          <p:cNvSpPr/>
          <p:nvPr/>
        </p:nvSpPr>
        <p:spPr>
          <a:xfrm>
            <a:off x="2486996" y="4667388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9" name="Oval 578">
            <a:extLst>
              <a:ext uri="{FF2B5EF4-FFF2-40B4-BE49-F238E27FC236}">
                <a16:creationId xmlns:a16="http://schemas.microsoft.com/office/drawing/2014/main" id="{85D0114B-01CF-283B-311A-99574D4A8A2F}"/>
              </a:ext>
            </a:extLst>
          </p:cNvPr>
          <p:cNvSpPr/>
          <p:nvPr/>
        </p:nvSpPr>
        <p:spPr>
          <a:xfrm>
            <a:off x="2486996" y="490292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1" name="Oval 580">
            <a:extLst>
              <a:ext uri="{FF2B5EF4-FFF2-40B4-BE49-F238E27FC236}">
                <a16:creationId xmlns:a16="http://schemas.microsoft.com/office/drawing/2014/main" id="{C34DC942-24AF-5D5C-9AD1-8E389024C65C}"/>
              </a:ext>
            </a:extLst>
          </p:cNvPr>
          <p:cNvSpPr/>
          <p:nvPr/>
        </p:nvSpPr>
        <p:spPr>
          <a:xfrm>
            <a:off x="2486996" y="5138471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3" name="Oval 582">
            <a:extLst>
              <a:ext uri="{FF2B5EF4-FFF2-40B4-BE49-F238E27FC236}">
                <a16:creationId xmlns:a16="http://schemas.microsoft.com/office/drawing/2014/main" id="{43470B99-CDB3-CE80-F167-438EFA9F783B}"/>
              </a:ext>
            </a:extLst>
          </p:cNvPr>
          <p:cNvSpPr/>
          <p:nvPr/>
        </p:nvSpPr>
        <p:spPr>
          <a:xfrm>
            <a:off x="2486996" y="537401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5" name="Oval 584">
            <a:extLst>
              <a:ext uri="{FF2B5EF4-FFF2-40B4-BE49-F238E27FC236}">
                <a16:creationId xmlns:a16="http://schemas.microsoft.com/office/drawing/2014/main" id="{D83F7863-189B-0306-227D-10E995D9D73E}"/>
              </a:ext>
            </a:extLst>
          </p:cNvPr>
          <p:cNvSpPr/>
          <p:nvPr/>
        </p:nvSpPr>
        <p:spPr>
          <a:xfrm>
            <a:off x="2486996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7" name="Oval 586">
            <a:extLst>
              <a:ext uri="{FF2B5EF4-FFF2-40B4-BE49-F238E27FC236}">
                <a16:creationId xmlns:a16="http://schemas.microsoft.com/office/drawing/2014/main" id="{E624630B-7222-2574-493F-91149E98A54B}"/>
              </a:ext>
            </a:extLst>
          </p:cNvPr>
          <p:cNvSpPr/>
          <p:nvPr/>
        </p:nvSpPr>
        <p:spPr>
          <a:xfrm>
            <a:off x="5010978" y="466738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9" name="Oval 588">
            <a:extLst>
              <a:ext uri="{FF2B5EF4-FFF2-40B4-BE49-F238E27FC236}">
                <a16:creationId xmlns:a16="http://schemas.microsoft.com/office/drawing/2014/main" id="{07DD32B9-A4BA-5EF6-19EE-085BB1E7B55F}"/>
              </a:ext>
            </a:extLst>
          </p:cNvPr>
          <p:cNvSpPr/>
          <p:nvPr/>
        </p:nvSpPr>
        <p:spPr>
          <a:xfrm>
            <a:off x="5010978" y="4902930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1" name="Oval 590">
            <a:extLst>
              <a:ext uri="{FF2B5EF4-FFF2-40B4-BE49-F238E27FC236}">
                <a16:creationId xmlns:a16="http://schemas.microsoft.com/office/drawing/2014/main" id="{1C3A94A8-AE7D-A83D-4128-EFE61F9BFCD9}"/>
              </a:ext>
            </a:extLst>
          </p:cNvPr>
          <p:cNvSpPr/>
          <p:nvPr/>
        </p:nvSpPr>
        <p:spPr>
          <a:xfrm>
            <a:off x="5010978" y="5138472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3" name="Oval 592">
            <a:extLst>
              <a:ext uri="{FF2B5EF4-FFF2-40B4-BE49-F238E27FC236}">
                <a16:creationId xmlns:a16="http://schemas.microsoft.com/office/drawing/2014/main" id="{3B44EF72-40EF-1859-FEF3-BA6A1A94D855}"/>
              </a:ext>
            </a:extLst>
          </p:cNvPr>
          <p:cNvSpPr/>
          <p:nvPr/>
        </p:nvSpPr>
        <p:spPr>
          <a:xfrm>
            <a:off x="5010978" y="53740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5" name="Oval 594">
            <a:extLst>
              <a:ext uri="{FF2B5EF4-FFF2-40B4-BE49-F238E27FC236}">
                <a16:creationId xmlns:a16="http://schemas.microsoft.com/office/drawing/2014/main" id="{96D5D55B-7359-B81B-D29C-9FA8668CC120}"/>
              </a:ext>
            </a:extLst>
          </p:cNvPr>
          <p:cNvSpPr/>
          <p:nvPr/>
        </p:nvSpPr>
        <p:spPr>
          <a:xfrm>
            <a:off x="5010978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7" name="Oval 596">
            <a:extLst>
              <a:ext uri="{FF2B5EF4-FFF2-40B4-BE49-F238E27FC236}">
                <a16:creationId xmlns:a16="http://schemas.microsoft.com/office/drawing/2014/main" id="{2B624DFB-EAE6-5119-A896-94FA3866B4AF}"/>
              </a:ext>
            </a:extLst>
          </p:cNvPr>
          <p:cNvSpPr/>
          <p:nvPr/>
        </p:nvSpPr>
        <p:spPr>
          <a:xfrm>
            <a:off x="2739394" y="4667388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9" name="Oval 598">
            <a:extLst>
              <a:ext uri="{FF2B5EF4-FFF2-40B4-BE49-F238E27FC236}">
                <a16:creationId xmlns:a16="http://schemas.microsoft.com/office/drawing/2014/main" id="{5637FE47-B091-C1D0-6816-28A95A42AA5F}"/>
              </a:ext>
            </a:extLst>
          </p:cNvPr>
          <p:cNvSpPr/>
          <p:nvPr/>
        </p:nvSpPr>
        <p:spPr>
          <a:xfrm>
            <a:off x="2739394" y="490292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1" name="Oval 600">
            <a:extLst>
              <a:ext uri="{FF2B5EF4-FFF2-40B4-BE49-F238E27FC236}">
                <a16:creationId xmlns:a16="http://schemas.microsoft.com/office/drawing/2014/main" id="{11E096B8-0520-6CD9-6E64-4E7EF77AA3DD}"/>
              </a:ext>
            </a:extLst>
          </p:cNvPr>
          <p:cNvSpPr/>
          <p:nvPr/>
        </p:nvSpPr>
        <p:spPr>
          <a:xfrm>
            <a:off x="2739394" y="5138471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3" name="Oval 602">
            <a:extLst>
              <a:ext uri="{FF2B5EF4-FFF2-40B4-BE49-F238E27FC236}">
                <a16:creationId xmlns:a16="http://schemas.microsoft.com/office/drawing/2014/main" id="{8EC46BD8-FBB2-1ED5-2E9E-DC8C13C3DC71}"/>
              </a:ext>
            </a:extLst>
          </p:cNvPr>
          <p:cNvSpPr/>
          <p:nvPr/>
        </p:nvSpPr>
        <p:spPr>
          <a:xfrm>
            <a:off x="2739394" y="5374012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5" name="Oval 604">
            <a:extLst>
              <a:ext uri="{FF2B5EF4-FFF2-40B4-BE49-F238E27FC236}">
                <a16:creationId xmlns:a16="http://schemas.microsoft.com/office/drawing/2014/main" id="{5E5BB242-FEA1-DB69-67AC-9BED7C0EADA7}"/>
              </a:ext>
            </a:extLst>
          </p:cNvPr>
          <p:cNvSpPr/>
          <p:nvPr/>
        </p:nvSpPr>
        <p:spPr>
          <a:xfrm>
            <a:off x="2739394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7" name="Oval 606">
            <a:extLst>
              <a:ext uri="{FF2B5EF4-FFF2-40B4-BE49-F238E27FC236}">
                <a16:creationId xmlns:a16="http://schemas.microsoft.com/office/drawing/2014/main" id="{3E600D28-8AF0-4B7E-92EC-39781EE161E3}"/>
              </a:ext>
            </a:extLst>
          </p:cNvPr>
          <p:cNvSpPr/>
          <p:nvPr/>
        </p:nvSpPr>
        <p:spPr>
          <a:xfrm>
            <a:off x="5263375" y="4667389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D917FBF8-049D-14D3-DED1-E912F957C29F}"/>
              </a:ext>
            </a:extLst>
          </p:cNvPr>
          <p:cNvSpPr/>
          <p:nvPr/>
        </p:nvSpPr>
        <p:spPr>
          <a:xfrm>
            <a:off x="5263375" y="4902930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1" name="Oval 610">
            <a:extLst>
              <a:ext uri="{FF2B5EF4-FFF2-40B4-BE49-F238E27FC236}">
                <a16:creationId xmlns:a16="http://schemas.microsoft.com/office/drawing/2014/main" id="{21EAF24E-52FA-2ACE-F841-32AD46D9C313}"/>
              </a:ext>
            </a:extLst>
          </p:cNvPr>
          <p:cNvSpPr/>
          <p:nvPr/>
        </p:nvSpPr>
        <p:spPr>
          <a:xfrm>
            <a:off x="5263375" y="5138472"/>
            <a:ext cx="175706" cy="175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311EA31F-3308-3FD4-D89F-2D45FDD79031}"/>
              </a:ext>
            </a:extLst>
          </p:cNvPr>
          <p:cNvSpPr/>
          <p:nvPr/>
        </p:nvSpPr>
        <p:spPr>
          <a:xfrm>
            <a:off x="5263375" y="537401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5" name="Oval 614">
            <a:extLst>
              <a:ext uri="{FF2B5EF4-FFF2-40B4-BE49-F238E27FC236}">
                <a16:creationId xmlns:a16="http://schemas.microsoft.com/office/drawing/2014/main" id="{3162C0B4-6290-060D-D382-9420169759CF}"/>
              </a:ext>
            </a:extLst>
          </p:cNvPr>
          <p:cNvSpPr/>
          <p:nvPr/>
        </p:nvSpPr>
        <p:spPr>
          <a:xfrm>
            <a:off x="5263375" y="5609553"/>
            <a:ext cx="175706" cy="1757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9559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496CA2D-AA63-3414-DBB2-121107CA7C54}"/>
              </a:ext>
            </a:extLst>
          </p:cNvPr>
          <p:cNvGrpSpPr/>
          <p:nvPr/>
        </p:nvGrpSpPr>
        <p:grpSpPr>
          <a:xfrm>
            <a:off x="551169" y="1341647"/>
            <a:ext cx="10887838" cy="3635428"/>
            <a:chOff x="551169" y="1341647"/>
            <a:chExt cx="10887838" cy="363542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50C8D8C-A987-66C6-1565-4B6C5227EAB5}"/>
                </a:ext>
              </a:extLst>
            </p:cNvPr>
            <p:cNvGrpSpPr/>
            <p:nvPr/>
          </p:nvGrpSpPr>
          <p:grpSpPr>
            <a:xfrm>
              <a:off x="691718" y="1621516"/>
              <a:ext cx="10747289" cy="3355559"/>
              <a:chOff x="691718" y="1621516"/>
              <a:chExt cx="10747289" cy="335555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06121D2-2227-CD0C-D9B7-23ADF0DA850E}"/>
                  </a:ext>
                </a:extLst>
              </p:cNvPr>
              <p:cNvSpPr/>
              <p:nvPr/>
            </p:nvSpPr>
            <p:spPr>
              <a:xfrm>
                <a:off x="9204567" y="4854797"/>
                <a:ext cx="1836813" cy="120947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7B29866-A1DD-25F2-F1B5-702BF530534F}"/>
                  </a:ext>
                </a:extLst>
              </p:cNvPr>
              <p:cNvSpPr/>
              <p:nvPr/>
            </p:nvSpPr>
            <p:spPr>
              <a:xfrm>
                <a:off x="1086553" y="1621516"/>
                <a:ext cx="3668156" cy="120947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9D38310-872F-2951-6E36-A39359482609}"/>
                  </a:ext>
                </a:extLst>
              </p:cNvPr>
              <p:cNvSpPr/>
              <p:nvPr/>
            </p:nvSpPr>
            <p:spPr>
              <a:xfrm>
                <a:off x="4754051" y="1621516"/>
                <a:ext cx="4589932" cy="120947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718E2F-31F3-3004-7FCE-88FABBD81E90}"/>
                  </a:ext>
                </a:extLst>
              </p:cNvPr>
              <p:cNvSpPr/>
              <p:nvPr/>
            </p:nvSpPr>
            <p:spPr>
              <a:xfrm>
                <a:off x="6949665" y="1621516"/>
                <a:ext cx="4489342" cy="1738648"/>
              </a:xfrm>
              <a:custGeom>
                <a:avLst/>
                <a:gdLst>
                  <a:gd name="connsiteX0" fmla="*/ 0 w 4489342"/>
                  <a:gd name="connsiteY0" fmla="*/ 1616910 h 1738648"/>
                  <a:gd name="connsiteX1" fmla="*/ 2394318 w 4489342"/>
                  <a:gd name="connsiteY1" fmla="*/ 1616910 h 1738648"/>
                  <a:gd name="connsiteX2" fmla="*/ 2394318 w 4489342"/>
                  <a:gd name="connsiteY2" fmla="*/ 1737857 h 1738648"/>
                  <a:gd name="connsiteX3" fmla="*/ 0 w 4489342"/>
                  <a:gd name="connsiteY3" fmla="*/ 1737857 h 1738648"/>
                  <a:gd name="connsiteX4" fmla="*/ 2394319 w 4489342"/>
                  <a:gd name="connsiteY4" fmla="*/ 0 h 1738648"/>
                  <a:gd name="connsiteX5" fmla="*/ 3638351 w 4489342"/>
                  <a:gd name="connsiteY5" fmla="*/ 0 h 1738648"/>
                  <a:gd name="connsiteX6" fmla="*/ 3638351 w 4489342"/>
                  <a:gd name="connsiteY6" fmla="*/ 1865 h 1738648"/>
                  <a:gd name="connsiteX7" fmla="*/ 3735460 w 4489342"/>
                  <a:gd name="connsiteY7" fmla="*/ 8312 h 1738648"/>
                  <a:gd name="connsiteX8" fmla="*/ 4372920 w 4489342"/>
                  <a:gd name="connsiteY8" fmla="*/ 435164 h 1738648"/>
                  <a:gd name="connsiteX9" fmla="*/ 4372920 w 4489342"/>
                  <a:gd name="connsiteY9" fmla="*/ 1304153 h 1738648"/>
                  <a:gd name="connsiteX10" fmla="*/ 3620353 w 4489342"/>
                  <a:gd name="connsiteY10" fmla="*/ 1738648 h 1738648"/>
                  <a:gd name="connsiteX11" fmla="*/ 3620353 w 4489342"/>
                  <a:gd name="connsiteY11" fmla="*/ 1738231 h 1738648"/>
                  <a:gd name="connsiteX12" fmla="*/ 2394319 w 4489342"/>
                  <a:gd name="connsiteY12" fmla="*/ 1738231 h 1738648"/>
                  <a:gd name="connsiteX13" fmla="*/ 2394319 w 4489342"/>
                  <a:gd name="connsiteY13" fmla="*/ 1617844 h 1738648"/>
                  <a:gd name="connsiteX14" fmla="*/ 3622682 w 4489342"/>
                  <a:gd name="connsiteY14" fmla="*/ 1617844 h 1738648"/>
                  <a:gd name="connsiteX15" fmla="*/ 3719478 w 4489342"/>
                  <a:gd name="connsiteY15" fmla="*/ 1611417 h 1738648"/>
                  <a:gd name="connsiteX16" fmla="*/ 4268434 w 4489342"/>
                  <a:gd name="connsiteY16" fmla="*/ 1243829 h 1738648"/>
                  <a:gd name="connsiteX17" fmla="*/ 4268434 w 4489342"/>
                  <a:gd name="connsiteY17" fmla="*/ 495490 h 1738648"/>
                  <a:gd name="connsiteX18" fmla="*/ 3620354 w 4489342"/>
                  <a:gd name="connsiteY18" fmla="*/ 121320 h 1738648"/>
                  <a:gd name="connsiteX19" fmla="*/ 3620354 w 4489342"/>
                  <a:gd name="connsiteY19" fmla="*/ 120388 h 1738648"/>
                  <a:gd name="connsiteX20" fmla="*/ 2394319 w 4489342"/>
                  <a:gd name="connsiteY20" fmla="*/ 120388 h 173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489342" h="1738648">
                    <a:moveTo>
                      <a:pt x="0" y="1616910"/>
                    </a:moveTo>
                    <a:lnTo>
                      <a:pt x="2394318" y="1616910"/>
                    </a:lnTo>
                    <a:lnTo>
                      <a:pt x="2394318" y="1737857"/>
                    </a:lnTo>
                    <a:lnTo>
                      <a:pt x="0" y="1737857"/>
                    </a:lnTo>
                    <a:close/>
                    <a:moveTo>
                      <a:pt x="2394319" y="0"/>
                    </a:moveTo>
                    <a:lnTo>
                      <a:pt x="3638351" y="0"/>
                    </a:lnTo>
                    <a:lnTo>
                      <a:pt x="3638351" y="1865"/>
                    </a:lnTo>
                    <a:lnTo>
                      <a:pt x="3735460" y="8312"/>
                    </a:lnTo>
                    <a:cubicBezTo>
                      <a:pt x="4000476" y="43690"/>
                      <a:pt x="4237094" y="199907"/>
                      <a:pt x="4372920" y="435164"/>
                    </a:cubicBezTo>
                    <a:cubicBezTo>
                      <a:pt x="4528150" y="704031"/>
                      <a:pt x="4528150" y="1035287"/>
                      <a:pt x="4372920" y="1304153"/>
                    </a:cubicBezTo>
                    <a:cubicBezTo>
                      <a:pt x="4217690" y="1573020"/>
                      <a:pt x="3930813" y="1738648"/>
                      <a:pt x="3620353" y="1738648"/>
                    </a:cubicBezTo>
                    <a:lnTo>
                      <a:pt x="3620353" y="1738231"/>
                    </a:lnTo>
                    <a:lnTo>
                      <a:pt x="2394319" y="1738231"/>
                    </a:lnTo>
                    <a:lnTo>
                      <a:pt x="2394319" y="1617844"/>
                    </a:lnTo>
                    <a:lnTo>
                      <a:pt x="3622682" y="1617844"/>
                    </a:lnTo>
                    <a:lnTo>
                      <a:pt x="3719478" y="1611417"/>
                    </a:lnTo>
                    <a:cubicBezTo>
                      <a:pt x="3947700" y="1580950"/>
                      <a:pt x="4151466" y="1446423"/>
                      <a:pt x="4268434" y="1243829"/>
                    </a:cubicBezTo>
                    <a:cubicBezTo>
                      <a:pt x="4402112" y="1012292"/>
                      <a:pt x="4402112" y="727027"/>
                      <a:pt x="4268434" y="495490"/>
                    </a:cubicBezTo>
                    <a:cubicBezTo>
                      <a:pt x="4134756" y="263952"/>
                      <a:pt x="3887709" y="121320"/>
                      <a:pt x="3620354" y="121320"/>
                    </a:cubicBezTo>
                    <a:lnTo>
                      <a:pt x="3620354" y="120388"/>
                    </a:lnTo>
                    <a:lnTo>
                      <a:pt x="2394319" y="120388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pt-BR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A921126-9541-A706-F106-E5A3C3A0F186}"/>
                  </a:ext>
                </a:extLst>
              </p:cNvPr>
              <p:cNvSpPr/>
              <p:nvPr/>
            </p:nvSpPr>
            <p:spPr>
              <a:xfrm flipH="1">
                <a:off x="691718" y="3238427"/>
                <a:ext cx="4062333" cy="1738648"/>
              </a:xfrm>
              <a:custGeom>
                <a:avLst/>
                <a:gdLst>
                  <a:gd name="connsiteX0" fmla="*/ 3211342 w 4062333"/>
                  <a:gd name="connsiteY0" fmla="*/ 0 h 1738648"/>
                  <a:gd name="connsiteX1" fmla="*/ 1967310 w 4062333"/>
                  <a:gd name="connsiteY1" fmla="*/ 0 h 1738648"/>
                  <a:gd name="connsiteX2" fmla="*/ 1967310 w 4062333"/>
                  <a:gd name="connsiteY2" fmla="*/ 120388 h 1738648"/>
                  <a:gd name="connsiteX3" fmla="*/ 3193345 w 4062333"/>
                  <a:gd name="connsiteY3" fmla="*/ 120388 h 1738648"/>
                  <a:gd name="connsiteX4" fmla="*/ 3193345 w 4062333"/>
                  <a:gd name="connsiteY4" fmla="*/ 121320 h 1738648"/>
                  <a:gd name="connsiteX5" fmla="*/ 3841425 w 4062333"/>
                  <a:gd name="connsiteY5" fmla="*/ 495490 h 1738648"/>
                  <a:gd name="connsiteX6" fmla="*/ 3841425 w 4062333"/>
                  <a:gd name="connsiteY6" fmla="*/ 1243829 h 1738648"/>
                  <a:gd name="connsiteX7" fmla="*/ 3292469 w 4062333"/>
                  <a:gd name="connsiteY7" fmla="*/ 1611417 h 1738648"/>
                  <a:gd name="connsiteX8" fmla="*/ 3195673 w 4062333"/>
                  <a:gd name="connsiteY8" fmla="*/ 1617844 h 1738648"/>
                  <a:gd name="connsiteX9" fmla="*/ 1967310 w 4062333"/>
                  <a:gd name="connsiteY9" fmla="*/ 1617844 h 1738648"/>
                  <a:gd name="connsiteX10" fmla="*/ 1967310 w 4062333"/>
                  <a:gd name="connsiteY10" fmla="*/ 1616370 h 1738648"/>
                  <a:gd name="connsiteX11" fmla="*/ 0 w 4062333"/>
                  <a:gd name="connsiteY11" fmla="*/ 1616370 h 1738648"/>
                  <a:gd name="connsiteX12" fmla="*/ 0 w 4062333"/>
                  <a:gd name="connsiteY12" fmla="*/ 1737317 h 1738648"/>
                  <a:gd name="connsiteX13" fmla="*/ 1967310 w 4062333"/>
                  <a:gd name="connsiteY13" fmla="*/ 1737317 h 1738648"/>
                  <a:gd name="connsiteX14" fmla="*/ 1967310 w 4062333"/>
                  <a:gd name="connsiteY14" fmla="*/ 1738231 h 1738648"/>
                  <a:gd name="connsiteX15" fmla="*/ 3193344 w 4062333"/>
                  <a:gd name="connsiteY15" fmla="*/ 1738231 h 1738648"/>
                  <a:gd name="connsiteX16" fmla="*/ 3193344 w 4062333"/>
                  <a:gd name="connsiteY16" fmla="*/ 1738648 h 1738648"/>
                  <a:gd name="connsiteX17" fmla="*/ 3945911 w 4062333"/>
                  <a:gd name="connsiteY17" fmla="*/ 1304154 h 1738648"/>
                  <a:gd name="connsiteX18" fmla="*/ 3945911 w 4062333"/>
                  <a:gd name="connsiteY18" fmla="*/ 435164 h 1738648"/>
                  <a:gd name="connsiteX19" fmla="*/ 3308451 w 4062333"/>
                  <a:gd name="connsiteY19" fmla="*/ 8312 h 1738648"/>
                  <a:gd name="connsiteX20" fmla="*/ 3211342 w 4062333"/>
                  <a:gd name="connsiteY20" fmla="*/ 1865 h 173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062333" h="1738648">
                    <a:moveTo>
                      <a:pt x="3211342" y="0"/>
                    </a:moveTo>
                    <a:lnTo>
                      <a:pt x="1967310" y="0"/>
                    </a:lnTo>
                    <a:lnTo>
                      <a:pt x="1967310" y="120388"/>
                    </a:lnTo>
                    <a:lnTo>
                      <a:pt x="3193345" y="120388"/>
                    </a:lnTo>
                    <a:lnTo>
                      <a:pt x="3193345" y="121320"/>
                    </a:lnTo>
                    <a:cubicBezTo>
                      <a:pt x="3460700" y="121320"/>
                      <a:pt x="3707747" y="263953"/>
                      <a:pt x="3841425" y="495490"/>
                    </a:cubicBezTo>
                    <a:cubicBezTo>
                      <a:pt x="3975103" y="727027"/>
                      <a:pt x="3975103" y="1012292"/>
                      <a:pt x="3841425" y="1243829"/>
                    </a:cubicBezTo>
                    <a:cubicBezTo>
                      <a:pt x="3724457" y="1446423"/>
                      <a:pt x="3520691" y="1580951"/>
                      <a:pt x="3292469" y="1611417"/>
                    </a:cubicBezTo>
                    <a:lnTo>
                      <a:pt x="3195673" y="1617844"/>
                    </a:lnTo>
                    <a:lnTo>
                      <a:pt x="1967310" y="1617844"/>
                    </a:lnTo>
                    <a:lnTo>
                      <a:pt x="1967310" y="1616370"/>
                    </a:lnTo>
                    <a:lnTo>
                      <a:pt x="0" y="1616370"/>
                    </a:lnTo>
                    <a:lnTo>
                      <a:pt x="0" y="1737317"/>
                    </a:lnTo>
                    <a:lnTo>
                      <a:pt x="1967310" y="1737317"/>
                    </a:lnTo>
                    <a:lnTo>
                      <a:pt x="1967310" y="1738231"/>
                    </a:lnTo>
                    <a:lnTo>
                      <a:pt x="3193344" y="1738231"/>
                    </a:lnTo>
                    <a:lnTo>
                      <a:pt x="3193344" y="1738648"/>
                    </a:lnTo>
                    <a:cubicBezTo>
                      <a:pt x="3503804" y="1738648"/>
                      <a:pt x="3790681" y="1573020"/>
                      <a:pt x="3945911" y="1304154"/>
                    </a:cubicBezTo>
                    <a:cubicBezTo>
                      <a:pt x="4101141" y="1035287"/>
                      <a:pt x="4101141" y="704031"/>
                      <a:pt x="3945911" y="435164"/>
                    </a:cubicBezTo>
                    <a:cubicBezTo>
                      <a:pt x="3810085" y="199907"/>
                      <a:pt x="3573467" y="43690"/>
                      <a:pt x="3308451" y="8312"/>
                    </a:cubicBezTo>
                    <a:lnTo>
                      <a:pt x="3211342" y="1865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pt-BR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9D063CF-26BF-AAF1-4D0D-52599CF4641C}"/>
                  </a:ext>
                </a:extLst>
              </p:cNvPr>
              <p:cNvSpPr/>
              <p:nvPr/>
            </p:nvSpPr>
            <p:spPr>
              <a:xfrm>
                <a:off x="2497225" y="3238427"/>
                <a:ext cx="4435652" cy="120947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1D608A6-9BB1-4833-718C-10042853F43F}"/>
                  </a:ext>
                </a:extLst>
              </p:cNvPr>
              <p:cNvSpPr/>
              <p:nvPr/>
            </p:nvSpPr>
            <p:spPr>
              <a:xfrm>
                <a:off x="4755366" y="4854797"/>
                <a:ext cx="4449200" cy="120947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55" name="Text Placeholder 14">
              <a:extLst>
                <a:ext uri="{FF2B5EF4-FFF2-40B4-BE49-F238E27FC236}">
                  <a16:creationId xmlns:a16="http://schemas.microsoft.com/office/drawing/2014/main" id="{E00D927E-53E9-E721-B861-9D435B4DE0FF}"/>
                </a:ext>
              </a:extLst>
            </p:cNvPr>
            <p:cNvSpPr txBox="1">
              <a:spLocks/>
            </p:cNvSpPr>
            <p:nvPr/>
          </p:nvSpPr>
          <p:spPr>
            <a:xfrm>
              <a:off x="551169" y="1341647"/>
              <a:ext cx="659470" cy="677996"/>
            </a:xfrm>
            <a:prstGeom prst="ellipse">
              <a:avLst/>
            </a:prstGeom>
            <a:solidFill>
              <a:schemeClr val="accent2"/>
            </a:solidFill>
          </p:spPr>
          <p:txBody>
            <a:bodyPr wrap="square" lIns="0" tIns="0" rIns="0" bIns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1200150" indent="-28575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3pPr>
              <a:lvl4pPr marL="1543050" indent="-17145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4pPr>
              <a:lvl5pPr marL="2000250" indent="-17145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8D31EF-B414-4084-5FCD-74E59CA29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03608F-84D1-7339-08E1-FE58D69CD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E821EEA7-F07D-1EAE-EA75-6FD991C09BC2}"/>
              </a:ext>
            </a:extLst>
          </p:cNvPr>
          <p:cNvSpPr txBox="1">
            <a:spLocks/>
          </p:cNvSpPr>
          <p:nvPr/>
        </p:nvSpPr>
        <p:spPr>
          <a:xfrm>
            <a:off x="5538993" y="3931541"/>
            <a:ext cx="2787770" cy="452986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12AF1ED4-CE17-DBEB-E59C-96A84371DBF5}"/>
              </a:ext>
            </a:extLst>
          </p:cNvPr>
          <p:cNvSpPr txBox="1">
            <a:spLocks/>
          </p:cNvSpPr>
          <p:nvPr/>
        </p:nvSpPr>
        <p:spPr>
          <a:xfrm>
            <a:off x="5538992" y="3624533"/>
            <a:ext cx="2787770" cy="3643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chemeClr val="tx1"/>
                </a:solidFill>
              </a:rPr>
              <a:t>Text Here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235378F8-1A00-9631-C482-ABBF7F297D23}"/>
              </a:ext>
            </a:extLst>
          </p:cNvPr>
          <p:cNvSpPr txBox="1">
            <a:spLocks/>
          </p:cNvSpPr>
          <p:nvPr/>
        </p:nvSpPr>
        <p:spPr>
          <a:xfrm>
            <a:off x="6685144" y="3046263"/>
            <a:ext cx="495469" cy="509388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9E6ADE65-ED68-6955-7DEF-FD2339951C2D}"/>
              </a:ext>
            </a:extLst>
          </p:cNvPr>
          <p:cNvSpPr txBox="1">
            <a:spLocks/>
          </p:cNvSpPr>
          <p:nvPr/>
        </p:nvSpPr>
        <p:spPr>
          <a:xfrm>
            <a:off x="1086553" y="3931541"/>
            <a:ext cx="2787770" cy="452986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C6CA387-8A8A-0B49-85F8-E09676A220B5}"/>
              </a:ext>
            </a:extLst>
          </p:cNvPr>
          <p:cNvSpPr txBox="1">
            <a:spLocks/>
          </p:cNvSpPr>
          <p:nvPr/>
        </p:nvSpPr>
        <p:spPr>
          <a:xfrm>
            <a:off x="1086553" y="3624533"/>
            <a:ext cx="2787770" cy="3643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chemeClr val="tx1"/>
                </a:solidFill>
              </a:rPr>
              <a:t>Text Here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48A37A15-D382-7CCE-4EF9-7742587BD706}"/>
              </a:ext>
            </a:extLst>
          </p:cNvPr>
          <p:cNvSpPr txBox="1">
            <a:spLocks/>
          </p:cNvSpPr>
          <p:nvPr/>
        </p:nvSpPr>
        <p:spPr>
          <a:xfrm>
            <a:off x="2232704" y="3046263"/>
            <a:ext cx="495469" cy="509388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2D032DB0-D22F-4351-691C-88FC57FA9525}"/>
              </a:ext>
            </a:extLst>
          </p:cNvPr>
          <p:cNvSpPr txBox="1">
            <a:spLocks/>
          </p:cNvSpPr>
          <p:nvPr/>
        </p:nvSpPr>
        <p:spPr>
          <a:xfrm>
            <a:off x="7810682" y="5548678"/>
            <a:ext cx="2787770" cy="452986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9B858F48-3592-C3E6-C7EA-5343DFBA8307}"/>
              </a:ext>
            </a:extLst>
          </p:cNvPr>
          <p:cNvSpPr txBox="1">
            <a:spLocks/>
          </p:cNvSpPr>
          <p:nvPr/>
        </p:nvSpPr>
        <p:spPr>
          <a:xfrm>
            <a:off x="7810681" y="5241670"/>
            <a:ext cx="2787770" cy="3643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chemeClr val="tx1"/>
                </a:solidFill>
              </a:rPr>
              <a:t>Text Here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47D579E6-2BA8-9B69-591E-E852050C0800}"/>
              </a:ext>
            </a:extLst>
          </p:cNvPr>
          <p:cNvSpPr txBox="1">
            <a:spLocks/>
          </p:cNvSpPr>
          <p:nvPr/>
        </p:nvSpPr>
        <p:spPr>
          <a:xfrm>
            <a:off x="8956833" y="4663399"/>
            <a:ext cx="495469" cy="509388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2DC24BE-59B9-740A-437C-300B09173689}"/>
              </a:ext>
            </a:extLst>
          </p:cNvPr>
          <p:cNvSpPr txBox="1">
            <a:spLocks/>
          </p:cNvSpPr>
          <p:nvPr/>
        </p:nvSpPr>
        <p:spPr>
          <a:xfrm>
            <a:off x="3360824" y="5548678"/>
            <a:ext cx="2787770" cy="452986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025284FE-03DF-D6EB-4662-D50C548B939D}"/>
              </a:ext>
            </a:extLst>
          </p:cNvPr>
          <p:cNvSpPr txBox="1">
            <a:spLocks/>
          </p:cNvSpPr>
          <p:nvPr/>
        </p:nvSpPr>
        <p:spPr>
          <a:xfrm>
            <a:off x="3360824" y="5241670"/>
            <a:ext cx="2787770" cy="3643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chemeClr val="tx1"/>
                </a:solidFill>
              </a:rPr>
              <a:t>Text Here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39E6C1CF-B3A3-D3D2-F11F-D841F263CA08}"/>
              </a:ext>
            </a:extLst>
          </p:cNvPr>
          <p:cNvSpPr txBox="1">
            <a:spLocks/>
          </p:cNvSpPr>
          <p:nvPr/>
        </p:nvSpPr>
        <p:spPr>
          <a:xfrm>
            <a:off x="4506975" y="4663400"/>
            <a:ext cx="495469" cy="509388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A7FDC113-4B27-826C-4D80-7F4C0E696DF9}"/>
              </a:ext>
            </a:extLst>
          </p:cNvPr>
          <p:cNvSpPr txBox="1">
            <a:spLocks/>
          </p:cNvSpPr>
          <p:nvPr/>
        </p:nvSpPr>
        <p:spPr>
          <a:xfrm>
            <a:off x="7810682" y="2311229"/>
            <a:ext cx="2787770" cy="452986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41FE3C1D-B08E-FC3D-B7AE-CBB092A58755}"/>
              </a:ext>
            </a:extLst>
          </p:cNvPr>
          <p:cNvSpPr txBox="1">
            <a:spLocks/>
          </p:cNvSpPr>
          <p:nvPr/>
        </p:nvSpPr>
        <p:spPr>
          <a:xfrm>
            <a:off x="7810681" y="2004221"/>
            <a:ext cx="2787770" cy="3643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chemeClr val="tx1"/>
                </a:solidFill>
              </a:rPr>
              <a:t>Text Here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23EB1040-50C5-351D-E24A-DAB4D6277D30}"/>
              </a:ext>
            </a:extLst>
          </p:cNvPr>
          <p:cNvSpPr txBox="1">
            <a:spLocks/>
          </p:cNvSpPr>
          <p:nvPr/>
        </p:nvSpPr>
        <p:spPr>
          <a:xfrm>
            <a:off x="8956833" y="1425951"/>
            <a:ext cx="495469" cy="509388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DBC38F3F-721A-8DB8-BC78-7C5FFE951631}"/>
              </a:ext>
            </a:extLst>
          </p:cNvPr>
          <p:cNvSpPr txBox="1">
            <a:spLocks/>
          </p:cNvSpPr>
          <p:nvPr/>
        </p:nvSpPr>
        <p:spPr>
          <a:xfrm>
            <a:off x="3360824" y="2311229"/>
            <a:ext cx="2787770" cy="452986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8A14ACEB-6498-DDCB-59CB-3EB86FFF489E}"/>
              </a:ext>
            </a:extLst>
          </p:cNvPr>
          <p:cNvSpPr txBox="1">
            <a:spLocks/>
          </p:cNvSpPr>
          <p:nvPr/>
        </p:nvSpPr>
        <p:spPr>
          <a:xfrm>
            <a:off x="3360824" y="2004221"/>
            <a:ext cx="2787770" cy="364363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chemeClr val="tx1"/>
                </a:solidFill>
              </a:rPr>
              <a:t>Text Here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94004568-823E-6E2E-E767-78C06BAADC79}"/>
              </a:ext>
            </a:extLst>
          </p:cNvPr>
          <p:cNvSpPr txBox="1">
            <a:spLocks/>
          </p:cNvSpPr>
          <p:nvPr/>
        </p:nvSpPr>
        <p:spPr>
          <a:xfrm>
            <a:off x="4506975" y="1425951"/>
            <a:ext cx="495469" cy="509388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A4851D2C-F5F6-FA93-BE37-2C0846DB1B31}"/>
              </a:ext>
            </a:extLst>
          </p:cNvPr>
          <p:cNvSpPr txBox="1">
            <a:spLocks/>
          </p:cNvSpPr>
          <p:nvPr/>
        </p:nvSpPr>
        <p:spPr>
          <a:xfrm>
            <a:off x="10961511" y="4579095"/>
            <a:ext cx="659470" cy="677996"/>
          </a:xfrm>
          <a:prstGeom prst="ellipse">
            <a:avLst/>
          </a:prstGeom>
          <a:solidFill>
            <a:schemeClr val="accent2"/>
          </a:solidFill>
        </p:spPr>
        <p:txBody>
          <a:bodyPr wrap="square"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5430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00250" indent="-17145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316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655E9-ECEC-3BC1-DA2E-0D1F89D4C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Product</a:t>
            </a:r>
            <a:r>
              <a:rPr lang="pt-BR" dirty="0"/>
              <a:t> </a:t>
            </a:r>
            <a:r>
              <a:rPr lang="pt-BR" dirty="0" err="1"/>
              <a:t>Roadmap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79D435-EFDE-E261-FE3E-0E1D73AE5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7082677-55E2-F423-9721-714BA82E98BF}"/>
              </a:ext>
            </a:extLst>
          </p:cNvPr>
          <p:cNvSpPr/>
          <p:nvPr/>
        </p:nvSpPr>
        <p:spPr>
          <a:xfrm rot="5400000">
            <a:off x="920699" y="4215048"/>
            <a:ext cx="1295979" cy="2201756"/>
          </a:xfrm>
          <a:prstGeom prst="roundRect">
            <a:avLst>
              <a:gd name="adj" fmla="val 364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tIns="0" bIns="3744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AB7E65-78F8-32BE-4A29-2B161535CF5E}"/>
              </a:ext>
            </a:extLst>
          </p:cNvPr>
          <p:cNvSpPr/>
          <p:nvPr/>
        </p:nvSpPr>
        <p:spPr>
          <a:xfrm rot="5400000">
            <a:off x="920699" y="1457015"/>
            <a:ext cx="1295979" cy="2201756"/>
          </a:xfrm>
          <a:prstGeom prst="roundRect">
            <a:avLst>
              <a:gd name="adj" fmla="val 36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tIns="0" bIns="3744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66AF9F-0ED9-2537-CFAE-AD8A70A8A79F}"/>
              </a:ext>
            </a:extLst>
          </p:cNvPr>
          <p:cNvSpPr/>
          <p:nvPr/>
        </p:nvSpPr>
        <p:spPr>
          <a:xfrm rot="5400000">
            <a:off x="920699" y="2836031"/>
            <a:ext cx="1295979" cy="2201756"/>
          </a:xfrm>
          <a:prstGeom prst="roundRect">
            <a:avLst>
              <a:gd name="adj" fmla="val 364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tIns="0" bIns="3744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93C1AC-267C-616B-B1A7-77F79D60C846}"/>
              </a:ext>
            </a:extLst>
          </p:cNvPr>
          <p:cNvSpPr/>
          <p:nvPr/>
        </p:nvSpPr>
        <p:spPr>
          <a:xfrm rot="5400000">
            <a:off x="10148492" y="4215052"/>
            <a:ext cx="1295979" cy="2201756"/>
          </a:xfrm>
          <a:prstGeom prst="roundRect">
            <a:avLst>
              <a:gd name="adj" fmla="val 364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tIns="0" bIns="3744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06485AF6-C862-08EF-F1C7-FB142C188CEB}"/>
              </a:ext>
            </a:extLst>
          </p:cNvPr>
          <p:cNvSpPr/>
          <p:nvPr/>
        </p:nvSpPr>
        <p:spPr>
          <a:xfrm>
            <a:off x="9695603" y="1333732"/>
            <a:ext cx="2201757" cy="493133"/>
          </a:xfrm>
          <a:prstGeom prst="roundRect">
            <a:avLst>
              <a:gd name="adj" fmla="val 9118"/>
            </a:avLst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QUARTER 4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6F4546A-A3D9-4A45-9F9E-B87B4021B5ED}"/>
              </a:ext>
            </a:extLst>
          </p:cNvPr>
          <p:cNvSpPr/>
          <p:nvPr/>
        </p:nvSpPr>
        <p:spPr>
          <a:xfrm rot="5400000">
            <a:off x="10148492" y="1457019"/>
            <a:ext cx="1295979" cy="2201756"/>
          </a:xfrm>
          <a:prstGeom prst="roundRect">
            <a:avLst>
              <a:gd name="adj" fmla="val 364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tIns="0" bIns="3744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CEFEDA6-FDBD-6AF8-A69C-5FBEE14C1D47}"/>
              </a:ext>
            </a:extLst>
          </p:cNvPr>
          <p:cNvSpPr/>
          <p:nvPr/>
        </p:nvSpPr>
        <p:spPr>
          <a:xfrm rot="5400000">
            <a:off x="10148492" y="2836035"/>
            <a:ext cx="1295979" cy="2201756"/>
          </a:xfrm>
          <a:prstGeom prst="roundRect">
            <a:avLst>
              <a:gd name="adj" fmla="val 364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tIns="0" bIns="3744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97FA024B-445E-D8EF-D266-E5A229095626}"/>
              </a:ext>
            </a:extLst>
          </p:cNvPr>
          <p:cNvSpPr txBox="1">
            <a:spLocks/>
          </p:cNvSpPr>
          <p:nvPr/>
        </p:nvSpPr>
        <p:spPr>
          <a:xfrm>
            <a:off x="540225" y="5009046"/>
            <a:ext cx="2056928" cy="613758"/>
          </a:xfrm>
          <a:prstGeom prst="rect">
            <a:avLst/>
          </a:prstGeom>
          <a:noFill/>
        </p:spPr>
        <p:txBody>
          <a:bodyPr wrap="square" tIns="4680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520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252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52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en-US" b="1" dirty="0">
                <a:solidFill>
                  <a:schemeClr val="bg1"/>
                </a:solidFill>
              </a:rPr>
              <a:t>Product 3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Descriptor Text Here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703CFEB-5649-A8C8-7069-616D8FE3D86E}"/>
              </a:ext>
            </a:extLst>
          </p:cNvPr>
          <p:cNvSpPr txBox="1">
            <a:spLocks/>
          </p:cNvSpPr>
          <p:nvPr/>
        </p:nvSpPr>
        <p:spPr>
          <a:xfrm>
            <a:off x="540225" y="2251014"/>
            <a:ext cx="2056928" cy="613758"/>
          </a:xfrm>
          <a:prstGeom prst="rect">
            <a:avLst/>
          </a:prstGeom>
          <a:noFill/>
        </p:spPr>
        <p:txBody>
          <a:bodyPr wrap="square" tIns="4680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520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252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52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en-US" b="1" dirty="0">
                <a:solidFill>
                  <a:schemeClr val="bg1"/>
                </a:solidFill>
              </a:rPr>
              <a:t>Product 1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Descriptor Text Here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FBFFBA18-81B2-1862-C02A-417824E3DC48}"/>
              </a:ext>
            </a:extLst>
          </p:cNvPr>
          <p:cNvSpPr txBox="1">
            <a:spLocks/>
          </p:cNvSpPr>
          <p:nvPr/>
        </p:nvSpPr>
        <p:spPr>
          <a:xfrm>
            <a:off x="540225" y="3630029"/>
            <a:ext cx="2056928" cy="613758"/>
          </a:xfrm>
          <a:prstGeom prst="rect">
            <a:avLst/>
          </a:prstGeom>
          <a:noFill/>
        </p:spPr>
        <p:txBody>
          <a:bodyPr wrap="square" tIns="46800"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520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252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52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en-US" b="1" dirty="0">
                <a:solidFill>
                  <a:schemeClr val="bg1"/>
                </a:solidFill>
              </a:rPr>
              <a:t>Product 2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Descriptor Text Here</a:t>
            </a:r>
          </a:p>
        </p:txBody>
      </p:sp>
      <p:sp>
        <p:nvSpPr>
          <p:cNvPr id="25" name="Rounded Rectangle 35">
            <a:extLst>
              <a:ext uri="{FF2B5EF4-FFF2-40B4-BE49-F238E27FC236}">
                <a16:creationId xmlns:a16="http://schemas.microsoft.com/office/drawing/2014/main" id="{5F64D2C2-5C6B-0D1C-1A3C-7EBBF145F25C}"/>
              </a:ext>
            </a:extLst>
          </p:cNvPr>
          <p:cNvSpPr/>
          <p:nvPr/>
        </p:nvSpPr>
        <p:spPr>
          <a:xfrm>
            <a:off x="467813" y="1333732"/>
            <a:ext cx="2201757" cy="493133"/>
          </a:xfrm>
          <a:prstGeom prst="roundRect">
            <a:avLst>
              <a:gd name="adj" fmla="val 9118"/>
            </a:avLst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PRODUCT</a:t>
            </a: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A26DB2E0-BDE0-7EBE-39A8-8F4373814549}"/>
              </a:ext>
            </a:extLst>
          </p:cNvPr>
          <p:cNvSpPr/>
          <p:nvPr/>
        </p:nvSpPr>
        <p:spPr>
          <a:xfrm>
            <a:off x="2774760" y="1333732"/>
            <a:ext cx="2201757" cy="493133"/>
          </a:xfrm>
          <a:prstGeom prst="roundRect">
            <a:avLst>
              <a:gd name="adj" fmla="val 9118"/>
            </a:avLst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QUARTER 1 </a:t>
            </a:r>
          </a:p>
        </p:txBody>
      </p:sp>
      <p:sp>
        <p:nvSpPr>
          <p:cNvPr id="29" name="Rounded Rectangle 35">
            <a:extLst>
              <a:ext uri="{FF2B5EF4-FFF2-40B4-BE49-F238E27FC236}">
                <a16:creationId xmlns:a16="http://schemas.microsoft.com/office/drawing/2014/main" id="{1DD6175E-8B8D-CCEA-49D4-DCFED5263534}"/>
              </a:ext>
            </a:extLst>
          </p:cNvPr>
          <p:cNvSpPr/>
          <p:nvPr/>
        </p:nvSpPr>
        <p:spPr>
          <a:xfrm>
            <a:off x="5081709" y="1333732"/>
            <a:ext cx="2201757" cy="493133"/>
          </a:xfrm>
          <a:prstGeom prst="roundRect">
            <a:avLst>
              <a:gd name="adj" fmla="val 9118"/>
            </a:avLst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QUARTER 2 </a:t>
            </a:r>
          </a:p>
        </p:txBody>
      </p:sp>
      <p:sp>
        <p:nvSpPr>
          <p:cNvPr id="31" name="Rounded Rectangle 35">
            <a:extLst>
              <a:ext uri="{FF2B5EF4-FFF2-40B4-BE49-F238E27FC236}">
                <a16:creationId xmlns:a16="http://schemas.microsoft.com/office/drawing/2014/main" id="{E513CD06-EA26-B56E-3770-513CDDB2E094}"/>
              </a:ext>
            </a:extLst>
          </p:cNvPr>
          <p:cNvSpPr/>
          <p:nvPr/>
        </p:nvSpPr>
        <p:spPr>
          <a:xfrm>
            <a:off x="7388656" y="1333732"/>
            <a:ext cx="2201757" cy="493133"/>
          </a:xfrm>
          <a:prstGeom prst="roundRect">
            <a:avLst>
              <a:gd name="adj" fmla="val 9118"/>
            </a:avLst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QUARTER 3 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FB74FD1-5EBC-4CBF-481F-234A37152E89}"/>
              </a:ext>
            </a:extLst>
          </p:cNvPr>
          <p:cNvSpPr/>
          <p:nvPr/>
        </p:nvSpPr>
        <p:spPr>
          <a:xfrm rot="5400000">
            <a:off x="3227651" y="4215049"/>
            <a:ext cx="1295979" cy="2201756"/>
          </a:xfrm>
          <a:prstGeom prst="roundRect">
            <a:avLst>
              <a:gd name="adj" fmla="val 364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tIns="0" bIns="3744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B38CDF5-2CF6-2673-ECB9-97A6575A5804}"/>
              </a:ext>
            </a:extLst>
          </p:cNvPr>
          <p:cNvSpPr/>
          <p:nvPr/>
        </p:nvSpPr>
        <p:spPr>
          <a:xfrm rot="5400000">
            <a:off x="3227651" y="1457016"/>
            <a:ext cx="1295979" cy="2201756"/>
          </a:xfrm>
          <a:prstGeom prst="roundRect">
            <a:avLst>
              <a:gd name="adj" fmla="val 364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tIns="0" bIns="3744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D33C36A-8024-5B67-9F62-C6E1EBF64B3D}"/>
              </a:ext>
            </a:extLst>
          </p:cNvPr>
          <p:cNvSpPr/>
          <p:nvPr/>
        </p:nvSpPr>
        <p:spPr>
          <a:xfrm rot="5400000">
            <a:off x="3227651" y="2836032"/>
            <a:ext cx="1295979" cy="2201756"/>
          </a:xfrm>
          <a:prstGeom prst="roundRect">
            <a:avLst>
              <a:gd name="adj" fmla="val 364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tIns="0" bIns="3744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9AAEF87-FA1B-B37D-E10E-0B85EAF7078B}"/>
              </a:ext>
            </a:extLst>
          </p:cNvPr>
          <p:cNvSpPr/>
          <p:nvPr/>
        </p:nvSpPr>
        <p:spPr>
          <a:xfrm rot="5400000">
            <a:off x="5534599" y="4215050"/>
            <a:ext cx="1295979" cy="2201756"/>
          </a:xfrm>
          <a:prstGeom prst="roundRect">
            <a:avLst>
              <a:gd name="adj" fmla="val 364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tIns="0" bIns="3744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349D724-66D1-026F-B47F-E47FD76A6E27}"/>
              </a:ext>
            </a:extLst>
          </p:cNvPr>
          <p:cNvSpPr/>
          <p:nvPr/>
        </p:nvSpPr>
        <p:spPr>
          <a:xfrm rot="5400000">
            <a:off x="5534599" y="1457017"/>
            <a:ext cx="1295979" cy="2201756"/>
          </a:xfrm>
          <a:prstGeom prst="roundRect">
            <a:avLst>
              <a:gd name="adj" fmla="val 364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tIns="0" bIns="3744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AF05F72-3B4A-A360-0C6F-98A1D6920EBD}"/>
              </a:ext>
            </a:extLst>
          </p:cNvPr>
          <p:cNvSpPr/>
          <p:nvPr/>
        </p:nvSpPr>
        <p:spPr>
          <a:xfrm rot="5400000">
            <a:off x="5534599" y="2836033"/>
            <a:ext cx="1295979" cy="2201756"/>
          </a:xfrm>
          <a:prstGeom prst="roundRect">
            <a:avLst>
              <a:gd name="adj" fmla="val 364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tIns="0" bIns="3744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3693EF1-0E3D-6BB4-C8DE-55B7AC08F89E}"/>
              </a:ext>
            </a:extLst>
          </p:cNvPr>
          <p:cNvSpPr/>
          <p:nvPr/>
        </p:nvSpPr>
        <p:spPr>
          <a:xfrm rot="5400000">
            <a:off x="7841546" y="4215051"/>
            <a:ext cx="1295979" cy="2201756"/>
          </a:xfrm>
          <a:prstGeom prst="roundRect">
            <a:avLst>
              <a:gd name="adj" fmla="val 364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tIns="0" bIns="3744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DA81D21-131A-84E6-DCC5-74E1EF04D9A4}"/>
              </a:ext>
            </a:extLst>
          </p:cNvPr>
          <p:cNvSpPr/>
          <p:nvPr/>
        </p:nvSpPr>
        <p:spPr>
          <a:xfrm rot="5400000">
            <a:off x="7841546" y="1457018"/>
            <a:ext cx="1295979" cy="2201756"/>
          </a:xfrm>
          <a:prstGeom prst="roundRect">
            <a:avLst>
              <a:gd name="adj" fmla="val 364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tIns="0" bIns="3744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F4708AC-290E-8076-3663-92BD5EC43085}"/>
              </a:ext>
            </a:extLst>
          </p:cNvPr>
          <p:cNvSpPr/>
          <p:nvPr/>
        </p:nvSpPr>
        <p:spPr>
          <a:xfrm rot="5400000">
            <a:off x="7841546" y="2836034"/>
            <a:ext cx="1295979" cy="2201756"/>
          </a:xfrm>
          <a:prstGeom prst="roundRect">
            <a:avLst>
              <a:gd name="adj" fmla="val 364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tIns="0" bIns="3744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1" name="Rounded Rectangle 35">
            <a:extLst>
              <a:ext uri="{FF2B5EF4-FFF2-40B4-BE49-F238E27FC236}">
                <a16:creationId xmlns:a16="http://schemas.microsoft.com/office/drawing/2014/main" id="{1B200007-3F90-3B52-B669-EF11EB65ADF0}"/>
              </a:ext>
            </a:extLst>
          </p:cNvPr>
          <p:cNvSpPr/>
          <p:nvPr/>
        </p:nvSpPr>
        <p:spPr>
          <a:xfrm>
            <a:off x="9709068" y="1987201"/>
            <a:ext cx="2040721" cy="257438"/>
          </a:xfrm>
          <a:prstGeom prst="roundRect">
            <a:avLst>
              <a:gd name="adj" fmla="val 9118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Lorem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Ipsun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7" name="Rounded Rectangle 35">
            <a:extLst>
              <a:ext uri="{FF2B5EF4-FFF2-40B4-BE49-F238E27FC236}">
                <a16:creationId xmlns:a16="http://schemas.microsoft.com/office/drawing/2014/main" id="{505F50AB-CA2F-B4B5-5B80-492D85AC4D0D}"/>
              </a:ext>
            </a:extLst>
          </p:cNvPr>
          <p:cNvSpPr/>
          <p:nvPr/>
        </p:nvSpPr>
        <p:spPr>
          <a:xfrm>
            <a:off x="6653673" y="3993128"/>
            <a:ext cx="5187269" cy="257438"/>
          </a:xfrm>
          <a:prstGeom prst="roundRect">
            <a:avLst>
              <a:gd name="adj" fmla="val 9118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Lorem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Ipsun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3" name="Rounded Rectangle 35">
            <a:extLst>
              <a:ext uri="{FF2B5EF4-FFF2-40B4-BE49-F238E27FC236}">
                <a16:creationId xmlns:a16="http://schemas.microsoft.com/office/drawing/2014/main" id="{A6F52E4C-2A7D-DC5B-DF8B-342594E5DDA6}"/>
              </a:ext>
            </a:extLst>
          </p:cNvPr>
          <p:cNvSpPr/>
          <p:nvPr/>
        </p:nvSpPr>
        <p:spPr>
          <a:xfrm>
            <a:off x="7441249" y="3363764"/>
            <a:ext cx="2842622" cy="257438"/>
          </a:xfrm>
          <a:prstGeom prst="roundRect">
            <a:avLst>
              <a:gd name="adj" fmla="val 9118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Lorem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Ipsun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9" name="Rounded Rectangle 35">
            <a:extLst>
              <a:ext uri="{FF2B5EF4-FFF2-40B4-BE49-F238E27FC236}">
                <a16:creationId xmlns:a16="http://schemas.microsoft.com/office/drawing/2014/main" id="{ED6D53CA-997D-C74D-9320-A95D172D21A1}"/>
              </a:ext>
            </a:extLst>
          </p:cNvPr>
          <p:cNvSpPr/>
          <p:nvPr/>
        </p:nvSpPr>
        <p:spPr>
          <a:xfrm>
            <a:off x="3116527" y="1987201"/>
            <a:ext cx="5096116" cy="257438"/>
          </a:xfrm>
          <a:prstGeom prst="roundRect">
            <a:avLst>
              <a:gd name="adj" fmla="val 9118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Lorem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Ipsun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5" name="Rounded Rectangle 35">
            <a:extLst>
              <a:ext uri="{FF2B5EF4-FFF2-40B4-BE49-F238E27FC236}">
                <a16:creationId xmlns:a16="http://schemas.microsoft.com/office/drawing/2014/main" id="{AF6AA20A-C7AE-8BD8-5D49-9266FEB17317}"/>
              </a:ext>
            </a:extLst>
          </p:cNvPr>
          <p:cNvSpPr/>
          <p:nvPr/>
        </p:nvSpPr>
        <p:spPr>
          <a:xfrm>
            <a:off x="8036610" y="4753143"/>
            <a:ext cx="2842622" cy="257438"/>
          </a:xfrm>
          <a:prstGeom prst="roundRect">
            <a:avLst>
              <a:gd name="adj" fmla="val 9118"/>
            </a:avLst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Lorem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Ipsun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1" name="Rounded Rectangle 35">
            <a:extLst>
              <a:ext uri="{FF2B5EF4-FFF2-40B4-BE49-F238E27FC236}">
                <a16:creationId xmlns:a16="http://schemas.microsoft.com/office/drawing/2014/main" id="{C39767AF-4449-8F16-5FE7-271B69EF21CB}"/>
              </a:ext>
            </a:extLst>
          </p:cNvPr>
          <p:cNvSpPr/>
          <p:nvPr/>
        </p:nvSpPr>
        <p:spPr>
          <a:xfrm>
            <a:off x="3116527" y="3363764"/>
            <a:ext cx="2842622" cy="257438"/>
          </a:xfrm>
          <a:prstGeom prst="roundRect">
            <a:avLst>
              <a:gd name="adj" fmla="val 9118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Lorem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Ipsun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1" name="Rounded Rectangle 35">
            <a:extLst>
              <a:ext uri="{FF2B5EF4-FFF2-40B4-BE49-F238E27FC236}">
                <a16:creationId xmlns:a16="http://schemas.microsoft.com/office/drawing/2014/main" id="{685C871E-1D6C-1669-C0AB-3DA6CB769AA9}"/>
              </a:ext>
            </a:extLst>
          </p:cNvPr>
          <p:cNvSpPr/>
          <p:nvPr/>
        </p:nvSpPr>
        <p:spPr>
          <a:xfrm>
            <a:off x="5783118" y="5354988"/>
            <a:ext cx="5667371" cy="257438"/>
          </a:xfrm>
          <a:prstGeom prst="roundRect">
            <a:avLst>
              <a:gd name="adj" fmla="val 9118"/>
            </a:avLst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Lorem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Ipsun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1" name="Rounded Rectangle 35">
            <a:extLst>
              <a:ext uri="{FF2B5EF4-FFF2-40B4-BE49-F238E27FC236}">
                <a16:creationId xmlns:a16="http://schemas.microsoft.com/office/drawing/2014/main" id="{19BDE169-5B8B-7DC7-46A2-4A3B8D106FA7}"/>
              </a:ext>
            </a:extLst>
          </p:cNvPr>
          <p:cNvSpPr/>
          <p:nvPr/>
        </p:nvSpPr>
        <p:spPr>
          <a:xfrm>
            <a:off x="3116527" y="4753143"/>
            <a:ext cx="2842622" cy="257438"/>
          </a:xfrm>
          <a:prstGeom prst="roundRect">
            <a:avLst>
              <a:gd name="adj" fmla="val 9118"/>
            </a:avLst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Lorem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Ipsun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7" name="Rounded Rectangle 35">
            <a:extLst>
              <a:ext uri="{FF2B5EF4-FFF2-40B4-BE49-F238E27FC236}">
                <a16:creationId xmlns:a16="http://schemas.microsoft.com/office/drawing/2014/main" id="{06921E99-98A5-CBA8-6A14-59DFEBEA03C6}"/>
              </a:ext>
            </a:extLst>
          </p:cNvPr>
          <p:cNvSpPr/>
          <p:nvPr/>
        </p:nvSpPr>
        <p:spPr>
          <a:xfrm>
            <a:off x="5783118" y="2624720"/>
            <a:ext cx="5096116" cy="257438"/>
          </a:xfrm>
          <a:prstGeom prst="roundRect">
            <a:avLst>
              <a:gd name="adj" fmla="val 9118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Lorem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Ipsun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953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26CED-F55E-5962-03F6-8D5D3231B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Produc</a:t>
            </a:r>
            <a:r>
              <a:rPr lang="pt-BR" dirty="0"/>
              <a:t> </a:t>
            </a:r>
            <a:r>
              <a:rPr lang="pt-BR" dirty="0" err="1"/>
              <a:t>Comparison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E6F038-CD43-D0A1-E4B7-564CBDBF7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YOUR PRESENTATION DNA SCALED BY IA       |     © 2026 Codeck </a:t>
            </a:r>
          </a:p>
        </p:txBody>
      </p:sp>
      <p:graphicFrame>
        <p:nvGraphicFramePr>
          <p:cNvPr id="5" name="Table Placeholder 10">
            <a:extLst>
              <a:ext uri="{FF2B5EF4-FFF2-40B4-BE49-F238E27FC236}">
                <a16:creationId xmlns:a16="http://schemas.microsoft.com/office/drawing/2014/main" id="{73F9AE54-C0B3-6DF5-7E6E-671622B572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5956827"/>
              </p:ext>
            </p:extLst>
          </p:nvPr>
        </p:nvGraphicFramePr>
        <p:xfrm>
          <a:off x="508450" y="1402080"/>
          <a:ext cx="11177588" cy="440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6240">
                  <a:extLst>
                    <a:ext uri="{9D8B030D-6E8A-4147-A177-3AD203B41FA5}">
                      <a16:colId xmlns:a16="http://schemas.microsoft.com/office/drawing/2014/main" val="3272263801"/>
                    </a:ext>
                  </a:extLst>
                </a:gridCol>
                <a:gridCol w="2107837">
                  <a:extLst>
                    <a:ext uri="{9D8B030D-6E8A-4147-A177-3AD203B41FA5}">
                      <a16:colId xmlns:a16="http://schemas.microsoft.com/office/drawing/2014/main" val="3596116167"/>
                    </a:ext>
                  </a:extLst>
                </a:gridCol>
                <a:gridCol w="2107837">
                  <a:extLst>
                    <a:ext uri="{9D8B030D-6E8A-4147-A177-3AD203B41FA5}">
                      <a16:colId xmlns:a16="http://schemas.microsoft.com/office/drawing/2014/main" val="1459013439"/>
                    </a:ext>
                  </a:extLst>
                </a:gridCol>
                <a:gridCol w="2107837">
                  <a:extLst>
                    <a:ext uri="{9D8B030D-6E8A-4147-A177-3AD203B41FA5}">
                      <a16:colId xmlns:a16="http://schemas.microsoft.com/office/drawing/2014/main" val="3928515320"/>
                    </a:ext>
                  </a:extLst>
                </a:gridCol>
                <a:gridCol w="2107837">
                  <a:extLst>
                    <a:ext uri="{9D8B030D-6E8A-4147-A177-3AD203B41FA5}">
                      <a16:colId xmlns:a16="http://schemas.microsoft.com/office/drawing/2014/main" val="3976732910"/>
                    </a:ext>
                  </a:extLst>
                </a:gridCol>
              </a:tblGrid>
              <a:tr h="88265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Product A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Product B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Product C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Product D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319398"/>
                  </a:ext>
                </a:extLst>
              </a:tr>
              <a:tr h="11747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Lorem ipsum dolor sit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consectetur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adipiscing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elit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. Morbi vel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malesuada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nunc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2880" marR="1828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594774"/>
                  </a:ext>
                </a:extLst>
              </a:tr>
              <a:tr h="11747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Lorem ipsum dolor sit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consectetur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adipiscing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elit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. Morbi vel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malesuada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nunc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2880" marR="1828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126219"/>
                  </a:ext>
                </a:extLst>
              </a:tr>
              <a:tr h="11747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Lorem ipsum dolor sit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consectetur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adipiscing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elit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. Morbi vel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malesuada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nunc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2880" marR="1828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690405"/>
                  </a:ext>
                </a:extLst>
              </a:tr>
            </a:tbl>
          </a:graphicData>
        </a:graphic>
      </p:graphicFrame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DF1BDA7-3287-D1EE-5EF6-EF9F4948FE2A}"/>
              </a:ext>
            </a:extLst>
          </p:cNvPr>
          <p:cNvSpPr/>
          <p:nvPr/>
        </p:nvSpPr>
        <p:spPr>
          <a:xfrm>
            <a:off x="10463663" y="5043805"/>
            <a:ext cx="361950" cy="361950"/>
          </a:xfrm>
          <a:custGeom>
            <a:avLst/>
            <a:gdLst>
              <a:gd name="connsiteX0" fmla="*/ 180975 w 361950"/>
              <a:gd name="connsiteY0" fmla="*/ 0 h 361950"/>
              <a:gd name="connsiteX1" fmla="*/ 0 w 361950"/>
              <a:gd name="connsiteY1" fmla="*/ 180975 h 361950"/>
              <a:gd name="connsiteX2" fmla="*/ 180975 w 361950"/>
              <a:gd name="connsiteY2" fmla="*/ 361950 h 361950"/>
              <a:gd name="connsiteX3" fmla="*/ 361950 w 361950"/>
              <a:gd name="connsiteY3" fmla="*/ 180975 h 361950"/>
              <a:gd name="connsiteX4" fmla="*/ 181127 w 361950"/>
              <a:gd name="connsiteY4" fmla="*/ 0 h 361950"/>
              <a:gd name="connsiteX5" fmla="*/ 180975 w 361950"/>
              <a:gd name="connsiteY5" fmla="*/ 0 h 361950"/>
              <a:gd name="connsiteX6" fmla="*/ 224790 w 361950"/>
              <a:gd name="connsiteY6" fmla="*/ 189614 h 361950"/>
              <a:gd name="connsiteX7" fmla="*/ 145209 w 361950"/>
              <a:gd name="connsiteY7" fmla="*/ 269281 h 361950"/>
              <a:gd name="connsiteX8" fmla="*/ 77019 w 361950"/>
              <a:gd name="connsiteY8" fmla="*/ 201082 h 361950"/>
              <a:gd name="connsiteX9" fmla="*/ 99803 w 361950"/>
              <a:gd name="connsiteY9" fmla="*/ 178298 h 361950"/>
              <a:gd name="connsiteX10" fmla="*/ 145209 w 361950"/>
              <a:gd name="connsiteY10" fmla="*/ 223714 h 361950"/>
              <a:gd name="connsiteX11" fmla="*/ 210931 w 361950"/>
              <a:gd name="connsiteY11" fmla="*/ 157105 h 361950"/>
              <a:gd name="connsiteX12" fmla="*/ 267348 w 361950"/>
              <a:gd name="connsiteY12" fmla="*/ 101394 h 361950"/>
              <a:gd name="connsiteX13" fmla="*/ 269405 w 361950"/>
              <a:gd name="connsiteY13" fmla="*/ 99489 h 361950"/>
              <a:gd name="connsiteX14" fmla="*/ 271310 w 361950"/>
              <a:gd name="connsiteY14" fmla="*/ 97431 h 361950"/>
              <a:gd name="connsiteX15" fmla="*/ 294418 w 361950"/>
              <a:gd name="connsiteY15" fmla="*/ 120215 h 361950"/>
              <a:gd name="connsiteX16" fmla="*/ 224790 w 361950"/>
              <a:gd name="connsiteY16" fmla="*/ 189614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1950" h="361950">
                <a:moveTo>
                  <a:pt x="180975" y="0"/>
                </a:moveTo>
                <a:cubicBezTo>
                  <a:pt x="81025" y="0"/>
                  <a:pt x="0" y="81025"/>
                  <a:pt x="0" y="180975"/>
                </a:cubicBezTo>
                <a:cubicBezTo>
                  <a:pt x="0" y="280925"/>
                  <a:pt x="81025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92" y="81067"/>
                  <a:pt x="281035" y="42"/>
                  <a:pt x="181127" y="0"/>
                </a:cubicBezTo>
                <a:cubicBezTo>
                  <a:pt x="181077" y="0"/>
                  <a:pt x="181025" y="0"/>
                  <a:pt x="180975" y="0"/>
                </a:cubicBezTo>
                <a:close/>
                <a:moveTo>
                  <a:pt x="224790" y="189614"/>
                </a:moveTo>
                <a:cubicBezTo>
                  <a:pt x="198425" y="215935"/>
                  <a:pt x="171898" y="242490"/>
                  <a:pt x="145209" y="269281"/>
                </a:cubicBezTo>
                <a:cubicBezTo>
                  <a:pt x="122527" y="246497"/>
                  <a:pt x="99796" y="223764"/>
                  <a:pt x="77019" y="201082"/>
                </a:cubicBezTo>
                <a:lnTo>
                  <a:pt x="99803" y="178298"/>
                </a:lnTo>
                <a:lnTo>
                  <a:pt x="145209" y="223714"/>
                </a:lnTo>
                <a:cubicBezTo>
                  <a:pt x="167249" y="201349"/>
                  <a:pt x="189157" y="179146"/>
                  <a:pt x="210931" y="157105"/>
                </a:cubicBezTo>
                <a:cubicBezTo>
                  <a:pt x="232705" y="135055"/>
                  <a:pt x="244773" y="123225"/>
                  <a:pt x="267348" y="101394"/>
                </a:cubicBezTo>
                <a:cubicBezTo>
                  <a:pt x="267986" y="100755"/>
                  <a:pt x="268662" y="100127"/>
                  <a:pt x="269405" y="99489"/>
                </a:cubicBezTo>
                <a:cubicBezTo>
                  <a:pt x="270119" y="98880"/>
                  <a:pt x="270758" y="98189"/>
                  <a:pt x="271310" y="97431"/>
                </a:cubicBezTo>
                <a:lnTo>
                  <a:pt x="294418" y="120215"/>
                </a:lnTo>
                <a:cubicBezTo>
                  <a:pt x="267653" y="146904"/>
                  <a:pt x="251193" y="163297"/>
                  <a:pt x="224790" y="189614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98B4575-56CF-D716-BE25-CCC27BCD85FE}"/>
              </a:ext>
            </a:extLst>
          </p:cNvPr>
          <p:cNvSpPr/>
          <p:nvPr/>
        </p:nvSpPr>
        <p:spPr>
          <a:xfrm>
            <a:off x="10463663" y="3850005"/>
            <a:ext cx="361950" cy="361950"/>
          </a:xfrm>
          <a:custGeom>
            <a:avLst/>
            <a:gdLst>
              <a:gd name="connsiteX0" fmla="*/ 180975 w 361950"/>
              <a:gd name="connsiteY0" fmla="*/ 0 h 361950"/>
              <a:gd name="connsiteX1" fmla="*/ 0 w 361950"/>
              <a:gd name="connsiteY1" fmla="*/ 180975 h 361950"/>
              <a:gd name="connsiteX2" fmla="*/ 180975 w 361950"/>
              <a:gd name="connsiteY2" fmla="*/ 361950 h 361950"/>
              <a:gd name="connsiteX3" fmla="*/ 361950 w 361950"/>
              <a:gd name="connsiteY3" fmla="*/ 180975 h 361950"/>
              <a:gd name="connsiteX4" fmla="*/ 181127 w 361950"/>
              <a:gd name="connsiteY4" fmla="*/ 0 h 361950"/>
              <a:gd name="connsiteX5" fmla="*/ 180975 w 361950"/>
              <a:gd name="connsiteY5" fmla="*/ 0 h 361950"/>
              <a:gd name="connsiteX6" fmla="*/ 224790 w 361950"/>
              <a:gd name="connsiteY6" fmla="*/ 189614 h 361950"/>
              <a:gd name="connsiteX7" fmla="*/ 145209 w 361950"/>
              <a:gd name="connsiteY7" fmla="*/ 269281 h 361950"/>
              <a:gd name="connsiteX8" fmla="*/ 77019 w 361950"/>
              <a:gd name="connsiteY8" fmla="*/ 201082 h 361950"/>
              <a:gd name="connsiteX9" fmla="*/ 99803 w 361950"/>
              <a:gd name="connsiteY9" fmla="*/ 178298 h 361950"/>
              <a:gd name="connsiteX10" fmla="*/ 145209 w 361950"/>
              <a:gd name="connsiteY10" fmla="*/ 223714 h 361950"/>
              <a:gd name="connsiteX11" fmla="*/ 210931 w 361950"/>
              <a:gd name="connsiteY11" fmla="*/ 157105 h 361950"/>
              <a:gd name="connsiteX12" fmla="*/ 267348 w 361950"/>
              <a:gd name="connsiteY12" fmla="*/ 101394 h 361950"/>
              <a:gd name="connsiteX13" fmla="*/ 269405 w 361950"/>
              <a:gd name="connsiteY13" fmla="*/ 99489 h 361950"/>
              <a:gd name="connsiteX14" fmla="*/ 271310 w 361950"/>
              <a:gd name="connsiteY14" fmla="*/ 97431 h 361950"/>
              <a:gd name="connsiteX15" fmla="*/ 294418 w 361950"/>
              <a:gd name="connsiteY15" fmla="*/ 120215 h 361950"/>
              <a:gd name="connsiteX16" fmla="*/ 224790 w 361950"/>
              <a:gd name="connsiteY16" fmla="*/ 189614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1950" h="361950">
                <a:moveTo>
                  <a:pt x="180975" y="0"/>
                </a:moveTo>
                <a:cubicBezTo>
                  <a:pt x="81025" y="0"/>
                  <a:pt x="0" y="81025"/>
                  <a:pt x="0" y="180975"/>
                </a:cubicBezTo>
                <a:cubicBezTo>
                  <a:pt x="0" y="280925"/>
                  <a:pt x="81025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92" y="81067"/>
                  <a:pt x="281035" y="42"/>
                  <a:pt x="181127" y="0"/>
                </a:cubicBezTo>
                <a:cubicBezTo>
                  <a:pt x="181077" y="0"/>
                  <a:pt x="181025" y="0"/>
                  <a:pt x="180975" y="0"/>
                </a:cubicBezTo>
                <a:close/>
                <a:moveTo>
                  <a:pt x="224790" y="189614"/>
                </a:moveTo>
                <a:cubicBezTo>
                  <a:pt x="198425" y="215935"/>
                  <a:pt x="171898" y="242490"/>
                  <a:pt x="145209" y="269281"/>
                </a:cubicBezTo>
                <a:cubicBezTo>
                  <a:pt x="122527" y="246497"/>
                  <a:pt x="99796" y="223764"/>
                  <a:pt x="77019" y="201082"/>
                </a:cubicBezTo>
                <a:lnTo>
                  <a:pt x="99803" y="178298"/>
                </a:lnTo>
                <a:lnTo>
                  <a:pt x="145209" y="223714"/>
                </a:lnTo>
                <a:cubicBezTo>
                  <a:pt x="167249" y="201349"/>
                  <a:pt x="189157" y="179146"/>
                  <a:pt x="210931" y="157105"/>
                </a:cubicBezTo>
                <a:cubicBezTo>
                  <a:pt x="232705" y="135055"/>
                  <a:pt x="244773" y="123225"/>
                  <a:pt x="267348" y="101394"/>
                </a:cubicBezTo>
                <a:cubicBezTo>
                  <a:pt x="267986" y="100755"/>
                  <a:pt x="268662" y="100127"/>
                  <a:pt x="269405" y="99489"/>
                </a:cubicBezTo>
                <a:cubicBezTo>
                  <a:pt x="270119" y="98880"/>
                  <a:pt x="270758" y="98189"/>
                  <a:pt x="271310" y="97431"/>
                </a:cubicBezTo>
                <a:lnTo>
                  <a:pt x="294418" y="120215"/>
                </a:lnTo>
                <a:cubicBezTo>
                  <a:pt x="267653" y="146904"/>
                  <a:pt x="251193" y="163297"/>
                  <a:pt x="224790" y="189614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1E8CA48-CA2D-C8F6-B15E-2D81A60603F5}"/>
              </a:ext>
            </a:extLst>
          </p:cNvPr>
          <p:cNvSpPr/>
          <p:nvPr/>
        </p:nvSpPr>
        <p:spPr>
          <a:xfrm>
            <a:off x="4132713" y="2694305"/>
            <a:ext cx="361950" cy="361950"/>
          </a:xfrm>
          <a:custGeom>
            <a:avLst/>
            <a:gdLst>
              <a:gd name="connsiteX0" fmla="*/ 180975 w 361950"/>
              <a:gd name="connsiteY0" fmla="*/ 0 h 361950"/>
              <a:gd name="connsiteX1" fmla="*/ 0 w 361950"/>
              <a:gd name="connsiteY1" fmla="*/ 180975 h 361950"/>
              <a:gd name="connsiteX2" fmla="*/ 180975 w 361950"/>
              <a:gd name="connsiteY2" fmla="*/ 361950 h 361950"/>
              <a:gd name="connsiteX3" fmla="*/ 361950 w 361950"/>
              <a:gd name="connsiteY3" fmla="*/ 180975 h 361950"/>
              <a:gd name="connsiteX4" fmla="*/ 181127 w 361950"/>
              <a:gd name="connsiteY4" fmla="*/ 0 h 361950"/>
              <a:gd name="connsiteX5" fmla="*/ 180975 w 361950"/>
              <a:gd name="connsiteY5" fmla="*/ 0 h 361950"/>
              <a:gd name="connsiteX6" fmla="*/ 224790 w 361950"/>
              <a:gd name="connsiteY6" fmla="*/ 189614 h 361950"/>
              <a:gd name="connsiteX7" fmla="*/ 145209 w 361950"/>
              <a:gd name="connsiteY7" fmla="*/ 269281 h 361950"/>
              <a:gd name="connsiteX8" fmla="*/ 77019 w 361950"/>
              <a:gd name="connsiteY8" fmla="*/ 201082 h 361950"/>
              <a:gd name="connsiteX9" fmla="*/ 99803 w 361950"/>
              <a:gd name="connsiteY9" fmla="*/ 178298 h 361950"/>
              <a:gd name="connsiteX10" fmla="*/ 145209 w 361950"/>
              <a:gd name="connsiteY10" fmla="*/ 223714 h 361950"/>
              <a:gd name="connsiteX11" fmla="*/ 210931 w 361950"/>
              <a:gd name="connsiteY11" fmla="*/ 157105 h 361950"/>
              <a:gd name="connsiteX12" fmla="*/ 267348 w 361950"/>
              <a:gd name="connsiteY12" fmla="*/ 101394 h 361950"/>
              <a:gd name="connsiteX13" fmla="*/ 269405 w 361950"/>
              <a:gd name="connsiteY13" fmla="*/ 99489 h 361950"/>
              <a:gd name="connsiteX14" fmla="*/ 271310 w 361950"/>
              <a:gd name="connsiteY14" fmla="*/ 97431 h 361950"/>
              <a:gd name="connsiteX15" fmla="*/ 294418 w 361950"/>
              <a:gd name="connsiteY15" fmla="*/ 120215 h 361950"/>
              <a:gd name="connsiteX16" fmla="*/ 224790 w 361950"/>
              <a:gd name="connsiteY16" fmla="*/ 189614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1950" h="361950">
                <a:moveTo>
                  <a:pt x="180975" y="0"/>
                </a:moveTo>
                <a:cubicBezTo>
                  <a:pt x="81025" y="0"/>
                  <a:pt x="0" y="81025"/>
                  <a:pt x="0" y="180975"/>
                </a:cubicBezTo>
                <a:cubicBezTo>
                  <a:pt x="0" y="280925"/>
                  <a:pt x="81025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92" y="81067"/>
                  <a:pt x="281035" y="42"/>
                  <a:pt x="181127" y="0"/>
                </a:cubicBezTo>
                <a:cubicBezTo>
                  <a:pt x="181077" y="0"/>
                  <a:pt x="181025" y="0"/>
                  <a:pt x="180975" y="0"/>
                </a:cubicBezTo>
                <a:close/>
                <a:moveTo>
                  <a:pt x="224790" y="189614"/>
                </a:moveTo>
                <a:cubicBezTo>
                  <a:pt x="198425" y="215935"/>
                  <a:pt x="171898" y="242490"/>
                  <a:pt x="145209" y="269281"/>
                </a:cubicBezTo>
                <a:cubicBezTo>
                  <a:pt x="122527" y="246497"/>
                  <a:pt x="99796" y="223764"/>
                  <a:pt x="77019" y="201082"/>
                </a:cubicBezTo>
                <a:lnTo>
                  <a:pt x="99803" y="178298"/>
                </a:lnTo>
                <a:lnTo>
                  <a:pt x="145209" y="223714"/>
                </a:lnTo>
                <a:cubicBezTo>
                  <a:pt x="167249" y="201349"/>
                  <a:pt x="189157" y="179146"/>
                  <a:pt x="210931" y="157105"/>
                </a:cubicBezTo>
                <a:cubicBezTo>
                  <a:pt x="232705" y="135055"/>
                  <a:pt x="244773" y="123225"/>
                  <a:pt x="267348" y="101394"/>
                </a:cubicBezTo>
                <a:cubicBezTo>
                  <a:pt x="267986" y="100755"/>
                  <a:pt x="268662" y="100127"/>
                  <a:pt x="269405" y="99489"/>
                </a:cubicBezTo>
                <a:cubicBezTo>
                  <a:pt x="270119" y="98880"/>
                  <a:pt x="270758" y="98189"/>
                  <a:pt x="271310" y="97431"/>
                </a:cubicBezTo>
                <a:lnTo>
                  <a:pt x="294418" y="120215"/>
                </a:lnTo>
                <a:cubicBezTo>
                  <a:pt x="267653" y="146904"/>
                  <a:pt x="251193" y="163297"/>
                  <a:pt x="224790" y="189614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B9A205F-22AC-0576-F176-E331FD60D091}"/>
              </a:ext>
            </a:extLst>
          </p:cNvPr>
          <p:cNvSpPr/>
          <p:nvPr/>
        </p:nvSpPr>
        <p:spPr>
          <a:xfrm>
            <a:off x="10463663" y="2694305"/>
            <a:ext cx="361950" cy="361950"/>
          </a:xfrm>
          <a:custGeom>
            <a:avLst/>
            <a:gdLst>
              <a:gd name="connsiteX0" fmla="*/ 180975 w 361950"/>
              <a:gd name="connsiteY0" fmla="*/ 0 h 361950"/>
              <a:gd name="connsiteX1" fmla="*/ 0 w 361950"/>
              <a:gd name="connsiteY1" fmla="*/ 180975 h 361950"/>
              <a:gd name="connsiteX2" fmla="*/ 180975 w 361950"/>
              <a:gd name="connsiteY2" fmla="*/ 361950 h 361950"/>
              <a:gd name="connsiteX3" fmla="*/ 361950 w 361950"/>
              <a:gd name="connsiteY3" fmla="*/ 180975 h 361950"/>
              <a:gd name="connsiteX4" fmla="*/ 181127 w 361950"/>
              <a:gd name="connsiteY4" fmla="*/ 0 h 361950"/>
              <a:gd name="connsiteX5" fmla="*/ 180975 w 361950"/>
              <a:gd name="connsiteY5" fmla="*/ 0 h 361950"/>
              <a:gd name="connsiteX6" fmla="*/ 224790 w 361950"/>
              <a:gd name="connsiteY6" fmla="*/ 189614 h 361950"/>
              <a:gd name="connsiteX7" fmla="*/ 145209 w 361950"/>
              <a:gd name="connsiteY7" fmla="*/ 269281 h 361950"/>
              <a:gd name="connsiteX8" fmla="*/ 77019 w 361950"/>
              <a:gd name="connsiteY8" fmla="*/ 201082 h 361950"/>
              <a:gd name="connsiteX9" fmla="*/ 99803 w 361950"/>
              <a:gd name="connsiteY9" fmla="*/ 178298 h 361950"/>
              <a:gd name="connsiteX10" fmla="*/ 145209 w 361950"/>
              <a:gd name="connsiteY10" fmla="*/ 223714 h 361950"/>
              <a:gd name="connsiteX11" fmla="*/ 210931 w 361950"/>
              <a:gd name="connsiteY11" fmla="*/ 157105 h 361950"/>
              <a:gd name="connsiteX12" fmla="*/ 267348 w 361950"/>
              <a:gd name="connsiteY12" fmla="*/ 101394 h 361950"/>
              <a:gd name="connsiteX13" fmla="*/ 269405 w 361950"/>
              <a:gd name="connsiteY13" fmla="*/ 99489 h 361950"/>
              <a:gd name="connsiteX14" fmla="*/ 271310 w 361950"/>
              <a:gd name="connsiteY14" fmla="*/ 97431 h 361950"/>
              <a:gd name="connsiteX15" fmla="*/ 294418 w 361950"/>
              <a:gd name="connsiteY15" fmla="*/ 120215 h 361950"/>
              <a:gd name="connsiteX16" fmla="*/ 224790 w 361950"/>
              <a:gd name="connsiteY16" fmla="*/ 189614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1950" h="361950">
                <a:moveTo>
                  <a:pt x="180975" y="0"/>
                </a:moveTo>
                <a:cubicBezTo>
                  <a:pt x="81025" y="0"/>
                  <a:pt x="0" y="81025"/>
                  <a:pt x="0" y="180975"/>
                </a:cubicBezTo>
                <a:cubicBezTo>
                  <a:pt x="0" y="280925"/>
                  <a:pt x="81025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92" y="81067"/>
                  <a:pt x="281035" y="42"/>
                  <a:pt x="181127" y="0"/>
                </a:cubicBezTo>
                <a:cubicBezTo>
                  <a:pt x="181077" y="0"/>
                  <a:pt x="181025" y="0"/>
                  <a:pt x="180975" y="0"/>
                </a:cubicBezTo>
                <a:close/>
                <a:moveTo>
                  <a:pt x="224790" y="189614"/>
                </a:moveTo>
                <a:cubicBezTo>
                  <a:pt x="198425" y="215935"/>
                  <a:pt x="171898" y="242490"/>
                  <a:pt x="145209" y="269281"/>
                </a:cubicBezTo>
                <a:cubicBezTo>
                  <a:pt x="122527" y="246497"/>
                  <a:pt x="99796" y="223764"/>
                  <a:pt x="77019" y="201082"/>
                </a:cubicBezTo>
                <a:lnTo>
                  <a:pt x="99803" y="178298"/>
                </a:lnTo>
                <a:lnTo>
                  <a:pt x="145209" y="223714"/>
                </a:lnTo>
                <a:cubicBezTo>
                  <a:pt x="167249" y="201349"/>
                  <a:pt x="189157" y="179146"/>
                  <a:pt x="210931" y="157105"/>
                </a:cubicBezTo>
                <a:cubicBezTo>
                  <a:pt x="232705" y="135055"/>
                  <a:pt x="244773" y="123225"/>
                  <a:pt x="267348" y="101394"/>
                </a:cubicBezTo>
                <a:cubicBezTo>
                  <a:pt x="267986" y="100755"/>
                  <a:pt x="268662" y="100127"/>
                  <a:pt x="269405" y="99489"/>
                </a:cubicBezTo>
                <a:cubicBezTo>
                  <a:pt x="270119" y="98880"/>
                  <a:pt x="270758" y="98189"/>
                  <a:pt x="271310" y="97431"/>
                </a:cubicBezTo>
                <a:lnTo>
                  <a:pt x="294418" y="120215"/>
                </a:lnTo>
                <a:cubicBezTo>
                  <a:pt x="267653" y="146904"/>
                  <a:pt x="251193" y="163297"/>
                  <a:pt x="224790" y="189614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7FC76D1-EB1D-CB84-7CD1-FEC004CCBF70}"/>
              </a:ext>
            </a:extLst>
          </p:cNvPr>
          <p:cNvSpPr/>
          <p:nvPr/>
        </p:nvSpPr>
        <p:spPr>
          <a:xfrm>
            <a:off x="6237738" y="3850005"/>
            <a:ext cx="361950" cy="361950"/>
          </a:xfrm>
          <a:custGeom>
            <a:avLst/>
            <a:gdLst>
              <a:gd name="connsiteX0" fmla="*/ 180975 w 361950"/>
              <a:gd name="connsiteY0" fmla="*/ 0 h 361950"/>
              <a:gd name="connsiteX1" fmla="*/ 0 w 361950"/>
              <a:gd name="connsiteY1" fmla="*/ 180975 h 361950"/>
              <a:gd name="connsiteX2" fmla="*/ 180975 w 361950"/>
              <a:gd name="connsiteY2" fmla="*/ 361950 h 361950"/>
              <a:gd name="connsiteX3" fmla="*/ 361950 w 361950"/>
              <a:gd name="connsiteY3" fmla="*/ 180975 h 361950"/>
              <a:gd name="connsiteX4" fmla="*/ 181127 w 361950"/>
              <a:gd name="connsiteY4" fmla="*/ 0 h 361950"/>
              <a:gd name="connsiteX5" fmla="*/ 180975 w 361950"/>
              <a:gd name="connsiteY5" fmla="*/ 0 h 361950"/>
              <a:gd name="connsiteX6" fmla="*/ 224790 w 361950"/>
              <a:gd name="connsiteY6" fmla="*/ 189614 h 361950"/>
              <a:gd name="connsiteX7" fmla="*/ 145209 w 361950"/>
              <a:gd name="connsiteY7" fmla="*/ 269281 h 361950"/>
              <a:gd name="connsiteX8" fmla="*/ 77019 w 361950"/>
              <a:gd name="connsiteY8" fmla="*/ 201082 h 361950"/>
              <a:gd name="connsiteX9" fmla="*/ 99803 w 361950"/>
              <a:gd name="connsiteY9" fmla="*/ 178298 h 361950"/>
              <a:gd name="connsiteX10" fmla="*/ 145209 w 361950"/>
              <a:gd name="connsiteY10" fmla="*/ 223714 h 361950"/>
              <a:gd name="connsiteX11" fmla="*/ 210931 w 361950"/>
              <a:gd name="connsiteY11" fmla="*/ 157105 h 361950"/>
              <a:gd name="connsiteX12" fmla="*/ 267348 w 361950"/>
              <a:gd name="connsiteY12" fmla="*/ 101394 h 361950"/>
              <a:gd name="connsiteX13" fmla="*/ 269405 w 361950"/>
              <a:gd name="connsiteY13" fmla="*/ 99489 h 361950"/>
              <a:gd name="connsiteX14" fmla="*/ 271310 w 361950"/>
              <a:gd name="connsiteY14" fmla="*/ 97431 h 361950"/>
              <a:gd name="connsiteX15" fmla="*/ 294418 w 361950"/>
              <a:gd name="connsiteY15" fmla="*/ 120215 h 361950"/>
              <a:gd name="connsiteX16" fmla="*/ 224790 w 361950"/>
              <a:gd name="connsiteY16" fmla="*/ 189614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1950" h="361950">
                <a:moveTo>
                  <a:pt x="180975" y="0"/>
                </a:moveTo>
                <a:cubicBezTo>
                  <a:pt x="81025" y="0"/>
                  <a:pt x="0" y="81025"/>
                  <a:pt x="0" y="180975"/>
                </a:cubicBezTo>
                <a:cubicBezTo>
                  <a:pt x="0" y="280925"/>
                  <a:pt x="81025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92" y="81067"/>
                  <a:pt x="281035" y="42"/>
                  <a:pt x="181127" y="0"/>
                </a:cubicBezTo>
                <a:cubicBezTo>
                  <a:pt x="181077" y="0"/>
                  <a:pt x="181025" y="0"/>
                  <a:pt x="180975" y="0"/>
                </a:cubicBezTo>
                <a:close/>
                <a:moveTo>
                  <a:pt x="224790" y="189614"/>
                </a:moveTo>
                <a:cubicBezTo>
                  <a:pt x="198425" y="215935"/>
                  <a:pt x="171898" y="242490"/>
                  <a:pt x="145209" y="269281"/>
                </a:cubicBezTo>
                <a:cubicBezTo>
                  <a:pt x="122527" y="246497"/>
                  <a:pt x="99796" y="223764"/>
                  <a:pt x="77019" y="201082"/>
                </a:cubicBezTo>
                <a:lnTo>
                  <a:pt x="99803" y="178298"/>
                </a:lnTo>
                <a:lnTo>
                  <a:pt x="145209" y="223714"/>
                </a:lnTo>
                <a:cubicBezTo>
                  <a:pt x="167249" y="201349"/>
                  <a:pt x="189157" y="179146"/>
                  <a:pt x="210931" y="157105"/>
                </a:cubicBezTo>
                <a:cubicBezTo>
                  <a:pt x="232705" y="135055"/>
                  <a:pt x="244773" y="123225"/>
                  <a:pt x="267348" y="101394"/>
                </a:cubicBezTo>
                <a:cubicBezTo>
                  <a:pt x="267986" y="100755"/>
                  <a:pt x="268662" y="100127"/>
                  <a:pt x="269405" y="99489"/>
                </a:cubicBezTo>
                <a:cubicBezTo>
                  <a:pt x="270119" y="98880"/>
                  <a:pt x="270758" y="98189"/>
                  <a:pt x="271310" y="97431"/>
                </a:cubicBezTo>
                <a:lnTo>
                  <a:pt x="294418" y="120215"/>
                </a:lnTo>
                <a:cubicBezTo>
                  <a:pt x="267653" y="146904"/>
                  <a:pt x="251193" y="163297"/>
                  <a:pt x="224790" y="189614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430BDD3-AC12-E477-4438-C710BEBDEA23}"/>
              </a:ext>
            </a:extLst>
          </p:cNvPr>
          <p:cNvSpPr/>
          <p:nvPr/>
        </p:nvSpPr>
        <p:spPr>
          <a:xfrm>
            <a:off x="4132713" y="5043805"/>
            <a:ext cx="361950" cy="361950"/>
          </a:xfrm>
          <a:custGeom>
            <a:avLst/>
            <a:gdLst>
              <a:gd name="connsiteX0" fmla="*/ 180975 w 361950"/>
              <a:gd name="connsiteY0" fmla="*/ 0 h 361950"/>
              <a:gd name="connsiteX1" fmla="*/ 0 w 361950"/>
              <a:gd name="connsiteY1" fmla="*/ 180975 h 361950"/>
              <a:gd name="connsiteX2" fmla="*/ 180975 w 361950"/>
              <a:gd name="connsiteY2" fmla="*/ 361950 h 361950"/>
              <a:gd name="connsiteX3" fmla="*/ 361950 w 361950"/>
              <a:gd name="connsiteY3" fmla="*/ 180975 h 361950"/>
              <a:gd name="connsiteX4" fmla="*/ 181127 w 361950"/>
              <a:gd name="connsiteY4" fmla="*/ 0 h 361950"/>
              <a:gd name="connsiteX5" fmla="*/ 180975 w 361950"/>
              <a:gd name="connsiteY5" fmla="*/ 0 h 361950"/>
              <a:gd name="connsiteX6" fmla="*/ 224790 w 361950"/>
              <a:gd name="connsiteY6" fmla="*/ 189614 h 361950"/>
              <a:gd name="connsiteX7" fmla="*/ 145209 w 361950"/>
              <a:gd name="connsiteY7" fmla="*/ 269281 h 361950"/>
              <a:gd name="connsiteX8" fmla="*/ 77019 w 361950"/>
              <a:gd name="connsiteY8" fmla="*/ 201082 h 361950"/>
              <a:gd name="connsiteX9" fmla="*/ 99803 w 361950"/>
              <a:gd name="connsiteY9" fmla="*/ 178298 h 361950"/>
              <a:gd name="connsiteX10" fmla="*/ 145209 w 361950"/>
              <a:gd name="connsiteY10" fmla="*/ 223714 h 361950"/>
              <a:gd name="connsiteX11" fmla="*/ 210931 w 361950"/>
              <a:gd name="connsiteY11" fmla="*/ 157105 h 361950"/>
              <a:gd name="connsiteX12" fmla="*/ 267348 w 361950"/>
              <a:gd name="connsiteY12" fmla="*/ 101394 h 361950"/>
              <a:gd name="connsiteX13" fmla="*/ 269405 w 361950"/>
              <a:gd name="connsiteY13" fmla="*/ 99489 h 361950"/>
              <a:gd name="connsiteX14" fmla="*/ 271310 w 361950"/>
              <a:gd name="connsiteY14" fmla="*/ 97431 h 361950"/>
              <a:gd name="connsiteX15" fmla="*/ 294418 w 361950"/>
              <a:gd name="connsiteY15" fmla="*/ 120215 h 361950"/>
              <a:gd name="connsiteX16" fmla="*/ 224790 w 361950"/>
              <a:gd name="connsiteY16" fmla="*/ 189614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1950" h="361950">
                <a:moveTo>
                  <a:pt x="180975" y="0"/>
                </a:moveTo>
                <a:cubicBezTo>
                  <a:pt x="81025" y="0"/>
                  <a:pt x="0" y="81025"/>
                  <a:pt x="0" y="180975"/>
                </a:cubicBezTo>
                <a:cubicBezTo>
                  <a:pt x="0" y="280925"/>
                  <a:pt x="81025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92" y="81067"/>
                  <a:pt x="281035" y="42"/>
                  <a:pt x="181127" y="0"/>
                </a:cubicBezTo>
                <a:cubicBezTo>
                  <a:pt x="181077" y="0"/>
                  <a:pt x="181025" y="0"/>
                  <a:pt x="180975" y="0"/>
                </a:cubicBezTo>
                <a:close/>
                <a:moveTo>
                  <a:pt x="224790" y="189614"/>
                </a:moveTo>
                <a:cubicBezTo>
                  <a:pt x="198425" y="215935"/>
                  <a:pt x="171898" y="242490"/>
                  <a:pt x="145209" y="269281"/>
                </a:cubicBezTo>
                <a:cubicBezTo>
                  <a:pt x="122527" y="246497"/>
                  <a:pt x="99796" y="223764"/>
                  <a:pt x="77019" y="201082"/>
                </a:cubicBezTo>
                <a:lnTo>
                  <a:pt x="99803" y="178298"/>
                </a:lnTo>
                <a:lnTo>
                  <a:pt x="145209" y="223714"/>
                </a:lnTo>
                <a:cubicBezTo>
                  <a:pt x="167249" y="201349"/>
                  <a:pt x="189157" y="179146"/>
                  <a:pt x="210931" y="157105"/>
                </a:cubicBezTo>
                <a:cubicBezTo>
                  <a:pt x="232705" y="135055"/>
                  <a:pt x="244773" y="123225"/>
                  <a:pt x="267348" y="101394"/>
                </a:cubicBezTo>
                <a:cubicBezTo>
                  <a:pt x="267986" y="100755"/>
                  <a:pt x="268662" y="100127"/>
                  <a:pt x="269405" y="99489"/>
                </a:cubicBezTo>
                <a:cubicBezTo>
                  <a:pt x="270119" y="98880"/>
                  <a:pt x="270758" y="98189"/>
                  <a:pt x="271310" y="97431"/>
                </a:cubicBezTo>
                <a:lnTo>
                  <a:pt x="294418" y="120215"/>
                </a:lnTo>
                <a:cubicBezTo>
                  <a:pt x="267653" y="146904"/>
                  <a:pt x="251193" y="163297"/>
                  <a:pt x="224790" y="189614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52976F4-DD2D-7918-61C2-2E98756B8510}"/>
              </a:ext>
            </a:extLst>
          </p:cNvPr>
          <p:cNvSpPr/>
          <p:nvPr/>
        </p:nvSpPr>
        <p:spPr>
          <a:xfrm>
            <a:off x="8342763" y="3850005"/>
            <a:ext cx="361950" cy="361950"/>
          </a:xfrm>
          <a:custGeom>
            <a:avLst/>
            <a:gdLst>
              <a:gd name="connsiteX0" fmla="*/ 180975 w 361950"/>
              <a:gd name="connsiteY0" fmla="*/ 0 h 361950"/>
              <a:gd name="connsiteX1" fmla="*/ 0 w 361950"/>
              <a:gd name="connsiteY1" fmla="*/ 180975 h 361950"/>
              <a:gd name="connsiteX2" fmla="*/ 180975 w 361950"/>
              <a:gd name="connsiteY2" fmla="*/ 361950 h 361950"/>
              <a:gd name="connsiteX3" fmla="*/ 361950 w 361950"/>
              <a:gd name="connsiteY3" fmla="*/ 180975 h 361950"/>
              <a:gd name="connsiteX4" fmla="*/ 181127 w 361950"/>
              <a:gd name="connsiteY4" fmla="*/ 0 h 361950"/>
              <a:gd name="connsiteX5" fmla="*/ 180975 w 361950"/>
              <a:gd name="connsiteY5" fmla="*/ 0 h 361950"/>
              <a:gd name="connsiteX6" fmla="*/ 224790 w 361950"/>
              <a:gd name="connsiteY6" fmla="*/ 189614 h 361950"/>
              <a:gd name="connsiteX7" fmla="*/ 145209 w 361950"/>
              <a:gd name="connsiteY7" fmla="*/ 269281 h 361950"/>
              <a:gd name="connsiteX8" fmla="*/ 77019 w 361950"/>
              <a:gd name="connsiteY8" fmla="*/ 201082 h 361950"/>
              <a:gd name="connsiteX9" fmla="*/ 99803 w 361950"/>
              <a:gd name="connsiteY9" fmla="*/ 178298 h 361950"/>
              <a:gd name="connsiteX10" fmla="*/ 145209 w 361950"/>
              <a:gd name="connsiteY10" fmla="*/ 223714 h 361950"/>
              <a:gd name="connsiteX11" fmla="*/ 210931 w 361950"/>
              <a:gd name="connsiteY11" fmla="*/ 157105 h 361950"/>
              <a:gd name="connsiteX12" fmla="*/ 267348 w 361950"/>
              <a:gd name="connsiteY12" fmla="*/ 101394 h 361950"/>
              <a:gd name="connsiteX13" fmla="*/ 269405 w 361950"/>
              <a:gd name="connsiteY13" fmla="*/ 99489 h 361950"/>
              <a:gd name="connsiteX14" fmla="*/ 271310 w 361950"/>
              <a:gd name="connsiteY14" fmla="*/ 97431 h 361950"/>
              <a:gd name="connsiteX15" fmla="*/ 294418 w 361950"/>
              <a:gd name="connsiteY15" fmla="*/ 120215 h 361950"/>
              <a:gd name="connsiteX16" fmla="*/ 224790 w 361950"/>
              <a:gd name="connsiteY16" fmla="*/ 189614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1950" h="361950">
                <a:moveTo>
                  <a:pt x="180975" y="0"/>
                </a:moveTo>
                <a:cubicBezTo>
                  <a:pt x="81025" y="0"/>
                  <a:pt x="0" y="81025"/>
                  <a:pt x="0" y="180975"/>
                </a:cubicBezTo>
                <a:cubicBezTo>
                  <a:pt x="0" y="280925"/>
                  <a:pt x="81025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92" y="81067"/>
                  <a:pt x="281035" y="42"/>
                  <a:pt x="181127" y="0"/>
                </a:cubicBezTo>
                <a:cubicBezTo>
                  <a:pt x="181077" y="0"/>
                  <a:pt x="181025" y="0"/>
                  <a:pt x="180975" y="0"/>
                </a:cubicBezTo>
                <a:close/>
                <a:moveTo>
                  <a:pt x="224790" y="189614"/>
                </a:moveTo>
                <a:cubicBezTo>
                  <a:pt x="198425" y="215935"/>
                  <a:pt x="171898" y="242490"/>
                  <a:pt x="145209" y="269281"/>
                </a:cubicBezTo>
                <a:cubicBezTo>
                  <a:pt x="122527" y="246497"/>
                  <a:pt x="99796" y="223764"/>
                  <a:pt x="77019" y="201082"/>
                </a:cubicBezTo>
                <a:lnTo>
                  <a:pt x="99803" y="178298"/>
                </a:lnTo>
                <a:lnTo>
                  <a:pt x="145209" y="223714"/>
                </a:lnTo>
                <a:cubicBezTo>
                  <a:pt x="167249" y="201349"/>
                  <a:pt x="189157" y="179146"/>
                  <a:pt x="210931" y="157105"/>
                </a:cubicBezTo>
                <a:cubicBezTo>
                  <a:pt x="232705" y="135055"/>
                  <a:pt x="244773" y="123225"/>
                  <a:pt x="267348" y="101394"/>
                </a:cubicBezTo>
                <a:cubicBezTo>
                  <a:pt x="267986" y="100755"/>
                  <a:pt x="268662" y="100127"/>
                  <a:pt x="269405" y="99489"/>
                </a:cubicBezTo>
                <a:cubicBezTo>
                  <a:pt x="270119" y="98880"/>
                  <a:pt x="270758" y="98189"/>
                  <a:pt x="271310" y="97431"/>
                </a:cubicBezTo>
                <a:lnTo>
                  <a:pt x="294418" y="120215"/>
                </a:lnTo>
                <a:cubicBezTo>
                  <a:pt x="267653" y="146904"/>
                  <a:pt x="251193" y="163297"/>
                  <a:pt x="224790" y="189614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D1BA678-662D-F637-0EE2-5705D40DB4BB}"/>
              </a:ext>
            </a:extLst>
          </p:cNvPr>
          <p:cNvSpPr/>
          <p:nvPr/>
        </p:nvSpPr>
        <p:spPr>
          <a:xfrm>
            <a:off x="6237738" y="2694305"/>
            <a:ext cx="361950" cy="361950"/>
          </a:xfrm>
          <a:custGeom>
            <a:avLst/>
            <a:gdLst>
              <a:gd name="connsiteX0" fmla="*/ 180975 w 361950"/>
              <a:gd name="connsiteY0" fmla="*/ 0 h 361950"/>
              <a:gd name="connsiteX1" fmla="*/ 0 w 361950"/>
              <a:gd name="connsiteY1" fmla="*/ 180975 h 361950"/>
              <a:gd name="connsiteX2" fmla="*/ 180975 w 361950"/>
              <a:gd name="connsiteY2" fmla="*/ 361950 h 361950"/>
              <a:gd name="connsiteX3" fmla="*/ 361950 w 361950"/>
              <a:gd name="connsiteY3" fmla="*/ 180975 h 361950"/>
              <a:gd name="connsiteX4" fmla="*/ 181127 w 361950"/>
              <a:gd name="connsiteY4" fmla="*/ 0 h 361950"/>
              <a:gd name="connsiteX5" fmla="*/ 180975 w 361950"/>
              <a:gd name="connsiteY5" fmla="*/ 0 h 361950"/>
              <a:gd name="connsiteX6" fmla="*/ 224790 w 361950"/>
              <a:gd name="connsiteY6" fmla="*/ 189614 h 361950"/>
              <a:gd name="connsiteX7" fmla="*/ 145209 w 361950"/>
              <a:gd name="connsiteY7" fmla="*/ 269281 h 361950"/>
              <a:gd name="connsiteX8" fmla="*/ 77019 w 361950"/>
              <a:gd name="connsiteY8" fmla="*/ 201082 h 361950"/>
              <a:gd name="connsiteX9" fmla="*/ 99803 w 361950"/>
              <a:gd name="connsiteY9" fmla="*/ 178298 h 361950"/>
              <a:gd name="connsiteX10" fmla="*/ 145209 w 361950"/>
              <a:gd name="connsiteY10" fmla="*/ 223714 h 361950"/>
              <a:gd name="connsiteX11" fmla="*/ 210931 w 361950"/>
              <a:gd name="connsiteY11" fmla="*/ 157105 h 361950"/>
              <a:gd name="connsiteX12" fmla="*/ 267348 w 361950"/>
              <a:gd name="connsiteY12" fmla="*/ 101394 h 361950"/>
              <a:gd name="connsiteX13" fmla="*/ 269405 w 361950"/>
              <a:gd name="connsiteY13" fmla="*/ 99489 h 361950"/>
              <a:gd name="connsiteX14" fmla="*/ 271310 w 361950"/>
              <a:gd name="connsiteY14" fmla="*/ 97431 h 361950"/>
              <a:gd name="connsiteX15" fmla="*/ 294418 w 361950"/>
              <a:gd name="connsiteY15" fmla="*/ 120215 h 361950"/>
              <a:gd name="connsiteX16" fmla="*/ 224790 w 361950"/>
              <a:gd name="connsiteY16" fmla="*/ 189614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1950" h="361950">
                <a:moveTo>
                  <a:pt x="180975" y="0"/>
                </a:moveTo>
                <a:cubicBezTo>
                  <a:pt x="81025" y="0"/>
                  <a:pt x="0" y="81025"/>
                  <a:pt x="0" y="180975"/>
                </a:cubicBezTo>
                <a:cubicBezTo>
                  <a:pt x="0" y="280925"/>
                  <a:pt x="81025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92" y="81067"/>
                  <a:pt x="281035" y="42"/>
                  <a:pt x="181127" y="0"/>
                </a:cubicBezTo>
                <a:cubicBezTo>
                  <a:pt x="181077" y="0"/>
                  <a:pt x="181025" y="0"/>
                  <a:pt x="180975" y="0"/>
                </a:cubicBezTo>
                <a:close/>
                <a:moveTo>
                  <a:pt x="224790" y="189614"/>
                </a:moveTo>
                <a:cubicBezTo>
                  <a:pt x="198425" y="215935"/>
                  <a:pt x="171898" y="242490"/>
                  <a:pt x="145209" y="269281"/>
                </a:cubicBezTo>
                <a:cubicBezTo>
                  <a:pt x="122527" y="246497"/>
                  <a:pt x="99796" y="223764"/>
                  <a:pt x="77019" y="201082"/>
                </a:cubicBezTo>
                <a:lnTo>
                  <a:pt x="99803" y="178298"/>
                </a:lnTo>
                <a:lnTo>
                  <a:pt x="145209" y="223714"/>
                </a:lnTo>
                <a:cubicBezTo>
                  <a:pt x="167249" y="201349"/>
                  <a:pt x="189157" y="179146"/>
                  <a:pt x="210931" y="157105"/>
                </a:cubicBezTo>
                <a:cubicBezTo>
                  <a:pt x="232705" y="135055"/>
                  <a:pt x="244773" y="123225"/>
                  <a:pt x="267348" y="101394"/>
                </a:cubicBezTo>
                <a:cubicBezTo>
                  <a:pt x="267986" y="100755"/>
                  <a:pt x="268662" y="100127"/>
                  <a:pt x="269405" y="99489"/>
                </a:cubicBezTo>
                <a:cubicBezTo>
                  <a:pt x="270119" y="98880"/>
                  <a:pt x="270758" y="98189"/>
                  <a:pt x="271310" y="97431"/>
                </a:cubicBezTo>
                <a:lnTo>
                  <a:pt x="294418" y="120215"/>
                </a:lnTo>
                <a:cubicBezTo>
                  <a:pt x="267653" y="146904"/>
                  <a:pt x="251193" y="163297"/>
                  <a:pt x="224790" y="189614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E49E318-02FC-1CF3-F3E6-9DE0A9124CCD}"/>
              </a:ext>
            </a:extLst>
          </p:cNvPr>
          <p:cNvSpPr/>
          <p:nvPr/>
        </p:nvSpPr>
        <p:spPr>
          <a:xfrm>
            <a:off x="8342763" y="5043805"/>
            <a:ext cx="361950" cy="361950"/>
          </a:xfrm>
          <a:custGeom>
            <a:avLst/>
            <a:gdLst>
              <a:gd name="connsiteX0" fmla="*/ 180975 w 361950"/>
              <a:gd name="connsiteY0" fmla="*/ 0 h 361950"/>
              <a:gd name="connsiteX1" fmla="*/ 0 w 361950"/>
              <a:gd name="connsiteY1" fmla="*/ 180975 h 361950"/>
              <a:gd name="connsiteX2" fmla="*/ 180975 w 361950"/>
              <a:gd name="connsiteY2" fmla="*/ 361950 h 361950"/>
              <a:gd name="connsiteX3" fmla="*/ 361950 w 361950"/>
              <a:gd name="connsiteY3" fmla="*/ 180975 h 361950"/>
              <a:gd name="connsiteX4" fmla="*/ 181127 w 361950"/>
              <a:gd name="connsiteY4" fmla="*/ 0 h 361950"/>
              <a:gd name="connsiteX5" fmla="*/ 180975 w 361950"/>
              <a:gd name="connsiteY5" fmla="*/ 0 h 361950"/>
              <a:gd name="connsiteX6" fmla="*/ 224790 w 361950"/>
              <a:gd name="connsiteY6" fmla="*/ 189614 h 361950"/>
              <a:gd name="connsiteX7" fmla="*/ 145209 w 361950"/>
              <a:gd name="connsiteY7" fmla="*/ 269281 h 361950"/>
              <a:gd name="connsiteX8" fmla="*/ 77019 w 361950"/>
              <a:gd name="connsiteY8" fmla="*/ 201082 h 361950"/>
              <a:gd name="connsiteX9" fmla="*/ 99803 w 361950"/>
              <a:gd name="connsiteY9" fmla="*/ 178298 h 361950"/>
              <a:gd name="connsiteX10" fmla="*/ 145209 w 361950"/>
              <a:gd name="connsiteY10" fmla="*/ 223714 h 361950"/>
              <a:gd name="connsiteX11" fmla="*/ 210931 w 361950"/>
              <a:gd name="connsiteY11" fmla="*/ 157105 h 361950"/>
              <a:gd name="connsiteX12" fmla="*/ 267348 w 361950"/>
              <a:gd name="connsiteY12" fmla="*/ 101394 h 361950"/>
              <a:gd name="connsiteX13" fmla="*/ 269405 w 361950"/>
              <a:gd name="connsiteY13" fmla="*/ 99489 h 361950"/>
              <a:gd name="connsiteX14" fmla="*/ 271310 w 361950"/>
              <a:gd name="connsiteY14" fmla="*/ 97431 h 361950"/>
              <a:gd name="connsiteX15" fmla="*/ 294418 w 361950"/>
              <a:gd name="connsiteY15" fmla="*/ 120215 h 361950"/>
              <a:gd name="connsiteX16" fmla="*/ 224790 w 361950"/>
              <a:gd name="connsiteY16" fmla="*/ 189614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1950" h="361950">
                <a:moveTo>
                  <a:pt x="180975" y="0"/>
                </a:moveTo>
                <a:cubicBezTo>
                  <a:pt x="81025" y="0"/>
                  <a:pt x="0" y="81025"/>
                  <a:pt x="0" y="180975"/>
                </a:cubicBezTo>
                <a:cubicBezTo>
                  <a:pt x="0" y="280925"/>
                  <a:pt x="81025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92" y="81067"/>
                  <a:pt x="281035" y="42"/>
                  <a:pt x="181127" y="0"/>
                </a:cubicBezTo>
                <a:cubicBezTo>
                  <a:pt x="181077" y="0"/>
                  <a:pt x="181025" y="0"/>
                  <a:pt x="180975" y="0"/>
                </a:cubicBezTo>
                <a:close/>
                <a:moveTo>
                  <a:pt x="224790" y="189614"/>
                </a:moveTo>
                <a:cubicBezTo>
                  <a:pt x="198425" y="215935"/>
                  <a:pt x="171898" y="242490"/>
                  <a:pt x="145209" y="269281"/>
                </a:cubicBezTo>
                <a:cubicBezTo>
                  <a:pt x="122527" y="246497"/>
                  <a:pt x="99796" y="223764"/>
                  <a:pt x="77019" y="201082"/>
                </a:cubicBezTo>
                <a:lnTo>
                  <a:pt x="99803" y="178298"/>
                </a:lnTo>
                <a:lnTo>
                  <a:pt x="145209" y="223714"/>
                </a:lnTo>
                <a:cubicBezTo>
                  <a:pt x="167249" y="201349"/>
                  <a:pt x="189157" y="179146"/>
                  <a:pt x="210931" y="157105"/>
                </a:cubicBezTo>
                <a:cubicBezTo>
                  <a:pt x="232705" y="135055"/>
                  <a:pt x="244773" y="123225"/>
                  <a:pt x="267348" y="101394"/>
                </a:cubicBezTo>
                <a:cubicBezTo>
                  <a:pt x="267986" y="100755"/>
                  <a:pt x="268662" y="100127"/>
                  <a:pt x="269405" y="99489"/>
                </a:cubicBezTo>
                <a:cubicBezTo>
                  <a:pt x="270119" y="98880"/>
                  <a:pt x="270758" y="98189"/>
                  <a:pt x="271310" y="97431"/>
                </a:cubicBezTo>
                <a:lnTo>
                  <a:pt x="294418" y="120215"/>
                </a:lnTo>
                <a:cubicBezTo>
                  <a:pt x="267653" y="146904"/>
                  <a:pt x="251193" y="163297"/>
                  <a:pt x="224790" y="189614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593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8643-B1D7-DE39-7362-0059670B0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31" y="1016000"/>
            <a:ext cx="5922005" cy="2370882"/>
          </a:xfrm>
        </p:spPr>
        <p:txBody>
          <a:bodyPr/>
          <a:lstStyle/>
          <a:p>
            <a:r>
              <a:rPr lang="pt-BR" dirty="0" err="1"/>
              <a:t>Scale</a:t>
            </a:r>
            <a:r>
              <a:rPr lang="pt-BR" dirty="0"/>
              <a:t> </a:t>
            </a:r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Presentation</a:t>
            </a:r>
            <a:r>
              <a:rPr lang="pt-BR" dirty="0"/>
              <a:t> DNA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9D2DC-BE98-EA2A-BB0F-FF8AA920F9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8331" y="3748626"/>
            <a:ext cx="5922005" cy="1905003"/>
          </a:xfrm>
        </p:spPr>
        <p:txBody>
          <a:bodyPr/>
          <a:lstStyle/>
          <a:p>
            <a:r>
              <a:rPr lang="pt-BR" b="1" dirty="0">
                <a:solidFill>
                  <a:schemeClr val="accent1"/>
                </a:solidFill>
              </a:rPr>
              <a:t>Guilherme Criscuolo</a:t>
            </a:r>
          </a:p>
          <a:p>
            <a:r>
              <a:rPr lang="pt-BR" sz="2400" dirty="0"/>
              <a:t>+55 11 992 370 823</a:t>
            </a:r>
          </a:p>
          <a:p>
            <a:r>
              <a:rPr lang="pt-BR" sz="2400" dirty="0"/>
              <a:t>gc@nextinterativa.com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9256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9">
      <a:dk1>
        <a:srgbClr val="000000"/>
      </a:dk1>
      <a:lt1>
        <a:sysClr val="window" lastClr="FFFFFF"/>
      </a:lt1>
      <a:dk2>
        <a:srgbClr val="10173D"/>
      </a:dk2>
      <a:lt2>
        <a:srgbClr val="EAEFF2"/>
      </a:lt2>
      <a:accent1>
        <a:srgbClr val="00ABED"/>
      </a:accent1>
      <a:accent2>
        <a:srgbClr val="002E5D"/>
      </a:accent2>
      <a:accent3>
        <a:srgbClr val="8AA6B7"/>
      </a:accent3>
      <a:accent4>
        <a:srgbClr val="CEE5F2"/>
      </a:accent4>
      <a:accent5>
        <a:srgbClr val="3EA6C2"/>
      </a:accent5>
      <a:accent6>
        <a:srgbClr val="FFB300"/>
      </a:accent6>
      <a:hlink>
        <a:srgbClr val="15529C"/>
      </a:hlink>
      <a:folHlink>
        <a:srgbClr val="784192"/>
      </a:folHlink>
    </a:clrScheme>
    <a:fontScheme name="Avenir Next LT Pro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4138</Words>
  <Application>Microsoft Office PowerPoint</Application>
  <PresentationFormat>Widescreen</PresentationFormat>
  <Paragraphs>498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Arial</vt:lpstr>
      <vt:lpstr>Aptos</vt:lpstr>
      <vt:lpstr>Avenir Next LT Pro</vt:lpstr>
      <vt:lpstr>Calibri</vt:lpstr>
      <vt:lpstr>Office Theme</vt:lpstr>
      <vt:lpstr>PowerPoint Presentation</vt:lpstr>
      <vt:lpstr>Presentation Title in 1, 2 or 3 lines avoiding long texts</vt:lpstr>
      <vt:lpstr>Agenda</vt:lpstr>
      <vt:lpstr>Divider Title in 2 or 3 Lines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Speaker Name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PowerPoint Presentation</vt:lpstr>
      <vt:lpstr>PowerPoint Presentation</vt:lpstr>
      <vt:lpstr>Org Chart</vt:lpstr>
      <vt:lpstr>Numbers Infographic</vt:lpstr>
      <vt:lpstr>Demographic Infographic</vt:lpstr>
      <vt:lpstr>Roadmap</vt:lpstr>
      <vt:lpstr>Product Roadmap</vt:lpstr>
      <vt:lpstr>Produc Comparison</vt:lpstr>
      <vt:lpstr>Scale your Presentation DNA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Guilherme da Costa Criscuolo</dc:creator>
  <cp:lastModifiedBy>Guilherme da Costa Criscuolo</cp:lastModifiedBy>
  <cp:revision>17</cp:revision>
  <dcterms:created xsi:type="dcterms:W3CDTF">2022-12-05T14:00:02Z</dcterms:created>
  <dcterms:modified xsi:type="dcterms:W3CDTF">2026-07-30T12:27:37Z</dcterms:modified>
</cp:coreProperties>
</file>